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4" d="100"/>
          <a:sy n="84" d="100"/>
        </p:scale>
        <p:origin x="6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15A9C81-35C1-4C03-B727-6507C3D58662}" type="datetimeFigureOut">
              <a:rPr lang="hu-HU" smtClean="0"/>
              <a:t>2025. 04. 01.</a:t>
            </a:fld>
            <a:endParaRPr lang="hu-HU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9186B01-2754-464F-ADE2-12C10C3AF0F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875609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186B01-2754-464F-ADE2-12C10C3AF0F6}" type="slidenum">
              <a:rPr lang="hu-HU" smtClean="0"/>
              <a:t>19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4216715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D46AE-06F1-4598-95D9-FC8D0E4C9AA8}" type="datetimeFigureOut">
              <a:rPr lang="hu-HU" smtClean="0"/>
              <a:t>2025. 04. 01.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5F6CE0-7E35-4381-86D3-59D6676BD67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2170886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D46AE-06F1-4598-95D9-FC8D0E4C9AA8}" type="datetimeFigureOut">
              <a:rPr lang="hu-HU" smtClean="0"/>
              <a:t>2025. 04. 01.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5F6CE0-7E35-4381-86D3-59D6676BD67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4172433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shade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shade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shade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D46AE-06F1-4598-95D9-FC8D0E4C9AA8}" type="datetimeFigureOut">
              <a:rPr lang="hu-HU" smtClean="0"/>
              <a:t>2025. 04. 01.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5F6CE0-7E35-4381-86D3-59D6676BD67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6342644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D46AE-06F1-4598-95D9-FC8D0E4C9AA8}" type="datetimeFigureOut">
              <a:rPr lang="hu-HU" smtClean="0"/>
              <a:t>2025. 04. 01.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5F6CE0-7E35-4381-86D3-59D6676BD67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9184982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D46AE-06F1-4598-95D9-FC8D0E4C9AA8}" type="datetimeFigureOut">
              <a:rPr lang="hu-HU" smtClean="0"/>
              <a:t>2025. 04. 01.</a:t>
            </a:fld>
            <a:endParaRPr lang="hu-H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5F6CE0-7E35-4381-86D3-59D6676BD67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255785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D46AE-06F1-4598-95D9-FC8D0E4C9AA8}" type="datetimeFigureOut">
              <a:rPr lang="hu-HU" smtClean="0"/>
              <a:t>2025. 04. 01.</a:t>
            </a:fld>
            <a:endParaRPr lang="hu-H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5F6CE0-7E35-4381-86D3-59D6676BD67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5375690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D46AE-06F1-4598-95D9-FC8D0E4C9AA8}" type="datetimeFigureOut">
              <a:rPr lang="hu-HU" smtClean="0"/>
              <a:t>2025. 04. 01.</a:t>
            </a:fld>
            <a:endParaRPr lang="hu-H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5F6CE0-7E35-4381-86D3-59D6676BD67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056526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D46AE-06F1-4598-95D9-FC8D0E4C9AA8}" type="datetimeFigureOut">
              <a:rPr lang="hu-HU" smtClean="0"/>
              <a:t>2025. 04. 01.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5F6CE0-7E35-4381-86D3-59D6676BD67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903588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D46AE-06F1-4598-95D9-FC8D0E4C9AA8}" type="datetimeFigureOut">
              <a:rPr lang="hu-HU" smtClean="0"/>
              <a:t>2025. 04. 01.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5F6CE0-7E35-4381-86D3-59D6676BD67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1970023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D46AE-06F1-4598-95D9-FC8D0E4C9AA8}" type="datetimeFigureOut">
              <a:rPr lang="hu-HU" smtClean="0"/>
              <a:t>2025. 04. 01.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5F6CE0-7E35-4381-86D3-59D6676BD67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960508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D46AE-06F1-4598-95D9-FC8D0E4C9AA8}" type="datetimeFigureOut">
              <a:rPr lang="hu-HU" smtClean="0"/>
              <a:t>2025. 04. 01.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5F6CE0-7E35-4381-86D3-59D6676BD67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8614364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3EFD46AE-06F1-4598-95D9-FC8D0E4C9AA8}" type="datetimeFigureOut">
              <a:rPr lang="hu-HU" smtClean="0"/>
              <a:t>2025. 04. 01.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7E5F6CE0-7E35-4381-86D3-59D6676BD67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9388430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klsMerse/Film-Sorozat-ajanlo/tree/BackEnd" TargetMode="External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hyperlink" Target="https://github.com/MklsMerse/Film-Sorozat-ajanlo/tree/Database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klsMerse/Film-Sorozat-ajanlo/tree/FrontEnd" TargetMode="External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2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hyperlink" Target="https://github.com/MklsMerse/Film-Sorozat-ajanlo/tree/AsztaliApp" TargetMode="Externa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MklsMerse/Film-Sorozat-ajanlo" TargetMode="Externa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trello.com/w/filmsorozatajanlo/home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489B7BFD-8F45-4093-AD9C-91B15B0503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10" name="Graphic 38">
            <a:extLst>
              <a:ext uri="{FF2B5EF4-FFF2-40B4-BE49-F238E27FC236}">
                <a16:creationId xmlns:a16="http://schemas.microsoft.com/office/drawing/2014/main" id="{F0E417D8-88AA-4184-A08D-DEF97C6C9E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385795" y="1690979"/>
            <a:ext cx="1910252" cy="709660"/>
            <a:chOff x="2267504" y="2540250"/>
            <a:chExt cx="1990951" cy="739640"/>
          </a:xfrm>
          <a:solidFill>
            <a:schemeClr val="bg1"/>
          </a:solidFill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FCB4E045-9FB0-41C4-AC74-479EA20D85F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54025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5835 h 286230"/>
                <a:gd name="connsiteX8" fmla="*/ 255835 w 1990951"/>
                <a:gd name="connsiteY8" fmla="*/ 0 h 286230"/>
                <a:gd name="connsiteX9" fmla="*/ 504071 w 1990951"/>
                <a:gd name="connsiteY9" fmla="*/ 245703 h 286230"/>
                <a:gd name="connsiteX10" fmla="*/ 749773 w 1990951"/>
                <a:gd name="connsiteY10" fmla="*/ 0 h 286230"/>
                <a:gd name="connsiteX11" fmla="*/ 995476 w 1990951"/>
                <a:gd name="connsiteY11" fmla="*/ 245703 h 286230"/>
                <a:gd name="connsiteX12" fmla="*/ 1243712 w 1990951"/>
                <a:gd name="connsiteY12" fmla="*/ 0 h 286230"/>
                <a:gd name="connsiteX13" fmla="*/ 1489414 w 1990951"/>
                <a:gd name="connsiteY13" fmla="*/ 245703 h 286230"/>
                <a:gd name="connsiteX14" fmla="*/ 1735117 w 1990951"/>
                <a:gd name="connsiteY14" fmla="*/ 0 h 286230"/>
                <a:gd name="connsiteX15" fmla="*/ 1990952 w 1990951"/>
                <a:gd name="connsiteY15" fmla="*/ 255835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5835"/>
                  </a:lnTo>
                  <a:lnTo>
                    <a:pt x="255835" y="0"/>
                  </a:lnTo>
                  <a:lnTo>
                    <a:pt x="504071" y="245703"/>
                  </a:lnTo>
                  <a:lnTo>
                    <a:pt x="749773" y="0"/>
                  </a:lnTo>
                  <a:lnTo>
                    <a:pt x="995476" y="245703"/>
                  </a:lnTo>
                  <a:lnTo>
                    <a:pt x="1243712" y="0"/>
                  </a:lnTo>
                  <a:lnTo>
                    <a:pt x="1489414" y="245703"/>
                  </a:lnTo>
                  <a:lnTo>
                    <a:pt x="1735117" y="0"/>
                  </a:lnTo>
                  <a:lnTo>
                    <a:pt x="1990952" y="255835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D21C7A48-09EB-4AF0-84CB-7EE408C2CA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99366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8368 h 286230"/>
                <a:gd name="connsiteX8" fmla="*/ 255835 w 1990951"/>
                <a:gd name="connsiteY8" fmla="*/ 0 h 286230"/>
                <a:gd name="connsiteX9" fmla="*/ 504071 w 1990951"/>
                <a:gd name="connsiteY9" fmla="*/ 248236 h 286230"/>
                <a:gd name="connsiteX10" fmla="*/ 749773 w 1990951"/>
                <a:gd name="connsiteY10" fmla="*/ 0 h 286230"/>
                <a:gd name="connsiteX11" fmla="*/ 995476 w 1990951"/>
                <a:gd name="connsiteY11" fmla="*/ 248236 h 286230"/>
                <a:gd name="connsiteX12" fmla="*/ 1243712 w 1990951"/>
                <a:gd name="connsiteY12" fmla="*/ 0 h 286230"/>
                <a:gd name="connsiteX13" fmla="*/ 1489414 w 1990951"/>
                <a:gd name="connsiteY13" fmla="*/ 248236 h 286230"/>
                <a:gd name="connsiteX14" fmla="*/ 1735117 w 1990951"/>
                <a:gd name="connsiteY14" fmla="*/ 0 h 286230"/>
                <a:gd name="connsiteX15" fmla="*/ 1990952 w 1990951"/>
                <a:gd name="connsiteY15" fmla="*/ 258368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8368"/>
                  </a:lnTo>
                  <a:lnTo>
                    <a:pt x="255835" y="0"/>
                  </a:lnTo>
                  <a:lnTo>
                    <a:pt x="504071" y="248236"/>
                  </a:lnTo>
                  <a:lnTo>
                    <a:pt x="749773" y="0"/>
                  </a:lnTo>
                  <a:lnTo>
                    <a:pt x="995476" y="248236"/>
                  </a:lnTo>
                  <a:lnTo>
                    <a:pt x="1243712" y="0"/>
                  </a:lnTo>
                  <a:lnTo>
                    <a:pt x="1489414" y="248236"/>
                  </a:lnTo>
                  <a:lnTo>
                    <a:pt x="1735117" y="0"/>
                  </a:lnTo>
                  <a:lnTo>
                    <a:pt x="1990952" y="258368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FDDE3270-A872-4E10-80BC-B93D6F0E3F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642953" y="1187311"/>
            <a:ext cx="5089552" cy="4483379"/>
          </a:xfrm>
          <a:prstGeom prst="rect">
            <a:avLst/>
          </a:prstGeom>
          <a:solidFill>
            <a:srgbClr val="FFFFFF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B6E5F32-B5B2-45E3-9C18-BBC9005C4C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642953" y="1187311"/>
            <a:ext cx="5089552" cy="4483379"/>
          </a:xfrm>
          <a:prstGeom prst="rect">
            <a:avLst/>
          </a:prstGeom>
          <a:solidFill>
            <a:schemeClr val="accent6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545E68B-E61B-4EAE-9672-3A52AEC2B8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576263" y="1119679"/>
            <a:ext cx="5039475" cy="4439266"/>
          </a:xfrm>
          <a:prstGeom prst="rect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6EAB02B8-34DC-A211-37C7-B7C9F3CFAC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82788" y="1397000"/>
            <a:ext cx="4502041" cy="3008397"/>
          </a:xfrm>
        </p:spPr>
        <p:txBody>
          <a:bodyPr>
            <a:normAutofit/>
          </a:bodyPr>
          <a:lstStyle/>
          <a:p>
            <a:r>
              <a:rPr lang="hu-HU" sz="5000">
                <a:solidFill>
                  <a:schemeClr val="bg1"/>
                </a:solidFill>
              </a:rPr>
              <a:t>FilmFókusz – Film- és Sorozat ajánló weboldal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7FEB59DC-4374-E883-A6D1-47F2A301DFC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64211" y="4497473"/>
            <a:ext cx="3624471" cy="811604"/>
          </a:xfrm>
        </p:spPr>
        <p:txBody>
          <a:bodyPr>
            <a:normAutofit/>
          </a:bodyPr>
          <a:lstStyle/>
          <a:p>
            <a:r>
              <a:rPr lang="hu-HU" sz="1400" i="1">
                <a:solidFill>
                  <a:schemeClr val="bg1"/>
                </a:solidFill>
              </a:rPr>
              <a:t>Készítette: Szitai Bence Márk, Miklós Merse Márton</a:t>
            </a:r>
          </a:p>
          <a:p>
            <a:r>
              <a:rPr lang="hu-HU" sz="1400" i="1">
                <a:solidFill>
                  <a:schemeClr val="bg1"/>
                </a:solidFill>
              </a:rPr>
              <a:t>Dátum: 2025.03.24</a:t>
            </a:r>
          </a:p>
        </p:txBody>
      </p:sp>
      <p:sp>
        <p:nvSpPr>
          <p:cNvPr id="20" name="Graphic 212">
            <a:extLst>
              <a:ext uri="{FF2B5EF4-FFF2-40B4-BE49-F238E27FC236}">
                <a16:creationId xmlns:a16="http://schemas.microsoft.com/office/drawing/2014/main" id="{63DD1BD1-81FE-4F15-A934-E9AE94AE94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111689" y="823301"/>
            <a:ext cx="760800" cy="760800"/>
          </a:xfrm>
          <a:custGeom>
            <a:avLst/>
            <a:gdLst>
              <a:gd name="connsiteX0" fmla="*/ 403574 w 807148"/>
              <a:gd name="connsiteY0" fmla="*/ 0 h 807148"/>
              <a:gd name="connsiteX1" fmla="*/ 0 w 807148"/>
              <a:gd name="connsiteY1" fmla="*/ 403574 h 807148"/>
              <a:gd name="connsiteX2" fmla="*/ 403574 w 807148"/>
              <a:gd name="connsiteY2" fmla="*/ 807149 h 807148"/>
              <a:gd name="connsiteX3" fmla="*/ 807149 w 807148"/>
              <a:gd name="connsiteY3" fmla="*/ 403574 h 807148"/>
              <a:gd name="connsiteX4" fmla="*/ 403574 w 807148"/>
              <a:gd name="connsiteY4" fmla="*/ 0 h 807148"/>
              <a:gd name="connsiteX5" fmla="*/ 403574 w 807148"/>
              <a:gd name="connsiteY5" fmla="*/ 667988 h 807148"/>
              <a:gd name="connsiteX6" fmla="*/ 139160 w 807148"/>
              <a:gd name="connsiteY6" fmla="*/ 403574 h 807148"/>
              <a:gd name="connsiteX7" fmla="*/ 403574 w 807148"/>
              <a:gd name="connsiteY7" fmla="*/ 139160 h 807148"/>
              <a:gd name="connsiteX8" fmla="*/ 667988 w 807148"/>
              <a:gd name="connsiteY8" fmla="*/ 403574 h 807148"/>
              <a:gd name="connsiteX9" fmla="*/ 403574 w 807148"/>
              <a:gd name="connsiteY9" fmla="*/ 667988 h 8071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07148" h="807148">
                <a:moveTo>
                  <a:pt x="403574" y="0"/>
                </a:moveTo>
                <a:cubicBezTo>
                  <a:pt x="180689" y="0"/>
                  <a:pt x="0" y="180689"/>
                  <a:pt x="0" y="403574"/>
                </a:cubicBezTo>
                <a:cubicBezTo>
                  <a:pt x="0" y="626459"/>
                  <a:pt x="180689" y="807149"/>
                  <a:pt x="403574" y="807149"/>
                </a:cubicBezTo>
                <a:cubicBezTo>
                  <a:pt x="626459" y="807149"/>
                  <a:pt x="807149" y="626459"/>
                  <a:pt x="807149" y="403574"/>
                </a:cubicBezTo>
                <a:cubicBezTo>
                  <a:pt x="807149" y="180689"/>
                  <a:pt x="626459" y="0"/>
                  <a:pt x="403574" y="0"/>
                </a:cubicBezTo>
                <a:close/>
                <a:moveTo>
                  <a:pt x="403574" y="667988"/>
                </a:moveTo>
                <a:cubicBezTo>
                  <a:pt x="257556" y="667988"/>
                  <a:pt x="139160" y="549593"/>
                  <a:pt x="139160" y="403574"/>
                </a:cubicBezTo>
                <a:cubicBezTo>
                  <a:pt x="139160" y="257556"/>
                  <a:pt x="257556" y="139160"/>
                  <a:pt x="403574" y="139160"/>
                </a:cubicBezTo>
                <a:cubicBezTo>
                  <a:pt x="549593" y="139160"/>
                  <a:pt x="667988" y="257556"/>
                  <a:pt x="667988" y="403574"/>
                </a:cubicBezTo>
                <a:cubicBezTo>
                  <a:pt x="667988" y="549593"/>
                  <a:pt x="549593" y="667988"/>
                  <a:pt x="403574" y="667988"/>
                </a:cubicBezTo>
                <a:close/>
              </a:path>
            </a:pathLst>
          </a:custGeom>
          <a:solidFill>
            <a:srgbClr val="FFFFFF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lt1"/>
              </a:solidFill>
            </a:endParaRPr>
          </a:p>
        </p:txBody>
      </p:sp>
      <p:sp>
        <p:nvSpPr>
          <p:cNvPr id="22" name="Graphic 212">
            <a:extLst>
              <a:ext uri="{FF2B5EF4-FFF2-40B4-BE49-F238E27FC236}">
                <a16:creationId xmlns:a16="http://schemas.microsoft.com/office/drawing/2014/main" id="{120AB9A0-C0C4-43DA-9A34-FA3A4079D6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111689" y="823301"/>
            <a:ext cx="760800" cy="760800"/>
          </a:xfrm>
          <a:custGeom>
            <a:avLst/>
            <a:gdLst>
              <a:gd name="connsiteX0" fmla="*/ 403574 w 807148"/>
              <a:gd name="connsiteY0" fmla="*/ 0 h 807148"/>
              <a:gd name="connsiteX1" fmla="*/ 0 w 807148"/>
              <a:gd name="connsiteY1" fmla="*/ 403574 h 807148"/>
              <a:gd name="connsiteX2" fmla="*/ 403574 w 807148"/>
              <a:gd name="connsiteY2" fmla="*/ 807149 h 807148"/>
              <a:gd name="connsiteX3" fmla="*/ 807149 w 807148"/>
              <a:gd name="connsiteY3" fmla="*/ 403574 h 807148"/>
              <a:gd name="connsiteX4" fmla="*/ 403574 w 807148"/>
              <a:gd name="connsiteY4" fmla="*/ 0 h 807148"/>
              <a:gd name="connsiteX5" fmla="*/ 403574 w 807148"/>
              <a:gd name="connsiteY5" fmla="*/ 667988 h 807148"/>
              <a:gd name="connsiteX6" fmla="*/ 139160 w 807148"/>
              <a:gd name="connsiteY6" fmla="*/ 403574 h 807148"/>
              <a:gd name="connsiteX7" fmla="*/ 403574 w 807148"/>
              <a:gd name="connsiteY7" fmla="*/ 139160 h 807148"/>
              <a:gd name="connsiteX8" fmla="*/ 667988 w 807148"/>
              <a:gd name="connsiteY8" fmla="*/ 403574 h 807148"/>
              <a:gd name="connsiteX9" fmla="*/ 403574 w 807148"/>
              <a:gd name="connsiteY9" fmla="*/ 667988 h 8071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07148" h="807148">
                <a:moveTo>
                  <a:pt x="403574" y="0"/>
                </a:moveTo>
                <a:cubicBezTo>
                  <a:pt x="180689" y="0"/>
                  <a:pt x="0" y="180689"/>
                  <a:pt x="0" y="403574"/>
                </a:cubicBezTo>
                <a:cubicBezTo>
                  <a:pt x="0" y="626459"/>
                  <a:pt x="180689" y="807149"/>
                  <a:pt x="403574" y="807149"/>
                </a:cubicBezTo>
                <a:cubicBezTo>
                  <a:pt x="626459" y="807149"/>
                  <a:pt x="807149" y="626459"/>
                  <a:pt x="807149" y="403574"/>
                </a:cubicBezTo>
                <a:cubicBezTo>
                  <a:pt x="807149" y="180689"/>
                  <a:pt x="626459" y="0"/>
                  <a:pt x="403574" y="0"/>
                </a:cubicBezTo>
                <a:close/>
                <a:moveTo>
                  <a:pt x="403574" y="667988"/>
                </a:moveTo>
                <a:cubicBezTo>
                  <a:pt x="257556" y="667988"/>
                  <a:pt x="139160" y="549593"/>
                  <a:pt x="139160" y="403574"/>
                </a:cubicBezTo>
                <a:cubicBezTo>
                  <a:pt x="139160" y="257556"/>
                  <a:pt x="257556" y="139160"/>
                  <a:pt x="403574" y="139160"/>
                </a:cubicBezTo>
                <a:cubicBezTo>
                  <a:pt x="549593" y="139160"/>
                  <a:pt x="667988" y="257556"/>
                  <a:pt x="667988" y="403574"/>
                </a:cubicBezTo>
                <a:cubicBezTo>
                  <a:pt x="667988" y="549593"/>
                  <a:pt x="549593" y="667988"/>
                  <a:pt x="403574" y="667988"/>
                </a:cubicBezTo>
                <a:close/>
              </a:path>
            </a:pathLst>
          </a:custGeom>
          <a:solidFill>
            <a:schemeClr val="accent2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lt1"/>
              </a:solidFill>
            </a:endParaRP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98815DD1-EC9D-4BE1-846B-8BEF57D398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06352" y="3643495"/>
            <a:ext cx="584612" cy="584612"/>
          </a:xfrm>
          <a:prstGeom prst="ellipse">
            <a:avLst/>
          </a:prstGeom>
          <a:solidFill>
            <a:srgbClr val="FFFFFF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CB78D2B9-C9C4-4A37-A12C-A09FC11581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06352" y="3643495"/>
            <a:ext cx="584612" cy="584612"/>
          </a:xfrm>
          <a:prstGeom prst="ellipse">
            <a:avLst/>
          </a:prstGeom>
          <a:solidFill>
            <a:schemeClr val="accent2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grpSp>
        <p:nvGrpSpPr>
          <p:cNvPr id="28" name="Graphic 4">
            <a:extLst>
              <a:ext uri="{FF2B5EF4-FFF2-40B4-BE49-F238E27FC236}">
                <a16:creationId xmlns:a16="http://schemas.microsoft.com/office/drawing/2014/main" id="{DFC7EBB5-848C-4B1C-BE84-4CF07E905D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8459707" y="3876466"/>
            <a:ext cx="1056155" cy="1056156"/>
            <a:chOff x="5829300" y="3162300"/>
            <a:chExt cx="532256" cy="532257"/>
          </a:xfrm>
          <a:solidFill>
            <a:schemeClr val="bg1"/>
          </a:solidFill>
        </p:grpSpPr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0F8315F3-A078-427A-92BE-34EC9E5747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9208" y="3192208"/>
              <a:ext cx="112966" cy="112966"/>
            </a:xfrm>
            <a:custGeom>
              <a:avLst/>
              <a:gdLst>
                <a:gd name="connsiteX0" fmla="*/ 112967 w 112966"/>
                <a:gd name="connsiteY0" fmla="*/ 0 h 112966"/>
                <a:gd name="connsiteX1" fmla="*/ 0 w 112966"/>
                <a:gd name="connsiteY1" fmla="*/ 112967 h 112966"/>
                <a:gd name="connsiteX2" fmla="*/ 112967 w 112966"/>
                <a:gd name="connsiteY2" fmla="*/ 0 h 1129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2966" h="112966">
                  <a:moveTo>
                    <a:pt x="112967" y="0"/>
                  </a:moveTo>
                  <a:lnTo>
                    <a:pt x="0" y="112967"/>
                  </a:lnTo>
                  <a:cubicBezTo>
                    <a:pt x="25356" y="64747"/>
                    <a:pt x="64747" y="25356"/>
                    <a:pt x="112967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73DFAF5C-63B0-43FB-80BE-CC45D99F51C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1205" y="3164205"/>
              <a:ext cx="230314" cy="230314"/>
            </a:xfrm>
            <a:custGeom>
              <a:avLst/>
              <a:gdLst>
                <a:gd name="connsiteX0" fmla="*/ 230314 w 230314"/>
                <a:gd name="connsiteY0" fmla="*/ 0 h 230314"/>
                <a:gd name="connsiteX1" fmla="*/ 0 w 230314"/>
                <a:gd name="connsiteY1" fmla="*/ 230314 h 230314"/>
                <a:gd name="connsiteX2" fmla="*/ 3524 w 230314"/>
                <a:gd name="connsiteY2" fmla="*/ 209550 h 230314"/>
                <a:gd name="connsiteX3" fmla="*/ 209550 w 230314"/>
                <a:gd name="connsiteY3" fmla="*/ 3524 h 230314"/>
                <a:gd name="connsiteX4" fmla="*/ 230314 w 230314"/>
                <a:gd name="connsiteY4" fmla="*/ 0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0314" h="230314">
                  <a:moveTo>
                    <a:pt x="230314" y="0"/>
                  </a:moveTo>
                  <a:lnTo>
                    <a:pt x="0" y="230314"/>
                  </a:lnTo>
                  <a:cubicBezTo>
                    <a:pt x="953" y="223361"/>
                    <a:pt x="2095" y="216408"/>
                    <a:pt x="3524" y="209550"/>
                  </a:cubicBezTo>
                  <a:lnTo>
                    <a:pt x="209550" y="3524"/>
                  </a:lnTo>
                  <a:cubicBezTo>
                    <a:pt x="216408" y="2095"/>
                    <a:pt x="223361" y="953"/>
                    <a:pt x="230314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6AD937F2-A44A-479C-A7EB-4EE7686A9B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29300" y="3162300"/>
              <a:ext cx="294131" cy="294131"/>
            </a:xfrm>
            <a:custGeom>
              <a:avLst/>
              <a:gdLst>
                <a:gd name="connsiteX0" fmla="*/ 294132 w 294131"/>
                <a:gd name="connsiteY0" fmla="*/ 1238 h 294131"/>
                <a:gd name="connsiteX1" fmla="*/ 1238 w 294131"/>
                <a:gd name="connsiteY1" fmla="*/ 294132 h 294131"/>
                <a:gd name="connsiteX2" fmla="*/ 0 w 294131"/>
                <a:gd name="connsiteY2" fmla="*/ 278225 h 294131"/>
                <a:gd name="connsiteX3" fmla="*/ 278225 w 294131"/>
                <a:gd name="connsiteY3" fmla="*/ 0 h 294131"/>
                <a:gd name="connsiteX4" fmla="*/ 294132 w 294131"/>
                <a:gd name="connsiteY4" fmla="*/ 1238 h 294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94131" h="294131">
                  <a:moveTo>
                    <a:pt x="294132" y="1238"/>
                  </a:moveTo>
                  <a:lnTo>
                    <a:pt x="1238" y="294132"/>
                  </a:lnTo>
                  <a:cubicBezTo>
                    <a:pt x="667" y="288893"/>
                    <a:pt x="0" y="283559"/>
                    <a:pt x="0" y="278225"/>
                  </a:cubicBezTo>
                  <a:lnTo>
                    <a:pt x="278225" y="0"/>
                  </a:lnTo>
                  <a:cubicBezTo>
                    <a:pt x="283559" y="0"/>
                    <a:pt x="288893" y="667"/>
                    <a:pt x="294132" y="123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87834CC3-9461-418F-A593-FC09CD79B9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7205" y="3170110"/>
              <a:ext cx="337184" cy="337280"/>
            </a:xfrm>
            <a:custGeom>
              <a:avLst/>
              <a:gdLst>
                <a:gd name="connsiteX0" fmla="*/ 337185 w 337184"/>
                <a:gd name="connsiteY0" fmla="*/ 3905 h 337280"/>
                <a:gd name="connsiteX1" fmla="*/ 3810 w 337184"/>
                <a:gd name="connsiteY1" fmla="*/ 337280 h 337280"/>
                <a:gd name="connsiteX2" fmla="*/ 0 w 337184"/>
                <a:gd name="connsiteY2" fmla="*/ 323850 h 337280"/>
                <a:gd name="connsiteX3" fmla="*/ 323850 w 337184"/>
                <a:gd name="connsiteY3" fmla="*/ 0 h 337280"/>
                <a:gd name="connsiteX4" fmla="*/ 337185 w 337184"/>
                <a:gd name="connsiteY4" fmla="*/ 3905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184" h="337280">
                  <a:moveTo>
                    <a:pt x="337185" y="3905"/>
                  </a:moveTo>
                  <a:lnTo>
                    <a:pt x="3810" y="337280"/>
                  </a:lnTo>
                  <a:cubicBezTo>
                    <a:pt x="2381" y="332899"/>
                    <a:pt x="1143" y="328422"/>
                    <a:pt x="0" y="323850"/>
                  </a:cubicBezTo>
                  <a:lnTo>
                    <a:pt x="323850" y="0"/>
                  </a:lnTo>
                  <a:cubicBezTo>
                    <a:pt x="328327" y="1715"/>
                    <a:pt x="332804" y="2477"/>
                    <a:pt x="337185" y="3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DD68AA1C-0667-46EE-A8BE-CAAA3EAF90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3207" y="3186207"/>
              <a:ext cx="364617" cy="364617"/>
            </a:xfrm>
            <a:custGeom>
              <a:avLst/>
              <a:gdLst>
                <a:gd name="connsiteX0" fmla="*/ 364617 w 364617"/>
                <a:gd name="connsiteY0" fmla="*/ 5620 h 364617"/>
                <a:gd name="connsiteX1" fmla="*/ 5620 w 364617"/>
                <a:gd name="connsiteY1" fmla="*/ 364617 h 364617"/>
                <a:gd name="connsiteX2" fmla="*/ 0 w 364617"/>
                <a:gd name="connsiteY2" fmla="*/ 353187 h 364617"/>
                <a:gd name="connsiteX3" fmla="*/ 353187 w 364617"/>
                <a:gd name="connsiteY3" fmla="*/ 0 h 364617"/>
                <a:gd name="connsiteX4" fmla="*/ 364617 w 364617"/>
                <a:gd name="connsiteY4" fmla="*/ 5620 h 364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4617" h="364617">
                  <a:moveTo>
                    <a:pt x="364617" y="5620"/>
                  </a:moveTo>
                  <a:lnTo>
                    <a:pt x="5620" y="364617"/>
                  </a:lnTo>
                  <a:cubicBezTo>
                    <a:pt x="3620" y="360902"/>
                    <a:pt x="1715" y="357092"/>
                    <a:pt x="0" y="353187"/>
                  </a:cubicBezTo>
                  <a:lnTo>
                    <a:pt x="353187" y="0"/>
                  </a:lnTo>
                  <a:cubicBezTo>
                    <a:pt x="357092" y="1715"/>
                    <a:pt x="360902" y="3715"/>
                    <a:pt x="364617" y="562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C0F403B5-430A-450F-97C1-73160966CE7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5305" y="3208305"/>
              <a:ext cx="380238" cy="380238"/>
            </a:xfrm>
            <a:custGeom>
              <a:avLst/>
              <a:gdLst>
                <a:gd name="connsiteX0" fmla="*/ 380238 w 380238"/>
                <a:gd name="connsiteY0" fmla="*/ 7239 h 380238"/>
                <a:gd name="connsiteX1" fmla="*/ 7239 w 380238"/>
                <a:gd name="connsiteY1" fmla="*/ 380238 h 380238"/>
                <a:gd name="connsiteX2" fmla="*/ 0 w 380238"/>
                <a:gd name="connsiteY2" fmla="*/ 370713 h 380238"/>
                <a:gd name="connsiteX3" fmla="*/ 370237 w 380238"/>
                <a:gd name="connsiteY3" fmla="*/ 0 h 380238"/>
                <a:gd name="connsiteX4" fmla="*/ 380238 w 380238"/>
                <a:gd name="connsiteY4" fmla="*/ 7239 h 38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0238" h="380238">
                  <a:moveTo>
                    <a:pt x="380238" y="7239"/>
                  </a:moveTo>
                  <a:lnTo>
                    <a:pt x="7239" y="380238"/>
                  </a:lnTo>
                  <a:cubicBezTo>
                    <a:pt x="4763" y="377000"/>
                    <a:pt x="2381" y="373571"/>
                    <a:pt x="0" y="370713"/>
                  </a:cubicBezTo>
                  <a:lnTo>
                    <a:pt x="370237" y="0"/>
                  </a:lnTo>
                  <a:cubicBezTo>
                    <a:pt x="373571" y="2381"/>
                    <a:pt x="377000" y="4763"/>
                    <a:pt x="380238" y="723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AB38EBB0-5161-46F3-83D7-D9F478B1A5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02832" y="3235832"/>
              <a:ext cx="385191" cy="385191"/>
            </a:xfrm>
            <a:custGeom>
              <a:avLst/>
              <a:gdLst>
                <a:gd name="connsiteX0" fmla="*/ 380905 w 385191"/>
                <a:gd name="connsiteY0" fmla="*/ 4286 h 385191"/>
                <a:gd name="connsiteX1" fmla="*/ 385191 w 385191"/>
                <a:gd name="connsiteY1" fmla="*/ 8573 h 385191"/>
                <a:gd name="connsiteX2" fmla="*/ 8573 w 385191"/>
                <a:gd name="connsiteY2" fmla="*/ 385191 h 385191"/>
                <a:gd name="connsiteX3" fmla="*/ 4286 w 385191"/>
                <a:gd name="connsiteY3" fmla="*/ 380905 h 385191"/>
                <a:gd name="connsiteX4" fmla="*/ 0 w 385191"/>
                <a:gd name="connsiteY4" fmla="*/ 376523 h 385191"/>
                <a:gd name="connsiteX5" fmla="*/ 376523 w 385191"/>
                <a:gd name="connsiteY5" fmla="*/ 0 h 385191"/>
                <a:gd name="connsiteX6" fmla="*/ 380905 w 385191"/>
                <a:gd name="connsiteY6" fmla="*/ 4286 h 385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5191" h="385191">
                  <a:moveTo>
                    <a:pt x="380905" y="4286"/>
                  </a:moveTo>
                  <a:lnTo>
                    <a:pt x="385191" y="8573"/>
                  </a:lnTo>
                  <a:lnTo>
                    <a:pt x="8573" y="385191"/>
                  </a:lnTo>
                  <a:lnTo>
                    <a:pt x="4286" y="380905"/>
                  </a:lnTo>
                  <a:cubicBezTo>
                    <a:pt x="2762" y="379476"/>
                    <a:pt x="1334" y="377952"/>
                    <a:pt x="0" y="376523"/>
                  </a:cubicBezTo>
                  <a:lnTo>
                    <a:pt x="376523" y="0"/>
                  </a:lnTo>
                  <a:cubicBezTo>
                    <a:pt x="377952" y="1334"/>
                    <a:pt x="379476" y="2667"/>
                    <a:pt x="380905" y="4286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347EDFA5-AD01-40BE-91A2-A0C178622D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35789" y="3268313"/>
              <a:ext cx="379761" cy="380237"/>
            </a:xfrm>
            <a:custGeom>
              <a:avLst/>
              <a:gdLst>
                <a:gd name="connsiteX0" fmla="*/ 372428 w 379761"/>
                <a:gd name="connsiteY0" fmla="*/ 0 h 380237"/>
                <a:gd name="connsiteX1" fmla="*/ 379762 w 379761"/>
                <a:gd name="connsiteY1" fmla="*/ 9525 h 380237"/>
                <a:gd name="connsiteX2" fmla="*/ 9525 w 379761"/>
                <a:gd name="connsiteY2" fmla="*/ 380238 h 380237"/>
                <a:gd name="connsiteX3" fmla="*/ 0 w 379761"/>
                <a:gd name="connsiteY3" fmla="*/ 372904 h 380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9761" h="380237">
                  <a:moveTo>
                    <a:pt x="372428" y="0"/>
                  </a:moveTo>
                  <a:cubicBezTo>
                    <a:pt x="374999" y="3239"/>
                    <a:pt x="377381" y="6572"/>
                    <a:pt x="379762" y="9525"/>
                  </a:cubicBezTo>
                  <a:lnTo>
                    <a:pt x="9525" y="380238"/>
                  </a:lnTo>
                  <a:cubicBezTo>
                    <a:pt x="6096" y="377857"/>
                    <a:pt x="2762" y="375476"/>
                    <a:pt x="0" y="37290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76E0C47E-FE2F-4A8C-942E-1026D02D3D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2841" y="3305841"/>
              <a:ext cx="364807" cy="364807"/>
            </a:xfrm>
            <a:custGeom>
              <a:avLst/>
              <a:gdLst>
                <a:gd name="connsiteX0" fmla="*/ 359188 w 364807"/>
                <a:gd name="connsiteY0" fmla="*/ 0 h 364807"/>
                <a:gd name="connsiteX1" fmla="*/ 364808 w 364807"/>
                <a:gd name="connsiteY1" fmla="*/ 11621 h 364807"/>
                <a:gd name="connsiteX2" fmla="*/ 11621 w 364807"/>
                <a:gd name="connsiteY2" fmla="*/ 364808 h 364807"/>
                <a:gd name="connsiteX3" fmla="*/ 0 w 364807"/>
                <a:gd name="connsiteY3" fmla="*/ 359188 h 3648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4807" h="364807">
                  <a:moveTo>
                    <a:pt x="359188" y="0"/>
                  </a:moveTo>
                  <a:cubicBezTo>
                    <a:pt x="361188" y="3905"/>
                    <a:pt x="362998" y="7715"/>
                    <a:pt x="364808" y="11621"/>
                  </a:cubicBezTo>
                  <a:lnTo>
                    <a:pt x="11621" y="364808"/>
                  </a:lnTo>
                  <a:cubicBezTo>
                    <a:pt x="7715" y="362998"/>
                    <a:pt x="3905" y="361188"/>
                    <a:pt x="0" y="35918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4A309DA7-4C25-40F5-AC21-DA06D9C98F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16370" y="3349466"/>
              <a:ext cx="337280" cy="337280"/>
            </a:xfrm>
            <a:custGeom>
              <a:avLst/>
              <a:gdLst>
                <a:gd name="connsiteX0" fmla="*/ 333470 w 337280"/>
                <a:gd name="connsiteY0" fmla="*/ 0 h 337280"/>
                <a:gd name="connsiteX1" fmla="*/ 337280 w 337280"/>
                <a:gd name="connsiteY1" fmla="*/ 13430 h 337280"/>
                <a:gd name="connsiteX2" fmla="*/ 13430 w 337280"/>
                <a:gd name="connsiteY2" fmla="*/ 337280 h 337280"/>
                <a:gd name="connsiteX3" fmla="*/ 0 w 337280"/>
                <a:gd name="connsiteY3" fmla="*/ 333470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7280" h="337280">
                  <a:moveTo>
                    <a:pt x="333470" y="0"/>
                  </a:moveTo>
                  <a:cubicBezTo>
                    <a:pt x="334899" y="4382"/>
                    <a:pt x="336137" y="8858"/>
                    <a:pt x="337280" y="13430"/>
                  </a:cubicBezTo>
                  <a:lnTo>
                    <a:pt x="13430" y="337280"/>
                  </a:lnTo>
                  <a:cubicBezTo>
                    <a:pt x="8858" y="336137"/>
                    <a:pt x="4382" y="334899"/>
                    <a:pt x="0" y="3334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A290F5FA-D4BF-4264-A8E9-365566EC7C4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67329" y="3400425"/>
              <a:ext cx="294227" cy="294132"/>
            </a:xfrm>
            <a:custGeom>
              <a:avLst/>
              <a:gdLst>
                <a:gd name="connsiteX0" fmla="*/ 292989 w 294227"/>
                <a:gd name="connsiteY0" fmla="*/ 0 h 294132"/>
                <a:gd name="connsiteX1" fmla="*/ 294227 w 294227"/>
                <a:gd name="connsiteY1" fmla="*/ 15907 h 294132"/>
                <a:gd name="connsiteX2" fmla="*/ 15907 w 294227"/>
                <a:gd name="connsiteY2" fmla="*/ 294132 h 294132"/>
                <a:gd name="connsiteX3" fmla="*/ 0 w 294227"/>
                <a:gd name="connsiteY3" fmla="*/ 292894 h 294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4227" h="294132">
                  <a:moveTo>
                    <a:pt x="292989" y="0"/>
                  </a:moveTo>
                  <a:cubicBezTo>
                    <a:pt x="293561" y="5334"/>
                    <a:pt x="293942" y="10668"/>
                    <a:pt x="294227" y="15907"/>
                  </a:cubicBezTo>
                  <a:lnTo>
                    <a:pt x="15907" y="294132"/>
                  </a:lnTo>
                  <a:cubicBezTo>
                    <a:pt x="10668" y="294132"/>
                    <a:pt x="5334" y="293465"/>
                    <a:pt x="0" y="29289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A47FD6B5-9B47-4500-9D65-7BD2173015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29337" y="3462337"/>
              <a:ext cx="230314" cy="230314"/>
            </a:xfrm>
            <a:custGeom>
              <a:avLst/>
              <a:gdLst>
                <a:gd name="connsiteX0" fmla="*/ 230315 w 230314"/>
                <a:gd name="connsiteY0" fmla="*/ 0 h 230314"/>
                <a:gd name="connsiteX1" fmla="*/ 226886 w 230314"/>
                <a:gd name="connsiteY1" fmla="*/ 20574 h 230314"/>
                <a:gd name="connsiteX2" fmla="*/ 20669 w 230314"/>
                <a:gd name="connsiteY2" fmla="*/ 226790 h 230314"/>
                <a:gd name="connsiteX3" fmla="*/ 0 w 230314"/>
                <a:gd name="connsiteY3" fmla="*/ 230315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0314" h="230314">
                  <a:moveTo>
                    <a:pt x="230315" y="0"/>
                  </a:moveTo>
                  <a:cubicBezTo>
                    <a:pt x="229457" y="6953"/>
                    <a:pt x="228314" y="13716"/>
                    <a:pt x="226886" y="20574"/>
                  </a:cubicBezTo>
                  <a:lnTo>
                    <a:pt x="20669" y="226790"/>
                  </a:lnTo>
                  <a:cubicBezTo>
                    <a:pt x="13811" y="228314"/>
                    <a:pt x="6953" y="229457"/>
                    <a:pt x="0" y="23031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8CA06612-80DE-4467-A50C-0CB390D6725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18682" y="3551682"/>
              <a:ext cx="112871" cy="112871"/>
            </a:xfrm>
            <a:custGeom>
              <a:avLst/>
              <a:gdLst>
                <a:gd name="connsiteX0" fmla="*/ 112871 w 112871"/>
                <a:gd name="connsiteY0" fmla="*/ 0 h 112871"/>
                <a:gd name="connsiteX1" fmla="*/ 0 w 112871"/>
                <a:gd name="connsiteY1" fmla="*/ 112871 h 112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2871" h="112871">
                  <a:moveTo>
                    <a:pt x="112871" y="0"/>
                  </a:moveTo>
                  <a:cubicBezTo>
                    <a:pt x="87618" y="48239"/>
                    <a:pt x="48239" y="87618"/>
                    <a:pt x="0" y="11287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7910239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19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570E93E5-3C2E-8E00-36AB-49F7075A94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40080"/>
            <a:ext cx="4818888" cy="1481328"/>
          </a:xfrm>
        </p:spPr>
        <p:txBody>
          <a:bodyPr anchor="b">
            <a:normAutofit/>
          </a:bodyPr>
          <a:lstStyle/>
          <a:p>
            <a:r>
              <a:rPr lang="hu-HU" sz="5000"/>
              <a:t>Bevezetés – A projekt célja</a:t>
            </a:r>
          </a:p>
        </p:txBody>
      </p:sp>
      <p:sp>
        <p:nvSpPr>
          <p:cNvPr id="25" name="sketch line">
            <a:extLst>
              <a:ext uri="{FF2B5EF4-FFF2-40B4-BE49-F238E27FC236}">
                <a16:creationId xmlns:a16="http://schemas.microsoft.com/office/drawing/2014/main" id="{650D18FE-0824-4A46-B22C-A86B52E578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372868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37C22D54-D8E9-A90C-B2BB-94F5F4343A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660904"/>
            <a:ext cx="4818888" cy="3547872"/>
          </a:xfrm>
        </p:spPr>
        <p:txBody>
          <a:bodyPr anchor="t">
            <a:normAutofit/>
          </a:bodyPr>
          <a:lstStyle/>
          <a:p>
            <a:pPr>
              <a:buNone/>
            </a:pPr>
            <a:r>
              <a:rPr lang="hu-HU" sz="1200" b="1"/>
              <a:t>Miért választottuk ezt a témát?</a:t>
            </a:r>
          </a:p>
          <a:p>
            <a:pPr marL="0" indent="0">
              <a:buNone/>
            </a:pPr>
            <a:r>
              <a:rPr lang="hu-HU" sz="1200"/>
              <a:t>A filmek és sorozatok a mindennapi életünk szerves részévé váltak, és egyre nagyobb igény mutatkozik az átlátható, könnyen használható online adatbázisok iránt. Célunk egy olyan webalkalmazás létrehozása volt, amely segíti a felhasználókat a számukra érdekes filmek és sorozatok felfedezésében, és egy központi helyet biztosít a különböző információkhoz.</a:t>
            </a:r>
          </a:p>
          <a:p>
            <a:pPr marL="0" indent="0">
              <a:buNone/>
            </a:pPr>
            <a:r>
              <a:rPr lang="hu-HU" sz="1200"/>
              <a:t>Milyen problémára nyújt megoldást a FilmFókusz?</a:t>
            </a:r>
          </a:p>
          <a:p>
            <a:r>
              <a:rPr lang="hu-HU" sz="1200" b="1"/>
              <a:t>Filmek és sorozatok részletes adatlapjait</a:t>
            </a:r>
            <a:r>
              <a:rPr lang="hu-HU" sz="1200"/>
              <a:t>, beleértve a trailereket, leírásokat, műfajokat, szereplőket és rendezőket.</a:t>
            </a:r>
          </a:p>
          <a:p>
            <a:r>
              <a:rPr lang="hu-HU" sz="1200" b="1"/>
              <a:t>Egyszerű keresési lehetőséget</a:t>
            </a:r>
            <a:r>
              <a:rPr lang="hu-HU" sz="1200"/>
              <a:t>, amely segít gyorsan megtalálni a kívánt tartalmakat.</a:t>
            </a:r>
          </a:p>
          <a:p>
            <a:r>
              <a:rPr lang="hu-HU" sz="1200" b="1"/>
              <a:t>Felhasználói értékelési és kommentelési lehetőséget</a:t>
            </a:r>
            <a:r>
              <a:rPr lang="hu-HU" sz="1200"/>
              <a:t> (jövőbeli funkció).</a:t>
            </a:r>
          </a:p>
          <a:p>
            <a:endParaRPr lang="hu-HU" sz="1200"/>
          </a:p>
        </p:txBody>
      </p:sp>
      <p:pic>
        <p:nvPicPr>
          <p:cNvPr id="15" name="Kép 14" descr="A képen szöveg, embléma, Betűtípus, szimbólum látható&#10;&#10;Előfordulhat, hogy a mesterséges intelligencia által létrehozott tartalom helytelen.">
            <a:extLst>
              <a:ext uri="{FF2B5EF4-FFF2-40B4-BE49-F238E27FC236}">
                <a16:creationId xmlns:a16="http://schemas.microsoft.com/office/drawing/2014/main" id="{EB912D28-EEA9-4D56-DFD5-A01CC560BF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9048" y="1067997"/>
            <a:ext cx="5458968" cy="4722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40699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05CBC3C-2E5A-4839-8B9B-2E5A6ADF0F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27FF362-FC97-4BF5-949B-D4ADFA26E4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8888549">
            <a:off x="-1059473" y="-1108988"/>
            <a:ext cx="7179830" cy="5226565"/>
          </a:xfrm>
          <a:custGeom>
            <a:avLst/>
            <a:gdLst>
              <a:gd name="connsiteX0" fmla="*/ 5217841 w 7179830"/>
              <a:gd name="connsiteY0" fmla="*/ 464824 h 5226565"/>
              <a:gd name="connsiteX1" fmla="*/ 5222490 w 7179830"/>
              <a:gd name="connsiteY1" fmla="*/ 464289 h 5226565"/>
              <a:gd name="connsiteX2" fmla="*/ 5216768 w 7179830"/>
              <a:gd name="connsiteY2" fmla="*/ 463394 h 5226565"/>
              <a:gd name="connsiteX3" fmla="*/ 5217841 w 7179830"/>
              <a:gd name="connsiteY3" fmla="*/ 464824 h 5226565"/>
              <a:gd name="connsiteX4" fmla="*/ 4945201 w 7179830"/>
              <a:gd name="connsiteY4" fmla="*/ 5226565 h 5226565"/>
              <a:gd name="connsiteX5" fmla="*/ 140449 w 7179830"/>
              <a:gd name="connsiteY5" fmla="*/ 2240811 h 5226565"/>
              <a:gd name="connsiteX6" fmla="*/ 232913 w 7179830"/>
              <a:gd name="connsiteY6" fmla="*/ 2052782 h 5226565"/>
              <a:gd name="connsiteX7" fmla="*/ 375714 w 7179830"/>
              <a:gd name="connsiteY7" fmla="*/ 1803205 h 5226565"/>
              <a:gd name="connsiteX8" fmla="*/ 1512756 w 7179830"/>
              <a:gd name="connsiteY8" fmla="*/ 638448 h 5226565"/>
              <a:gd name="connsiteX9" fmla="*/ 2902095 w 7179830"/>
              <a:gd name="connsiteY9" fmla="*/ 120440 h 5226565"/>
              <a:gd name="connsiteX10" fmla="*/ 2848453 w 7179830"/>
              <a:gd name="connsiteY10" fmla="*/ 125626 h 5226565"/>
              <a:gd name="connsiteX11" fmla="*/ 1837830 w 7179830"/>
              <a:gd name="connsiteY11" fmla="*/ 426203 h 5226565"/>
              <a:gd name="connsiteX12" fmla="*/ 214608 w 7179830"/>
              <a:gd name="connsiteY12" fmla="*/ 1882239 h 5226565"/>
              <a:gd name="connsiteX13" fmla="*/ 91317 w 7179830"/>
              <a:gd name="connsiteY13" fmla="*/ 2123701 h 5226565"/>
              <a:gd name="connsiteX14" fmla="*/ 64092 w 7179830"/>
              <a:gd name="connsiteY14" fmla="*/ 2193361 h 5226565"/>
              <a:gd name="connsiteX15" fmla="*/ 0 w 7179830"/>
              <a:gd name="connsiteY15" fmla="*/ 2153533 h 5226565"/>
              <a:gd name="connsiteX16" fmla="*/ 42834 w 7179830"/>
              <a:gd name="connsiteY16" fmla="*/ 2047277 h 5226565"/>
              <a:gd name="connsiteX17" fmla="*/ 923582 w 7179830"/>
              <a:gd name="connsiteY17" fmla="*/ 915600 h 5226565"/>
              <a:gd name="connsiteX18" fmla="*/ 2686989 w 7179830"/>
              <a:gd name="connsiteY18" fmla="*/ 73950 h 5226565"/>
              <a:gd name="connsiteX19" fmla="*/ 3059983 w 7179830"/>
              <a:gd name="connsiteY19" fmla="*/ 20308 h 5226565"/>
              <a:gd name="connsiteX20" fmla="*/ 3454435 w 7179830"/>
              <a:gd name="connsiteY20" fmla="*/ 1176 h 5226565"/>
              <a:gd name="connsiteX21" fmla="*/ 3923806 w 7179830"/>
              <a:gd name="connsiteY21" fmla="*/ 49990 h 5226565"/>
              <a:gd name="connsiteX22" fmla="*/ 5350874 w 7179830"/>
              <a:gd name="connsiteY22" fmla="*/ 426917 h 5226565"/>
              <a:gd name="connsiteX23" fmla="*/ 6607360 w 7179830"/>
              <a:gd name="connsiteY23" fmla="*/ 1075097 h 5226565"/>
              <a:gd name="connsiteX24" fmla="*/ 7110534 w 7179830"/>
              <a:gd name="connsiteY24" fmla="*/ 1541421 h 5226565"/>
              <a:gd name="connsiteX25" fmla="*/ 7179830 w 7179830"/>
              <a:gd name="connsiteY25" fmla="*/ 1630542 h 5226565"/>
              <a:gd name="connsiteX26" fmla="*/ 7136295 w 7179830"/>
              <a:gd name="connsiteY26" fmla="*/ 1700600 h 5226565"/>
              <a:gd name="connsiteX27" fmla="*/ 7131140 w 7179830"/>
              <a:gd name="connsiteY27" fmla="*/ 1693045 h 5226565"/>
              <a:gd name="connsiteX28" fmla="*/ 6577499 w 7179830"/>
              <a:gd name="connsiteY28" fmla="*/ 1148230 h 5226565"/>
              <a:gd name="connsiteX29" fmla="*/ 5494816 w 7179830"/>
              <a:gd name="connsiteY29" fmla="*/ 563527 h 5226565"/>
              <a:gd name="connsiteX30" fmla="*/ 5366967 w 7179830"/>
              <a:gd name="connsiteY30" fmla="*/ 514176 h 5226565"/>
              <a:gd name="connsiteX31" fmla="*/ 5244661 w 7179830"/>
              <a:gd name="connsiteY31" fmla="*/ 470725 h 5226565"/>
              <a:gd name="connsiteX32" fmla="*/ 5904822 w 7179830"/>
              <a:gd name="connsiteY32" fmla="*/ 815468 h 5226565"/>
              <a:gd name="connsiteX33" fmla="*/ 7015222 w 7179830"/>
              <a:gd name="connsiteY33" fmla="*/ 1815185 h 5226565"/>
              <a:gd name="connsiteX34" fmla="*/ 7040454 w 7179830"/>
              <a:gd name="connsiteY34" fmla="*/ 1854830 h 52265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7179830" h="5226565">
                <a:moveTo>
                  <a:pt x="5217841" y="464824"/>
                </a:moveTo>
                <a:lnTo>
                  <a:pt x="5222490" y="464289"/>
                </a:lnTo>
                <a:lnTo>
                  <a:pt x="5216768" y="463394"/>
                </a:lnTo>
                <a:cubicBezTo>
                  <a:pt x="5216768" y="463394"/>
                  <a:pt x="5216768" y="464646"/>
                  <a:pt x="5217841" y="464824"/>
                </a:cubicBezTo>
                <a:close/>
                <a:moveTo>
                  <a:pt x="4945201" y="5226565"/>
                </a:moveTo>
                <a:lnTo>
                  <a:pt x="140449" y="2240811"/>
                </a:lnTo>
                <a:lnTo>
                  <a:pt x="232913" y="2052782"/>
                </a:lnTo>
                <a:cubicBezTo>
                  <a:pt x="277693" y="1968290"/>
                  <a:pt x="325201" y="1885054"/>
                  <a:pt x="375714" y="1803205"/>
                </a:cubicBezTo>
                <a:cubicBezTo>
                  <a:pt x="667528" y="1329721"/>
                  <a:pt x="1039629" y="935091"/>
                  <a:pt x="1512756" y="638448"/>
                </a:cubicBezTo>
                <a:cubicBezTo>
                  <a:pt x="1939392" y="370950"/>
                  <a:pt x="2405724" y="210560"/>
                  <a:pt x="2902095" y="120440"/>
                </a:cubicBezTo>
                <a:cubicBezTo>
                  <a:pt x="2884054" y="118134"/>
                  <a:pt x="2865727" y="119904"/>
                  <a:pt x="2848453" y="125626"/>
                </a:cubicBezTo>
                <a:cubicBezTo>
                  <a:pt x="2498704" y="175943"/>
                  <a:pt x="2158217" y="277201"/>
                  <a:pt x="1837830" y="426203"/>
                </a:cubicBezTo>
                <a:cubicBezTo>
                  <a:pt x="1147094" y="744660"/>
                  <a:pt x="593502" y="1217071"/>
                  <a:pt x="214608" y="1882239"/>
                </a:cubicBezTo>
                <a:cubicBezTo>
                  <a:pt x="169441" y="1960776"/>
                  <a:pt x="128308" y="2041369"/>
                  <a:pt x="91317" y="2123701"/>
                </a:cubicBezTo>
                <a:lnTo>
                  <a:pt x="64092" y="2193361"/>
                </a:lnTo>
                <a:lnTo>
                  <a:pt x="0" y="2153533"/>
                </a:lnTo>
                <a:lnTo>
                  <a:pt x="42834" y="2047277"/>
                </a:lnTo>
                <a:cubicBezTo>
                  <a:pt x="241792" y="1615775"/>
                  <a:pt x="541268" y="1241591"/>
                  <a:pt x="923582" y="915600"/>
                </a:cubicBezTo>
                <a:cubicBezTo>
                  <a:pt x="1435331" y="478415"/>
                  <a:pt x="2028081" y="205375"/>
                  <a:pt x="2686989" y="73950"/>
                </a:cubicBezTo>
                <a:cubicBezTo>
                  <a:pt x="2810367" y="49274"/>
                  <a:pt x="2934818" y="32466"/>
                  <a:pt x="3059983" y="20308"/>
                </a:cubicBezTo>
                <a:cubicBezTo>
                  <a:pt x="3185149" y="8148"/>
                  <a:pt x="3308706" y="2963"/>
                  <a:pt x="3454435" y="1176"/>
                </a:cubicBezTo>
                <a:cubicBezTo>
                  <a:pt x="3599805" y="-5977"/>
                  <a:pt x="3761985" y="20665"/>
                  <a:pt x="3923806" y="49990"/>
                </a:cubicBezTo>
                <a:cubicBezTo>
                  <a:pt x="4409449" y="137964"/>
                  <a:pt x="4886867" y="257228"/>
                  <a:pt x="5350874" y="426917"/>
                </a:cubicBezTo>
                <a:cubicBezTo>
                  <a:pt x="5797001" y="589991"/>
                  <a:pt x="6223101" y="792223"/>
                  <a:pt x="6607360" y="1075097"/>
                </a:cubicBezTo>
                <a:cubicBezTo>
                  <a:pt x="6794438" y="1212779"/>
                  <a:pt x="6965102" y="1365689"/>
                  <a:pt x="7110534" y="1541421"/>
                </a:cubicBezTo>
                <a:lnTo>
                  <a:pt x="7179830" y="1630542"/>
                </a:lnTo>
                <a:lnTo>
                  <a:pt x="7136295" y="1700600"/>
                </a:lnTo>
                <a:lnTo>
                  <a:pt x="7131140" y="1693045"/>
                </a:lnTo>
                <a:cubicBezTo>
                  <a:pt x="6977874" y="1483026"/>
                  <a:pt x="6788448" y="1305671"/>
                  <a:pt x="6577499" y="1148230"/>
                </a:cubicBezTo>
                <a:cubicBezTo>
                  <a:pt x="6245452" y="900401"/>
                  <a:pt x="5878538" y="716408"/>
                  <a:pt x="5494816" y="563527"/>
                </a:cubicBezTo>
                <a:cubicBezTo>
                  <a:pt x="5452491" y="546487"/>
                  <a:pt x="5409881" y="530036"/>
                  <a:pt x="5366967" y="514176"/>
                </a:cubicBezTo>
                <a:cubicBezTo>
                  <a:pt x="5326377" y="499156"/>
                  <a:pt x="5285430" y="485210"/>
                  <a:pt x="5244661" y="470725"/>
                </a:cubicBezTo>
                <a:cubicBezTo>
                  <a:pt x="5471517" y="572127"/>
                  <a:pt x="5691970" y="687263"/>
                  <a:pt x="5904822" y="815468"/>
                </a:cubicBezTo>
                <a:cubicBezTo>
                  <a:pt x="6336645" y="1080104"/>
                  <a:pt x="6718758" y="1400351"/>
                  <a:pt x="7015222" y="1815185"/>
                </a:cubicBezTo>
                <a:lnTo>
                  <a:pt x="7040454" y="1854830"/>
                </a:lnTo>
                <a:close/>
              </a:path>
            </a:pathLst>
          </a:custGeom>
          <a:solidFill>
            <a:schemeClr val="accent2"/>
          </a:solidFill>
          <a:ln w="1270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248791F7-4D13-7061-F322-DA695DDF05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6" y="673770"/>
            <a:ext cx="3644489" cy="2414488"/>
          </a:xfrm>
        </p:spPr>
        <p:txBody>
          <a:bodyPr anchor="t">
            <a:normAutofit/>
          </a:bodyPr>
          <a:lstStyle/>
          <a:p>
            <a:r>
              <a:rPr lang="hu-HU" sz="5400">
                <a:solidFill>
                  <a:srgbClr val="FFFFFF"/>
                </a:solidFill>
              </a:rPr>
              <a:t>Kik a célcsoport?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2B10ABB7-DB38-50D8-AB83-D90922271F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5999" y="882315"/>
            <a:ext cx="5254754" cy="5294647"/>
          </a:xfrm>
        </p:spPr>
        <p:txBody>
          <a:bodyPr>
            <a:normAutofit/>
          </a:bodyPr>
          <a:lstStyle/>
          <a:p>
            <a:pPr>
              <a:buNone/>
            </a:pPr>
            <a:r>
              <a:rPr lang="hu-HU" sz="2200"/>
              <a:t>A FilmFókusz minden olyan </a:t>
            </a:r>
            <a:r>
              <a:rPr lang="hu-HU" sz="2200" b="1"/>
              <a:t>filmkedvelő és sorozatrajongó</a:t>
            </a:r>
            <a:r>
              <a:rPr lang="hu-HU" sz="2200"/>
              <a:t> számára készült, akik szeretnének egy adott film vagy sorozat iránt érdeklődni. Kiemelt célcsoportunk: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hu-HU" sz="2200"/>
              <a:t>Mozirajongók, akik a legújabb filmek után érdeklődnek.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hu-HU" sz="2200"/>
              <a:t>Sorozatnézők, akik új kedvenceket keresnek.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hu-HU" sz="2200"/>
              <a:t>Felhasználók, akik szeretnék megosztani véleményüket és értékeléseiket másokkal.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hu-HU" sz="2200"/>
              <a:t>Idősek és fiataloknak lévő tartalom is jelen van az oldalunkon.</a:t>
            </a:r>
          </a:p>
          <a:p>
            <a:endParaRPr lang="hu-HU" sz="2200"/>
          </a:p>
        </p:txBody>
      </p:sp>
    </p:spTree>
    <p:extLst>
      <p:ext uri="{BB962C8B-B14F-4D97-AF65-F5344CB8AC3E}">
        <p14:creationId xmlns:p14="http://schemas.microsoft.com/office/powerpoint/2010/main" val="3999969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F13C74B1-5B17-4795-BED0-7140497B44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EDEE29F0-8581-9DCC-A680-58F3C02994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5369"/>
            <a:ext cx="4368602" cy="1956841"/>
          </a:xfrm>
        </p:spPr>
        <p:txBody>
          <a:bodyPr anchor="b">
            <a:normAutofit/>
          </a:bodyPr>
          <a:lstStyle/>
          <a:p>
            <a:r>
              <a:rPr lang="hu-HU" sz="5400"/>
              <a:t>Mit kínál az oldal?</a:t>
            </a:r>
          </a:p>
        </p:txBody>
      </p:sp>
      <p:sp>
        <p:nvSpPr>
          <p:cNvPr id="14" name="sketchy line">
            <a:extLst>
              <a:ext uri="{FF2B5EF4-FFF2-40B4-BE49-F238E27FC236}">
                <a16:creationId xmlns:a16="http://schemas.microsoft.com/office/drawing/2014/main" id="{D4974D33-8DC5-464E-8C6D-BE58F0669C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80" y="2586994"/>
            <a:ext cx="3474720" cy="18288"/>
          </a:xfrm>
          <a:custGeom>
            <a:avLst/>
            <a:gdLst>
              <a:gd name="connsiteX0" fmla="*/ 0 w 3474720"/>
              <a:gd name="connsiteY0" fmla="*/ 0 h 18288"/>
              <a:gd name="connsiteX1" fmla="*/ 694944 w 3474720"/>
              <a:gd name="connsiteY1" fmla="*/ 0 h 18288"/>
              <a:gd name="connsiteX2" fmla="*/ 1355141 w 3474720"/>
              <a:gd name="connsiteY2" fmla="*/ 0 h 18288"/>
              <a:gd name="connsiteX3" fmla="*/ 2015338 w 3474720"/>
              <a:gd name="connsiteY3" fmla="*/ 0 h 18288"/>
              <a:gd name="connsiteX4" fmla="*/ 2779776 w 3474720"/>
              <a:gd name="connsiteY4" fmla="*/ 0 h 18288"/>
              <a:gd name="connsiteX5" fmla="*/ 3474720 w 3474720"/>
              <a:gd name="connsiteY5" fmla="*/ 0 h 18288"/>
              <a:gd name="connsiteX6" fmla="*/ 3474720 w 3474720"/>
              <a:gd name="connsiteY6" fmla="*/ 18288 h 18288"/>
              <a:gd name="connsiteX7" fmla="*/ 2779776 w 3474720"/>
              <a:gd name="connsiteY7" fmla="*/ 18288 h 18288"/>
              <a:gd name="connsiteX8" fmla="*/ 2189074 w 3474720"/>
              <a:gd name="connsiteY8" fmla="*/ 18288 h 18288"/>
              <a:gd name="connsiteX9" fmla="*/ 1528877 w 3474720"/>
              <a:gd name="connsiteY9" fmla="*/ 18288 h 18288"/>
              <a:gd name="connsiteX10" fmla="*/ 868680 w 3474720"/>
              <a:gd name="connsiteY10" fmla="*/ 18288 h 18288"/>
              <a:gd name="connsiteX11" fmla="*/ 0 w 3474720"/>
              <a:gd name="connsiteY11" fmla="*/ 18288 h 18288"/>
              <a:gd name="connsiteX12" fmla="*/ 0 w 3474720"/>
              <a:gd name="connsiteY12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474720" h="18288" fill="none" extrusionOk="0">
                <a:moveTo>
                  <a:pt x="0" y="0"/>
                </a:moveTo>
                <a:cubicBezTo>
                  <a:pt x="224454" y="-14544"/>
                  <a:pt x="495407" y="26540"/>
                  <a:pt x="694944" y="0"/>
                </a:cubicBezTo>
                <a:cubicBezTo>
                  <a:pt x="894481" y="-26540"/>
                  <a:pt x="1130063" y="24713"/>
                  <a:pt x="1355141" y="0"/>
                </a:cubicBezTo>
                <a:cubicBezTo>
                  <a:pt x="1580219" y="-24713"/>
                  <a:pt x="1820099" y="26695"/>
                  <a:pt x="2015338" y="0"/>
                </a:cubicBezTo>
                <a:cubicBezTo>
                  <a:pt x="2210577" y="-26695"/>
                  <a:pt x="2402045" y="165"/>
                  <a:pt x="2779776" y="0"/>
                </a:cubicBezTo>
                <a:cubicBezTo>
                  <a:pt x="3157507" y="-165"/>
                  <a:pt x="3286859" y="-15571"/>
                  <a:pt x="3474720" y="0"/>
                </a:cubicBezTo>
                <a:cubicBezTo>
                  <a:pt x="3474286" y="7551"/>
                  <a:pt x="3474253" y="9822"/>
                  <a:pt x="3474720" y="18288"/>
                </a:cubicBezTo>
                <a:cubicBezTo>
                  <a:pt x="3233904" y="29845"/>
                  <a:pt x="2945134" y="-5256"/>
                  <a:pt x="2779776" y="18288"/>
                </a:cubicBezTo>
                <a:cubicBezTo>
                  <a:pt x="2614418" y="41832"/>
                  <a:pt x="2339768" y="22709"/>
                  <a:pt x="2189074" y="18288"/>
                </a:cubicBezTo>
                <a:cubicBezTo>
                  <a:pt x="2038380" y="13867"/>
                  <a:pt x="1817434" y="-4947"/>
                  <a:pt x="1528877" y="18288"/>
                </a:cubicBezTo>
                <a:cubicBezTo>
                  <a:pt x="1240320" y="41523"/>
                  <a:pt x="1042447" y="37198"/>
                  <a:pt x="868680" y="18288"/>
                </a:cubicBezTo>
                <a:cubicBezTo>
                  <a:pt x="694913" y="-622"/>
                  <a:pt x="233232" y="44909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474720" h="18288" stroke="0" extrusionOk="0">
                <a:moveTo>
                  <a:pt x="0" y="0"/>
                </a:moveTo>
                <a:cubicBezTo>
                  <a:pt x="202328" y="-14716"/>
                  <a:pt x="332722" y="-11499"/>
                  <a:pt x="625450" y="0"/>
                </a:cubicBezTo>
                <a:cubicBezTo>
                  <a:pt x="918178" y="11499"/>
                  <a:pt x="1096688" y="5123"/>
                  <a:pt x="1389888" y="0"/>
                </a:cubicBezTo>
                <a:cubicBezTo>
                  <a:pt x="1683088" y="-5123"/>
                  <a:pt x="1835981" y="-14038"/>
                  <a:pt x="1980590" y="0"/>
                </a:cubicBezTo>
                <a:cubicBezTo>
                  <a:pt x="2125199" y="14038"/>
                  <a:pt x="2396099" y="-7203"/>
                  <a:pt x="2571293" y="0"/>
                </a:cubicBezTo>
                <a:cubicBezTo>
                  <a:pt x="2746487" y="7203"/>
                  <a:pt x="3041609" y="-12036"/>
                  <a:pt x="3474720" y="0"/>
                </a:cubicBezTo>
                <a:cubicBezTo>
                  <a:pt x="3474638" y="4406"/>
                  <a:pt x="3474631" y="9982"/>
                  <a:pt x="3474720" y="18288"/>
                </a:cubicBezTo>
                <a:cubicBezTo>
                  <a:pt x="3324873" y="21876"/>
                  <a:pt x="3136771" y="12587"/>
                  <a:pt x="2814523" y="18288"/>
                </a:cubicBezTo>
                <a:cubicBezTo>
                  <a:pt x="2492275" y="23989"/>
                  <a:pt x="2294402" y="47111"/>
                  <a:pt x="2154326" y="18288"/>
                </a:cubicBezTo>
                <a:cubicBezTo>
                  <a:pt x="2014250" y="-10535"/>
                  <a:pt x="1820317" y="33903"/>
                  <a:pt x="1494130" y="18288"/>
                </a:cubicBezTo>
                <a:cubicBezTo>
                  <a:pt x="1167943" y="2673"/>
                  <a:pt x="948432" y="14868"/>
                  <a:pt x="729691" y="18288"/>
                </a:cubicBezTo>
                <a:cubicBezTo>
                  <a:pt x="510950" y="21708"/>
                  <a:pt x="264032" y="24354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A7E7BCE-A0DC-5FC0-CCAE-34172E53C8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872899"/>
            <a:ext cx="4243589" cy="3320668"/>
          </a:xfrm>
        </p:spPr>
        <p:txBody>
          <a:bodyPr>
            <a:normAutofit/>
          </a:bodyPr>
          <a:lstStyle/>
          <a:p>
            <a:r>
              <a:rPr lang="hu-HU" sz="1900"/>
              <a:t>A FilmFókusz egy átlátható és felhasználóbarát platform, amely lehetővé teszi:</a:t>
            </a:r>
          </a:p>
          <a:p>
            <a:r>
              <a:rPr lang="hu-HU" sz="1900" b="1"/>
              <a:t>Filmek és sorozatok böngészését</a:t>
            </a:r>
          </a:p>
          <a:p>
            <a:r>
              <a:rPr lang="hu-HU" sz="1900" b="1"/>
              <a:t>Részletes információk megtekintését</a:t>
            </a:r>
          </a:p>
          <a:p>
            <a:r>
              <a:rPr lang="hu-HU" sz="1900" b="1"/>
              <a:t>Trailerek lejátszását</a:t>
            </a:r>
          </a:p>
          <a:p>
            <a:r>
              <a:rPr lang="hu-HU" sz="1900" b="1"/>
              <a:t>Felhasználói értékelések és kommentelés lehetőségét (fejlesztés alatt)</a:t>
            </a:r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0410CD36-A1DC-7615-F2A9-E91B0A02AC6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6426" r="25679" b="1"/>
          <a:stretch/>
        </p:blipFill>
        <p:spPr>
          <a:xfrm>
            <a:off x="5311702" y="10"/>
            <a:ext cx="6878775" cy="6857990"/>
          </a:xfrm>
          <a:custGeom>
            <a:avLst/>
            <a:gdLst/>
            <a:ahLst/>
            <a:cxnLst/>
            <a:rect l="l" t="t" r="r" b="b"/>
            <a:pathLst>
              <a:path w="6878775" h="6858000">
                <a:moveTo>
                  <a:pt x="1102973" y="0"/>
                </a:moveTo>
                <a:lnTo>
                  <a:pt x="1160688" y="0"/>
                </a:lnTo>
                <a:lnTo>
                  <a:pt x="983189" y="331786"/>
                </a:lnTo>
                <a:cubicBezTo>
                  <a:pt x="914866" y="469145"/>
                  <a:pt x="850355" y="608712"/>
                  <a:pt x="789261" y="750263"/>
                </a:cubicBezTo>
                <a:cubicBezTo>
                  <a:pt x="774307" y="784928"/>
                  <a:pt x="759992" y="819849"/>
                  <a:pt x="745295" y="854514"/>
                </a:cubicBezTo>
                <a:cubicBezTo>
                  <a:pt x="756682" y="845393"/>
                  <a:pt x="765489" y="833492"/>
                  <a:pt x="770857" y="819975"/>
                </a:cubicBezTo>
                <a:cubicBezTo>
                  <a:pt x="879943" y="589569"/>
                  <a:pt x="999605" y="365513"/>
                  <a:pt x="1131329" y="148742"/>
                </a:cubicBezTo>
                <a:lnTo>
                  <a:pt x="1227589" y="0"/>
                </a:lnTo>
                <a:lnTo>
                  <a:pt x="6878775" y="0"/>
                </a:lnTo>
                <a:lnTo>
                  <a:pt x="6878775" y="6858000"/>
                </a:lnTo>
                <a:lnTo>
                  <a:pt x="713521" y="6858000"/>
                </a:lnTo>
                <a:lnTo>
                  <a:pt x="625642" y="6670527"/>
                </a:lnTo>
                <a:cubicBezTo>
                  <a:pt x="507232" y="6398531"/>
                  <a:pt x="403083" y="6118381"/>
                  <a:pt x="312785" y="5830359"/>
                </a:cubicBezTo>
                <a:cubicBezTo>
                  <a:pt x="278149" y="5719759"/>
                  <a:pt x="248879" y="5607635"/>
                  <a:pt x="212198" y="5480401"/>
                </a:cubicBezTo>
                <a:cubicBezTo>
                  <a:pt x="212208" y="5491601"/>
                  <a:pt x="212803" y="5502788"/>
                  <a:pt x="213988" y="5513923"/>
                </a:cubicBezTo>
                <a:cubicBezTo>
                  <a:pt x="264089" y="5723695"/>
                  <a:pt x="307290" y="5935370"/>
                  <a:pt x="365826" y="6142729"/>
                </a:cubicBezTo>
                <a:cubicBezTo>
                  <a:pt x="433152" y="6380817"/>
                  <a:pt x="510068" y="6614016"/>
                  <a:pt x="597975" y="6841549"/>
                </a:cubicBezTo>
                <a:lnTo>
                  <a:pt x="604824" y="6858000"/>
                </a:lnTo>
                <a:lnTo>
                  <a:pt x="552056" y="6858000"/>
                </a:lnTo>
                <a:lnTo>
                  <a:pt x="539576" y="6828295"/>
                </a:lnTo>
                <a:cubicBezTo>
                  <a:pt x="380597" y="6414594"/>
                  <a:pt x="260223" y="5988893"/>
                  <a:pt x="171555" y="5552906"/>
                </a:cubicBezTo>
                <a:cubicBezTo>
                  <a:pt x="91163" y="5157998"/>
                  <a:pt x="43746" y="4758899"/>
                  <a:pt x="12305" y="4357388"/>
                </a:cubicBezTo>
                <a:cubicBezTo>
                  <a:pt x="-14281" y="4013908"/>
                  <a:pt x="4507" y="3672965"/>
                  <a:pt x="46684" y="3331516"/>
                </a:cubicBezTo>
                <a:cubicBezTo>
                  <a:pt x="127203" y="2664286"/>
                  <a:pt x="277819" y="2007265"/>
                  <a:pt x="496065" y="1371196"/>
                </a:cubicBezTo>
                <a:cubicBezTo>
                  <a:pt x="636273" y="966066"/>
                  <a:pt x="800445" y="573253"/>
                  <a:pt x="995723" y="196614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773179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167271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5B79E28D-1A9F-9FB7-36CA-C16DC2B709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6834" y="1153572"/>
            <a:ext cx="3200400" cy="4461163"/>
          </a:xfrm>
        </p:spPr>
        <p:txBody>
          <a:bodyPr>
            <a:normAutofit/>
          </a:bodyPr>
          <a:lstStyle/>
          <a:p>
            <a:r>
              <a:rPr lang="hu-HU">
                <a:solidFill>
                  <a:srgbClr val="FFFFFF"/>
                </a:solidFill>
              </a:rPr>
              <a:t>Funkciók és Extrák</a:t>
            </a: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9793529-9651-104E-BAB4-07402C7139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7308" y="591344"/>
            <a:ext cx="6906491" cy="5585619"/>
          </a:xfrm>
        </p:spPr>
        <p:txBody>
          <a:bodyPr anchor="ctr">
            <a:normAutofit/>
          </a:bodyPr>
          <a:lstStyle/>
          <a:p>
            <a:pPr>
              <a:buNone/>
            </a:pPr>
            <a:r>
              <a:rPr lang="hu-HU" sz="1800" b="1" dirty="0" err="1"/>
              <a:t>Quiz</a:t>
            </a:r>
            <a:r>
              <a:rPr lang="hu-HU" sz="1800" dirty="0"/>
              <a:t> – A felhasználó választhat, hogy filmet vagy sorozatot szeretne nézni, majd megadja a műfajt és az évtizedet, végül az oldal ajánl egy random filmet vagy sorozatot.</a:t>
            </a:r>
          </a:p>
          <a:p>
            <a:pPr>
              <a:buNone/>
            </a:pPr>
            <a:r>
              <a:rPr lang="hu-HU" sz="1800" b="1" dirty="0"/>
              <a:t>Filmek és sorozatok évtized szerint</a:t>
            </a:r>
            <a:r>
              <a:rPr lang="hu-HU" sz="1800" dirty="0"/>
              <a:t> – A felhasználó kiválaszthatja az adott évtizedet (1970–2020), és az oldal csak az adott időszakban megjelent tartalmakat jeleníti meg.</a:t>
            </a:r>
          </a:p>
          <a:p>
            <a:pPr>
              <a:buNone/>
            </a:pPr>
            <a:r>
              <a:rPr lang="hu-HU" sz="1800" b="1" dirty="0"/>
              <a:t>Filmek és sorozatok műfaj szerint</a:t>
            </a:r>
            <a:r>
              <a:rPr lang="hu-HU" sz="1800" dirty="0"/>
              <a:t> – A filmeket és </a:t>
            </a:r>
            <a:r>
              <a:rPr lang="hu-HU" sz="1800" dirty="0" err="1"/>
              <a:t>sorozatokat</a:t>
            </a:r>
            <a:r>
              <a:rPr lang="hu-HU" sz="1800" dirty="0"/>
              <a:t> műfaj alapján lehet szűrni, például akció, vígjáték, horror stb.</a:t>
            </a:r>
          </a:p>
          <a:p>
            <a:pPr>
              <a:buNone/>
            </a:pPr>
            <a:r>
              <a:rPr lang="hu-HU" sz="1800" b="1" dirty="0"/>
              <a:t>Rólunk</a:t>
            </a:r>
            <a:r>
              <a:rPr lang="hu-HU" sz="1800" dirty="0"/>
              <a:t> – Egy információs oldal, amely bemutatja a </a:t>
            </a:r>
            <a:r>
              <a:rPr lang="hu-HU" sz="1800" dirty="0" err="1"/>
              <a:t>FilmFókusz</a:t>
            </a:r>
            <a:r>
              <a:rPr lang="hu-HU" sz="1800" dirty="0"/>
              <a:t> célját és az oldal készítőit.</a:t>
            </a:r>
          </a:p>
          <a:p>
            <a:pPr>
              <a:buNone/>
            </a:pPr>
            <a:r>
              <a:rPr lang="hu-HU" sz="1800" b="1" dirty="0"/>
              <a:t>Irányelvek</a:t>
            </a:r>
            <a:r>
              <a:rPr lang="hu-HU" sz="1800" dirty="0"/>
              <a:t> – Az oldal használatával kapcsolatos szabályok és irányelvek, például a megfelelő viselkedés, adatvédelem stb.</a:t>
            </a:r>
          </a:p>
          <a:p>
            <a:pPr marL="0" indent="0">
              <a:buNone/>
            </a:pPr>
            <a:r>
              <a:rPr lang="hu-HU" sz="1800" b="1" dirty="0"/>
              <a:t>Profilkép módosítás</a:t>
            </a:r>
            <a:r>
              <a:rPr lang="hu-HU" sz="1800" dirty="0"/>
              <a:t> – A regisztrált felhasználók egyedi profilképet állíthatnak be, amelyet bármikor módosíthatnak.</a:t>
            </a:r>
            <a:br>
              <a:rPr lang="hu-HU" sz="1800" dirty="0"/>
            </a:br>
            <a:endParaRPr lang="hu-HU" sz="1800" dirty="0"/>
          </a:p>
          <a:p>
            <a:pPr marL="0" indent="0">
              <a:buNone/>
            </a:pPr>
            <a:r>
              <a:rPr lang="hu-HU" sz="1800" b="1" dirty="0"/>
              <a:t>Kijelentkezés</a:t>
            </a:r>
            <a:r>
              <a:rPr lang="hu-HU" sz="1800" dirty="0"/>
              <a:t> – A felhasználó ki tud jelentkezni az oldalról</a:t>
            </a:r>
          </a:p>
          <a:p>
            <a:endParaRPr lang="hu-HU" sz="1800" dirty="0"/>
          </a:p>
        </p:txBody>
      </p:sp>
    </p:spTree>
    <p:extLst>
      <p:ext uri="{BB962C8B-B14F-4D97-AF65-F5344CB8AC3E}">
        <p14:creationId xmlns:p14="http://schemas.microsoft.com/office/powerpoint/2010/main" val="20292377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5F875D2C-C1A6-49C7-9357-2BB8FBC298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4" name="Group 19">
            <a:extLst>
              <a:ext uri="{FF2B5EF4-FFF2-40B4-BE49-F238E27FC236}">
                <a16:creationId xmlns:a16="http://schemas.microsoft.com/office/drawing/2014/main" id="{CB018903-3549-4A3B-A9DF-B26757CAA9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9E5D3F77-D07F-4F7D-97A2-E366830206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Rectangle 21">
              <a:extLst>
                <a:ext uri="{FF2B5EF4-FFF2-40B4-BE49-F238E27FC236}">
                  <a16:creationId xmlns:a16="http://schemas.microsoft.com/office/drawing/2014/main" id="{DC6F5A2D-56A0-4ED7-A3E2-3CF67608FC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chemeClr val="accent4">
                <a:lumMod val="75000"/>
                <a:alpha val="7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Cím 1">
            <a:extLst>
              <a:ext uri="{FF2B5EF4-FFF2-40B4-BE49-F238E27FC236}">
                <a16:creationId xmlns:a16="http://schemas.microsoft.com/office/drawing/2014/main" id="{31BE244D-F2E6-4A28-B012-35BBFC11AF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9277" y="458033"/>
            <a:ext cx="5257798" cy="726224"/>
          </a:xfrm>
        </p:spPr>
        <p:txBody>
          <a:bodyPr vert="horz" wrap="square" lIns="91440" tIns="45720" rIns="91440" bIns="45720" rtlCol="0" anchor="ctr">
            <a:normAutofit/>
          </a:bodyPr>
          <a:lstStyle/>
          <a:p>
            <a:r>
              <a:rPr lang="en-US" sz="2200"/>
              <a:t>Műfajok, Profil Ablak, Film/Sorozat Évtized szerint, Quiz</a:t>
            </a:r>
          </a:p>
        </p:txBody>
      </p:sp>
      <p:pic>
        <p:nvPicPr>
          <p:cNvPr id="9" name="Kép 8">
            <a:extLst>
              <a:ext uri="{FF2B5EF4-FFF2-40B4-BE49-F238E27FC236}">
                <a16:creationId xmlns:a16="http://schemas.microsoft.com/office/drawing/2014/main" id="{B0A593F3-081B-2081-743D-0FD0AB901F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443" y="1557339"/>
            <a:ext cx="2411640" cy="4752000"/>
          </a:xfrm>
          <a:prstGeom prst="rect">
            <a:avLst/>
          </a:prstGeom>
          <a:effectLst>
            <a:outerShdw blurRad="508000" dist="101600" dir="5400000" algn="tl" rotWithShape="0">
              <a:prstClr val="black">
                <a:alpha val="10000"/>
              </a:prstClr>
            </a:outerShdw>
          </a:effectLst>
        </p:spPr>
      </p:pic>
      <p:pic>
        <p:nvPicPr>
          <p:cNvPr id="13" name="Kép 12">
            <a:extLst>
              <a:ext uri="{FF2B5EF4-FFF2-40B4-BE49-F238E27FC236}">
                <a16:creationId xmlns:a16="http://schemas.microsoft.com/office/drawing/2014/main" id="{7D89B702-F711-836D-047E-180128FEA4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54400" y="1142207"/>
            <a:ext cx="2638800" cy="2090077"/>
          </a:xfrm>
          <a:prstGeom prst="rect">
            <a:avLst/>
          </a:prstGeom>
          <a:effectLst>
            <a:outerShdw blurRad="508000" dist="101600" dir="5400000" algn="tl" rotWithShape="0">
              <a:prstClr val="black">
                <a:alpha val="10000"/>
              </a:prstClr>
            </a:outerShdw>
          </a:effectLst>
        </p:spPr>
      </p:pic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F7975D6B-3E8C-AADB-7213-C9BD762FF85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6471518" y="240147"/>
            <a:ext cx="5575420" cy="2634384"/>
          </a:xfrm>
          <a:prstGeom prst="rect">
            <a:avLst/>
          </a:prstGeom>
          <a:effectLst>
            <a:outerShdw blurRad="508000" dist="101600" dir="5400000" algn="tl" rotWithShape="0">
              <a:prstClr val="black">
                <a:alpha val="10000"/>
              </a:prstClr>
            </a:outerShdw>
          </a:effectLst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3FA68A95-4DF4-1FDA-BA3F-FB74993311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09441" y="3565978"/>
            <a:ext cx="6649200" cy="2992137"/>
          </a:xfrm>
          <a:prstGeom prst="rect">
            <a:avLst/>
          </a:prstGeom>
          <a:effectLst>
            <a:outerShdw blurRad="508000" dist="101600" dir="5400000" algn="tl" rotWithShape="0">
              <a:prstClr val="black">
                <a:alpha val="1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318796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43FCDA63-538C-4FB3-911D-7DF75B5993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C0F36B17-8009-453B-9C49-36A9D6F9D0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custGeom>
            <a:avLst/>
            <a:gdLst>
              <a:gd name="connsiteX0" fmla="*/ 5765387 w 12192000"/>
              <a:gd name="connsiteY0" fmla="*/ 552984 h 6858000"/>
              <a:gd name="connsiteX1" fmla="*/ 5743549 w 12192000"/>
              <a:gd name="connsiteY1" fmla="*/ 567982 h 6858000"/>
              <a:gd name="connsiteX2" fmla="*/ 5865186 w 12192000"/>
              <a:gd name="connsiteY2" fmla="*/ 624212 h 6858000"/>
              <a:gd name="connsiteX3" fmla="*/ 5674970 w 12192000"/>
              <a:gd name="connsiteY3" fmla="*/ 594618 h 6858000"/>
              <a:gd name="connsiteX4" fmla="*/ 5671722 w 12192000"/>
              <a:gd name="connsiteY4" fmla="*/ 613739 h 6858000"/>
              <a:gd name="connsiteX5" fmla="*/ 5887746 w 12192000"/>
              <a:gd name="connsiteY5" fmla="*/ 686133 h 6858000"/>
              <a:gd name="connsiteX6" fmla="*/ 5868434 w 12192000"/>
              <a:gd name="connsiteY6" fmla="*/ 697289 h 6858000"/>
              <a:gd name="connsiteX7" fmla="*/ 5753657 w 12192000"/>
              <a:gd name="connsiteY7" fmla="*/ 669287 h 6858000"/>
              <a:gd name="connsiteX8" fmla="*/ 5730555 w 12192000"/>
              <a:gd name="connsiteY8" fmla="*/ 676572 h 6858000"/>
              <a:gd name="connsiteX9" fmla="*/ 5741924 w 12192000"/>
              <a:gd name="connsiteY9" fmla="*/ 710491 h 6858000"/>
              <a:gd name="connsiteX10" fmla="*/ 5791735 w 12192000"/>
              <a:gd name="connsiteY10" fmla="*/ 723695 h 6858000"/>
              <a:gd name="connsiteX11" fmla="*/ 5869339 w 12192000"/>
              <a:gd name="connsiteY11" fmla="*/ 803376 h 6858000"/>
              <a:gd name="connsiteX12" fmla="*/ 5751851 w 12192000"/>
              <a:gd name="connsiteY12" fmla="*/ 793813 h 6858000"/>
              <a:gd name="connsiteX13" fmla="*/ 5731096 w 12192000"/>
              <a:gd name="connsiteY13" fmla="*/ 813164 h 6858000"/>
              <a:gd name="connsiteX14" fmla="*/ 5723155 w 12192000"/>
              <a:gd name="connsiteY14" fmla="*/ 838206 h 6858000"/>
              <a:gd name="connsiteX15" fmla="*/ 5677677 w 12192000"/>
              <a:gd name="connsiteY15" fmla="*/ 858922 h 6858000"/>
              <a:gd name="connsiteX16" fmla="*/ 5749146 w 12192000"/>
              <a:gd name="connsiteY16" fmla="*/ 882143 h 6858000"/>
              <a:gd name="connsiteX17" fmla="*/ 5672804 w 12192000"/>
              <a:gd name="connsiteY17" fmla="*/ 882143 h 6858000"/>
              <a:gd name="connsiteX18" fmla="*/ 5626987 w 12192000"/>
              <a:gd name="connsiteY18" fmla="*/ 862565 h 6858000"/>
              <a:gd name="connsiteX19" fmla="*/ 5611575 w 12192000"/>
              <a:gd name="connsiteY19" fmla="*/ 860624 h 6858000"/>
              <a:gd name="connsiteX20" fmla="*/ 5629275 w 12192000"/>
              <a:gd name="connsiteY20" fmla="*/ 904875 h 6858000"/>
              <a:gd name="connsiteX21" fmla="*/ 5648325 w 12192000"/>
              <a:gd name="connsiteY21" fmla="*/ 981075 h 6858000"/>
              <a:gd name="connsiteX22" fmla="*/ 5646577 w 12192000"/>
              <a:gd name="connsiteY22" fmla="*/ 1001285 h 6858000"/>
              <a:gd name="connsiteX23" fmla="*/ 5653179 w 12192000"/>
              <a:gd name="connsiteY23" fmla="*/ 1004447 h 6858000"/>
              <a:gd name="connsiteX24" fmla="*/ 5710342 w 12192000"/>
              <a:gd name="connsiteY24" fmla="*/ 1041501 h 6858000"/>
              <a:gd name="connsiteX25" fmla="*/ 5685076 w 12192000"/>
              <a:gd name="connsiteY25" fmla="*/ 1084982 h 6858000"/>
              <a:gd name="connsiteX26" fmla="*/ 5788666 w 12192000"/>
              <a:gd name="connsiteY26" fmla="*/ 1132334 h 6858000"/>
              <a:gd name="connsiteX27" fmla="*/ 5814113 w 12192000"/>
              <a:gd name="connsiteY27" fmla="*/ 1179230 h 6858000"/>
              <a:gd name="connsiteX28" fmla="*/ 5782171 w 12192000"/>
              <a:gd name="connsiteY28" fmla="*/ 1175133 h 6858000"/>
              <a:gd name="connsiteX29" fmla="*/ 5754739 w 12192000"/>
              <a:gd name="connsiteY29" fmla="*/ 1184011 h 6858000"/>
              <a:gd name="connsiteX30" fmla="*/ 5766109 w 12192000"/>
              <a:gd name="connsiteY30" fmla="*/ 1243656 h 6858000"/>
              <a:gd name="connsiteX31" fmla="*/ 5912470 w 12192000"/>
              <a:gd name="connsiteY31" fmla="*/ 1320604 h 6858000"/>
              <a:gd name="connsiteX32" fmla="*/ 5925644 w 12192000"/>
              <a:gd name="connsiteY32" fmla="*/ 1345645 h 6858000"/>
              <a:gd name="connsiteX33" fmla="*/ 5908138 w 12192000"/>
              <a:gd name="connsiteY33" fmla="*/ 1363402 h 6858000"/>
              <a:gd name="connsiteX34" fmla="*/ 5860855 w 12192000"/>
              <a:gd name="connsiteY34" fmla="*/ 1372508 h 6858000"/>
              <a:gd name="connsiteX35" fmla="*/ 5927087 w 12192000"/>
              <a:gd name="connsiteY35" fmla="*/ 1457878 h 6858000"/>
              <a:gd name="connsiteX36" fmla="*/ 5951271 w 12192000"/>
              <a:gd name="connsiteY36" fmla="*/ 1481553 h 6858000"/>
              <a:gd name="connsiteX37" fmla="*/ 5992599 w 12192000"/>
              <a:gd name="connsiteY37" fmla="*/ 1518207 h 6858000"/>
              <a:gd name="connsiteX38" fmla="*/ 5993321 w 12192000"/>
              <a:gd name="connsiteY38" fmla="*/ 1529362 h 6858000"/>
              <a:gd name="connsiteX39" fmla="*/ 5937015 w 12192000"/>
              <a:gd name="connsiteY39" fmla="*/ 1568746 h 6858000"/>
              <a:gd name="connsiteX40" fmla="*/ 5835410 w 12192000"/>
              <a:gd name="connsiteY40" fmla="*/ 1558045 h 6858000"/>
              <a:gd name="connsiteX41" fmla="*/ 5985561 w 12192000"/>
              <a:gd name="connsiteY41" fmla="*/ 1616780 h 6858000"/>
              <a:gd name="connsiteX42" fmla="*/ 5499552 w 12192000"/>
              <a:gd name="connsiteY42" fmla="*/ 1476774 h 6858000"/>
              <a:gd name="connsiteX43" fmla="*/ 5530593 w 12192000"/>
              <a:gd name="connsiteY43" fmla="*/ 1513425 h 6858000"/>
              <a:gd name="connsiteX44" fmla="*/ 5700597 w 12192000"/>
              <a:gd name="connsiteY44" fmla="*/ 1609949 h 6858000"/>
              <a:gd name="connsiteX45" fmla="*/ 5748782 w 12192000"/>
              <a:gd name="connsiteY45" fmla="*/ 1670507 h 6858000"/>
              <a:gd name="connsiteX46" fmla="*/ 5799315 w 12192000"/>
              <a:gd name="connsiteY46" fmla="*/ 1703970 h 6858000"/>
              <a:gd name="connsiteX47" fmla="*/ 5870240 w 12192000"/>
              <a:gd name="connsiteY47" fmla="*/ 1703289 h 6858000"/>
              <a:gd name="connsiteX48" fmla="*/ 5920591 w 12192000"/>
              <a:gd name="connsiteY48" fmla="*/ 1754738 h 6858000"/>
              <a:gd name="connsiteX49" fmla="*/ 5868074 w 12192000"/>
              <a:gd name="connsiteY49" fmla="*/ 1765665 h 6858000"/>
              <a:gd name="connsiteX50" fmla="*/ 5806533 w 12192000"/>
              <a:gd name="connsiteY50" fmla="*/ 1757242 h 6858000"/>
              <a:gd name="connsiteX51" fmla="*/ 5673706 w 12192000"/>
              <a:gd name="connsiteY51" fmla="*/ 1759972 h 6858000"/>
              <a:gd name="connsiteX52" fmla="*/ 5597548 w 12192000"/>
              <a:gd name="connsiteY52" fmla="*/ 1769990 h 6858000"/>
              <a:gd name="connsiteX53" fmla="*/ 5422491 w 12192000"/>
              <a:gd name="connsiteY53" fmla="*/ 1752916 h 6858000"/>
              <a:gd name="connsiteX54" fmla="*/ 5432778 w 12192000"/>
              <a:gd name="connsiteY54" fmla="*/ 1796626 h 6858000"/>
              <a:gd name="connsiteX55" fmla="*/ 5426281 w 12192000"/>
              <a:gd name="connsiteY55" fmla="*/ 1834644 h 6858000"/>
              <a:gd name="connsiteX56" fmla="*/ 5423754 w 12192000"/>
              <a:gd name="connsiteY56" fmla="*/ 1917282 h 6858000"/>
              <a:gd name="connsiteX57" fmla="*/ 5425378 w 12192000"/>
              <a:gd name="connsiteY57" fmla="*/ 1930714 h 6858000"/>
              <a:gd name="connsiteX58" fmla="*/ 5386217 w 12192000"/>
              <a:gd name="connsiteY58" fmla="*/ 1939365 h 6858000"/>
              <a:gd name="connsiteX59" fmla="*/ 5619566 w 12192000"/>
              <a:gd name="connsiteY59" fmla="*/ 2111243 h 6858000"/>
              <a:gd name="connsiteX60" fmla="*/ 5463640 w 12192000"/>
              <a:gd name="connsiteY60" fmla="*/ 2067533 h 6858000"/>
              <a:gd name="connsiteX61" fmla="*/ 5442523 w 12192000"/>
              <a:gd name="connsiteY61" fmla="*/ 2139700 h 6858000"/>
              <a:gd name="connsiteX62" fmla="*/ 5515794 w 12192000"/>
              <a:gd name="connsiteY62" fmla="*/ 2203898 h 6858000"/>
              <a:gd name="connsiteX63" fmla="*/ 5542865 w 12192000"/>
              <a:gd name="connsiteY63" fmla="*/ 2330929 h 6858000"/>
              <a:gd name="connsiteX64" fmla="*/ 5529691 w 12192000"/>
              <a:gd name="connsiteY64" fmla="*/ 2447031 h 6858000"/>
              <a:gd name="connsiteX65" fmla="*/ 5498289 w 12192000"/>
              <a:gd name="connsiteY65" fmla="*/ 2483910 h 6858000"/>
              <a:gd name="connsiteX66" fmla="*/ 5452810 w 12192000"/>
              <a:gd name="connsiteY66" fmla="*/ 2550157 h 6858000"/>
              <a:gd name="connsiteX67" fmla="*/ 5424658 w 12192000"/>
              <a:gd name="connsiteY67" fmla="*/ 2591135 h 6858000"/>
              <a:gd name="connsiteX68" fmla="*/ 5326841 w 12192000"/>
              <a:gd name="connsiteY68" fmla="*/ 2575200 h 6858000"/>
              <a:gd name="connsiteX69" fmla="*/ 5457322 w 12192000"/>
              <a:gd name="connsiteY69" fmla="*/ 2679238 h 6858000"/>
              <a:gd name="connsiteX70" fmla="*/ 5351566 w 12192000"/>
              <a:gd name="connsiteY70" fmla="*/ 2666261 h 6858000"/>
              <a:gd name="connsiteX71" fmla="*/ 5317096 w 12192000"/>
              <a:gd name="connsiteY71" fmla="*/ 2673546 h 6858000"/>
              <a:gd name="connsiteX72" fmla="*/ 5336768 w 12192000"/>
              <a:gd name="connsiteY72" fmla="*/ 2707238 h 6858000"/>
              <a:gd name="connsiteX73" fmla="*/ 5414369 w 12192000"/>
              <a:gd name="connsiteY73" fmla="*/ 2764378 h 6858000"/>
              <a:gd name="connsiteX74" fmla="*/ 5574268 w 12192000"/>
              <a:gd name="connsiteY74" fmla="*/ 2919184 h 6858000"/>
              <a:gd name="connsiteX75" fmla="*/ 5419422 w 12192000"/>
              <a:gd name="connsiteY75" fmla="*/ 2848157 h 6858000"/>
              <a:gd name="connsiteX76" fmla="*/ 5582568 w 12192000"/>
              <a:gd name="connsiteY76" fmla="*/ 3007285 h 6858000"/>
              <a:gd name="connsiteX77" fmla="*/ 5618844 w 12192000"/>
              <a:gd name="connsiteY77" fmla="*/ 3060100 h 6858000"/>
              <a:gd name="connsiteX78" fmla="*/ 5692115 w 12192000"/>
              <a:gd name="connsiteY78" fmla="*/ 3191228 h 6858000"/>
              <a:gd name="connsiteX79" fmla="*/ 5688506 w 12192000"/>
              <a:gd name="connsiteY79" fmla="*/ 3206025 h 6858000"/>
              <a:gd name="connsiteX80" fmla="*/ 5603864 w 12192000"/>
              <a:gd name="connsiteY80" fmla="*/ 3184854 h 6858000"/>
              <a:gd name="connsiteX81" fmla="*/ 5713591 w 12192000"/>
              <a:gd name="connsiteY81" fmla="*/ 3295040 h 6858000"/>
              <a:gd name="connsiteX82" fmla="*/ 5826927 w 12192000"/>
              <a:gd name="connsiteY82" fmla="*/ 3379724 h 6858000"/>
              <a:gd name="connsiteX83" fmla="*/ 5746436 w 12192000"/>
              <a:gd name="connsiteY83" fmla="*/ 3366750 h 6858000"/>
              <a:gd name="connsiteX84" fmla="*/ 5635807 w 12192000"/>
              <a:gd name="connsiteY84" fmla="*/ 3318259 h 6858000"/>
              <a:gd name="connsiteX85" fmla="*/ 5597367 w 12192000"/>
              <a:gd name="connsiteY85" fmla="*/ 3336472 h 6858000"/>
              <a:gd name="connsiteX86" fmla="*/ 5702221 w 12192000"/>
              <a:gd name="connsiteY86" fmla="*/ 3416605 h 6858000"/>
              <a:gd name="connsiteX87" fmla="*/ 5762317 w 12192000"/>
              <a:gd name="connsiteY87" fmla="*/ 3453714 h 6858000"/>
              <a:gd name="connsiteX88" fmla="*/ 5786319 w 12192000"/>
              <a:gd name="connsiteY88" fmla="*/ 3482169 h 6858000"/>
              <a:gd name="connsiteX89" fmla="*/ 5854901 w 12192000"/>
              <a:gd name="connsiteY89" fmla="*/ 3583703 h 6858000"/>
              <a:gd name="connsiteX90" fmla="*/ 6056305 w 12192000"/>
              <a:gd name="connsiteY90" fmla="*/ 3694570 h 6858000"/>
              <a:gd name="connsiteX91" fmla="*/ 6244716 w 12192000"/>
              <a:gd name="connsiteY91" fmla="*/ 3832301 h 6858000"/>
              <a:gd name="connsiteX92" fmla="*/ 6391802 w 12192000"/>
              <a:gd name="connsiteY92" fmla="*/ 3918125 h 6858000"/>
              <a:gd name="connsiteX93" fmla="*/ 6763572 w 12192000"/>
              <a:gd name="connsiteY93" fmla="*/ 4028537 h 6858000"/>
              <a:gd name="connsiteX94" fmla="*/ 8173592 w 12192000"/>
              <a:gd name="connsiteY94" fmla="*/ 3279560 h 6858000"/>
              <a:gd name="connsiteX95" fmla="*/ 8191458 w 12192000"/>
              <a:gd name="connsiteY95" fmla="*/ 3257248 h 6858000"/>
              <a:gd name="connsiteX96" fmla="*/ 8259856 w 12192000"/>
              <a:gd name="connsiteY96" fmla="*/ 3173245 h 6858000"/>
              <a:gd name="connsiteX97" fmla="*/ 8317969 w 12192000"/>
              <a:gd name="connsiteY97" fmla="*/ 3097663 h 6858000"/>
              <a:gd name="connsiteX98" fmla="*/ 8287650 w 12192000"/>
              <a:gd name="connsiteY98" fmla="*/ 3072166 h 6858000"/>
              <a:gd name="connsiteX99" fmla="*/ 8328617 w 12192000"/>
              <a:gd name="connsiteY99" fmla="*/ 3000000 h 6858000"/>
              <a:gd name="connsiteX100" fmla="*/ 8458917 w 12192000"/>
              <a:gd name="connsiteY100" fmla="*/ 2777583 h 6858000"/>
              <a:gd name="connsiteX101" fmla="*/ 8516125 w 12192000"/>
              <a:gd name="connsiteY101" fmla="*/ 2728639 h 6858000"/>
              <a:gd name="connsiteX102" fmla="*/ 8585788 w 12192000"/>
              <a:gd name="connsiteY102" fmla="*/ 2605478 h 6858000"/>
              <a:gd name="connsiteX103" fmla="*/ 8595714 w 12192000"/>
              <a:gd name="connsiteY103" fmla="*/ 2577023 h 6858000"/>
              <a:gd name="connsiteX104" fmla="*/ 8581457 w 12192000"/>
              <a:gd name="connsiteY104" fmla="*/ 2540823 h 6858000"/>
              <a:gd name="connsiteX105" fmla="*/ 8570809 w 12192000"/>
              <a:gd name="connsiteY105" fmla="*/ 2504399 h 6858000"/>
              <a:gd name="connsiteX106" fmla="*/ 8584705 w 12192000"/>
              <a:gd name="connsiteY106" fmla="*/ 2493699 h 6858000"/>
              <a:gd name="connsiteX107" fmla="*/ 8674038 w 12192000"/>
              <a:gd name="connsiteY107" fmla="*/ 2475260 h 6858000"/>
              <a:gd name="connsiteX108" fmla="*/ 8622243 w 12192000"/>
              <a:gd name="connsiteY108" fmla="*/ 2406054 h 6858000"/>
              <a:gd name="connsiteX109" fmla="*/ 8530925 w 12192000"/>
              <a:gd name="connsiteY109" fmla="*/ 2302926 h 6858000"/>
              <a:gd name="connsiteX110" fmla="*/ 8489417 w 12192000"/>
              <a:gd name="connsiteY110" fmla="*/ 2229622 h 6858000"/>
              <a:gd name="connsiteX111" fmla="*/ 8484543 w 12192000"/>
              <a:gd name="connsiteY111" fmla="*/ 2164058 h 6858000"/>
              <a:gd name="connsiteX112" fmla="*/ 8402970 w 12192000"/>
              <a:gd name="connsiteY112" fmla="*/ 2125358 h 6858000"/>
              <a:gd name="connsiteX113" fmla="*/ 8479670 w 12192000"/>
              <a:gd name="connsiteY113" fmla="*/ 1986716 h 6858000"/>
              <a:gd name="connsiteX114" fmla="*/ 8487432 w 12192000"/>
              <a:gd name="connsiteY114" fmla="*/ 1958032 h 6858000"/>
              <a:gd name="connsiteX115" fmla="*/ 8441412 w 12192000"/>
              <a:gd name="connsiteY115" fmla="*/ 1855361 h 6858000"/>
              <a:gd name="connsiteX116" fmla="*/ 8433831 w 12192000"/>
              <a:gd name="connsiteY116" fmla="*/ 1838969 h 6858000"/>
              <a:gd name="connsiteX117" fmla="*/ 8416868 w 12192000"/>
              <a:gd name="connsiteY117" fmla="*/ 1806187 h 6858000"/>
              <a:gd name="connsiteX118" fmla="*/ 8368140 w 12192000"/>
              <a:gd name="connsiteY118" fmla="*/ 1798219 h 6858000"/>
              <a:gd name="connsiteX119" fmla="*/ 8393405 w 12192000"/>
              <a:gd name="connsiteY119" fmla="*/ 1774999 h 6858000"/>
              <a:gd name="connsiteX120" fmla="*/ 8442495 w 12192000"/>
              <a:gd name="connsiteY120" fmla="*/ 1696458 h 6858000"/>
              <a:gd name="connsiteX121" fmla="*/ 8409828 w 12192000"/>
              <a:gd name="connsiteY121" fmla="*/ 1621332 h 6858000"/>
              <a:gd name="connsiteX122" fmla="*/ 8407664 w 12192000"/>
              <a:gd name="connsiteY122" fmla="*/ 1579899 h 6858000"/>
              <a:gd name="connsiteX123" fmla="*/ 8462707 w 12192000"/>
              <a:gd name="connsiteY123" fmla="*/ 1526857 h 6858000"/>
              <a:gd name="connsiteX124" fmla="*/ 8504215 w 12192000"/>
              <a:gd name="connsiteY124" fmla="*/ 1505913 h 6858000"/>
              <a:gd name="connsiteX125" fmla="*/ 8523345 w 12192000"/>
              <a:gd name="connsiteY125" fmla="*/ 1475863 h 6858000"/>
              <a:gd name="connsiteX126" fmla="*/ 8500786 w 12192000"/>
              <a:gd name="connsiteY126" fmla="*/ 1450820 h 6858000"/>
              <a:gd name="connsiteX127" fmla="*/ 8400624 w 12192000"/>
              <a:gd name="connsiteY127" fmla="*/ 1391176 h 6858000"/>
              <a:gd name="connsiteX128" fmla="*/ 8454585 w 12192000"/>
              <a:gd name="connsiteY128" fmla="*/ 1341319 h 6858000"/>
              <a:gd name="connsiteX129" fmla="*/ 8172509 w 12192000"/>
              <a:gd name="connsiteY129" fmla="*/ 1106153 h 6858000"/>
              <a:gd name="connsiteX130" fmla="*/ 8138399 w 12192000"/>
              <a:gd name="connsiteY130" fmla="*/ 1070184 h 6858000"/>
              <a:gd name="connsiteX131" fmla="*/ 7957388 w 12192000"/>
              <a:gd name="connsiteY131" fmla="*/ 982992 h 6858000"/>
              <a:gd name="connsiteX132" fmla="*/ 7771142 w 12192000"/>
              <a:gd name="connsiteY132" fmla="*/ 921300 h 6858000"/>
              <a:gd name="connsiteX133" fmla="*/ 7900539 w 12192000"/>
              <a:gd name="connsiteY133" fmla="*/ 791082 h 6858000"/>
              <a:gd name="connsiteX134" fmla="*/ 7702923 w 12192000"/>
              <a:gd name="connsiteY134" fmla="*/ 760803 h 6858000"/>
              <a:gd name="connsiteX135" fmla="*/ 7683614 w 12192000"/>
              <a:gd name="connsiteY135" fmla="*/ 761714 h 6858000"/>
              <a:gd name="connsiteX136" fmla="*/ 7295600 w 12192000"/>
              <a:gd name="connsiteY136" fmla="*/ 741680 h 6858000"/>
              <a:gd name="connsiteX137" fmla="*/ 6739388 w 12192000"/>
              <a:gd name="connsiteY137" fmla="*/ 675206 h 6858000"/>
              <a:gd name="connsiteX138" fmla="*/ 6279006 w 12192000"/>
              <a:gd name="connsiteY138" fmla="*/ 635367 h 6858000"/>
              <a:gd name="connsiteX139" fmla="*/ 5788847 w 12192000"/>
              <a:gd name="connsiteY139" fmla="*/ 557964 h 6858000"/>
              <a:gd name="connsiteX140" fmla="*/ 5765387 w 12192000"/>
              <a:gd name="connsiteY140" fmla="*/ 552984 h 6858000"/>
              <a:gd name="connsiteX141" fmla="*/ 0 w 12192000"/>
              <a:gd name="connsiteY141" fmla="*/ 0 h 6858000"/>
              <a:gd name="connsiteX142" fmla="*/ 768106 w 12192000"/>
              <a:gd name="connsiteY142" fmla="*/ 0 h 6858000"/>
              <a:gd name="connsiteX143" fmla="*/ 767098 w 12192000"/>
              <a:gd name="connsiteY143" fmla="*/ 10118 h 6858000"/>
              <a:gd name="connsiteX144" fmla="*/ 756850 w 12192000"/>
              <a:gd name="connsiteY144" fmla="*/ 43654 h 6858000"/>
              <a:gd name="connsiteX145" fmla="*/ 768357 w 12192000"/>
              <a:gd name="connsiteY145" fmla="*/ 76852 h 6858000"/>
              <a:gd name="connsiteX146" fmla="*/ 882077 w 12192000"/>
              <a:gd name="connsiteY146" fmla="*/ 237315 h 6858000"/>
              <a:gd name="connsiteX147" fmla="*/ 761133 w 12192000"/>
              <a:gd name="connsiteY147" fmla="*/ 282106 h 6858000"/>
              <a:gd name="connsiteX148" fmla="*/ 753907 w 12192000"/>
              <a:gd name="connsiteY148" fmla="*/ 357988 h 6858000"/>
              <a:gd name="connsiteX149" fmla="*/ 692364 w 12192000"/>
              <a:gd name="connsiteY149" fmla="*/ 442830 h 6858000"/>
              <a:gd name="connsiteX150" fmla="*/ 556972 w 12192000"/>
              <a:gd name="connsiteY150" fmla="*/ 562188 h 6858000"/>
              <a:gd name="connsiteX151" fmla="*/ 480177 w 12192000"/>
              <a:gd name="connsiteY151" fmla="*/ 642286 h 6858000"/>
              <a:gd name="connsiteX152" fmla="*/ 612627 w 12192000"/>
              <a:gd name="connsiteY152" fmla="*/ 663627 h 6858000"/>
              <a:gd name="connsiteX153" fmla="*/ 633230 w 12192000"/>
              <a:gd name="connsiteY153" fmla="*/ 676011 h 6858000"/>
              <a:gd name="connsiteX154" fmla="*/ 617443 w 12192000"/>
              <a:gd name="connsiteY154" fmla="*/ 718168 h 6858000"/>
              <a:gd name="connsiteX155" fmla="*/ 596304 w 12192000"/>
              <a:gd name="connsiteY155" fmla="*/ 760064 h 6858000"/>
              <a:gd name="connsiteX156" fmla="*/ 611021 w 12192000"/>
              <a:gd name="connsiteY156" fmla="*/ 792998 h 6858000"/>
              <a:gd name="connsiteX157" fmla="*/ 714308 w 12192000"/>
              <a:gd name="connsiteY157" fmla="*/ 935543 h 6858000"/>
              <a:gd name="connsiteX158" fmla="*/ 799128 w 12192000"/>
              <a:gd name="connsiteY158" fmla="*/ 992190 h 6858000"/>
              <a:gd name="connsiteX159" fmla="*/ 992317 w 12192000"/>
              <a:gd name="connsiteY159" fmla="*/ 1249612 h 6858000"/>
              <a:gd name="connsiteX160" fmla="*/ 1053058 w 12192000"/>
              <a:gd name="connsiteY160" fmla="*/ 1333136 h 6858000"/>
              <a:gd name="connsiteX161" fmla="*/ 1008104 w 12192000"/>
              <a:gd name="connsiteY161" fmla="*/ 1362645 h 6858000"/>
              <a:gd name="connsiteX162" fmla="*/ 1094265 w 12192000"/>
              <a:gd name="connsiteY162" fmla="*/ 1450123 h 6858000"/>
              <a:gd name="connsiteX163" fmla="*/ 1195677 w 12192000"/>
              <a:gd name="connsiteY163" fmla="*/ 1547347 h 6858000"/>
              <a:gd name="connsiteX164" fmla="*/ 1222166 w 12192000"/>
              <a:gd name="connsiteY164" fmla="*/ 1573170 h 6858000"/>
              <a:gd name="connsiteX165" fmla="*/ 3312738 w 12192000"/>
              <a:gd name="connsiteY165" fmla="*/ 2440024 h 6858000"/>
              <a:gd name="connsiteX166" fmla="*/ 3863944 w 12192000"/>
              <a:gd name="connsiteY166" fmla="*/ 2312235 h 6858000"/>
              <a:gd name="connsiteX167" fmla="*/ 4082022 w 12192000"/>
              <a:gd name="connsiteY167" fmla="*/ 2212904 h 6858000"/>
              <a:gd name="connsiteX168" fmla="*/ 4361371 w 12192000"/>
              <a:gd name="connsiteY168" fmla="*/ 2053496 h 6858000"/>
              <a:gd name="connsiteX169" fmla="*/ 4659987 w 12192000"/>
              <a:gd name="connsiteY169" fmla="*/ 1925180 h 6858000"/>
              <a:gd name="connsiteX170" fmla="*/ 4761667 w 12192000"/>
              <a:gd name="connsiteY170" fmla="*/ 1807667 h 6858000"/>
              <a:gd name="connsiteX171" fmla="*/ 4797253 w 12192000"/>
              <a:gd name="connsiteY171" fmla="*/ 1774733 h 6858000"/>
              <a:gd name="connsiteX172" fmla="*/ 4886356 w 12192000"/>
              <a:gd name="connsiteY172" fmla="*/ 1731784 h 6858000"/>
              <a:gd name="connsiteX173" fmla="*/ 5041818 w 12192000"/>
              <a:gd name="connsiteY173" fmla="*/ 1639039 h 6858000"/>
              <a:gd name="connsiteX174" fmla="*/ 4984824 w 12192000"/>
              <a:gd name="connsiteY174" fmla="*/ 1617960 h 6858000"/>
              <a:gd name="connsiteX175" fmla="*/ 4820800 w 12192000"/>
              <a:gd name="connsiteY175" fmla="*/ 1674082 h 6858000"/>
              <a:gd name="connsiteX176" fmla="*/ 4701459 w 12192000"/>
              <a:gd name="connsiteY176" fmla="*/ 1689099 h 6858000"/>
              <a:gd name="connsiteX177" fmla="*/ 4869498 w 12192000"/>
              <a:gd name="connsiteY177" fmla="*/ 1591086 h 6858000"/>
              <a:gd name="connsiteX178" fmla="*/ 5032185 w 12192000"/>
              <a:gd name="connsiteY178" fmla="*/ 1463559 h 6858000"/>
              <a:gd name="connsiteX179" fmla="*/ 4906692 w 12192000"/>
              <a:gd name="connsiteY179" fmla="*/ 1488062 h 6858000"/>
              <a:gd name="connsiteX180" fmla="*/ 4901340 w 12192000"/>
              <a:gd name="connsiteY180" fmla="*/ 1470936 h 6858000"/>
              <a:gd name="connsiteX181" fmla="*/ 5009976 w 12192000"/>
              <a:gd name="connsiteY181" fmla="*/ 1319171 h 6858000"/>
              <a:gd name="connsiteX182" fmla="*/ 5063760 w 12192000"/>
              <a:gd name="connsiteY182" fmla="*/ 1258044 h 6858000"/>
              <a:gd name="connsiteX183" fmla="*/ 5305648 w 12192000"/>
              <a:gd name="connsiteY183" fmla="*/ 1073871 h 6858000"/>
              <a:gd name="connsiteX184" fmla="*/ 5076067 w 12192000"/>
              <a:gd name="connsiteY184" fmla="*/ 1156077 h 6858000"/>
              <a:gd name="connsiteX185" fmla="*/ 5313141 w 12192000"/>
              <a:gd name="connsiteY185" fmla="*/ 976907 h 6858000"/>
              <a:gd name="connsiteX186" fmla="*/ 5428196 w 12192000"/>
              <a:gd name="connsiteY186" fmla="*/ 910774 h 6858000"/>
              <a:gd name="connsiteX187" fmla="*/ 5457363 w 12192000"/>
              <a:gd name="connsiteY187" fmla="*/ 871779 h 6858000"/>
              <a:gd name="connsiteX188" fmla="*/ 5406256 w 12192000"/>
              <a:gd name="connsiteY188" fmla="*/ 863347 h 6858000"/>
              <a:gd name="connsiteX189" fmla="*/ 5249456 w 12192000"/>
              <a:gd name="connsiteY189" fmla="*/ 878367 h 6858000"/>
              <a:gd name="connsiteX190" fmla="*/ 5442914 w 12192000"/>
              <a:gd name="connsiteY190" fmla="*/ 757955 h 6858000"/>
              <a:gd name="connsiteX191" fmla="*/ 5297887 w 12192000"/>
              <a:gd name="connsiteY191" fmla="*/ 776398 h 6858000"/>
              <a:gd name="connsiteX192" fmla="*/ 5256146 w 12192000"/>
              <a:gd name="connsiteY192" fmla="*/ 728971 h 6858000"/>
              <a:gd name="connsiteX193" fmla="*/ 5188716 w 12192000"/>
              <a:gd name="connsiteY193" fmla="*/ 652298 h 6858000"/>
              <a:gd name="connsiteX194" fmla="*/ 5142160 w 12192000"/>
              <a:gd name="connsiteY194" fmla="*/ 609614 h 6858000"/>
              <a:gd name="connsiteX195" fmla="*/ 5122626 w 12192000"/>
              <a:gd name="connsiteY195" fmla="*/ 475239 h 6858000"/>
              <a:gd name="connsiteX196" fmla="*/ 5162763 w 12192000"/>
              <a:gd name="connsiteY196" fmla="*/ 328215 h 6858000"/>
              <a:gd name="connsiteX197" fmla="*/ 5271399 w 12192000"/>
              <a:gd name="connsiteY197" fmla="*/ 253914 h 6858000"/>
              <a:gd name="connsiteX198" fmla="*/ 5240091 w 12192000"/>
              <a:gd name="connsiteY198" fmla="*/ 170389 h 6858000"/>
              <a:gd name="connsiteX199" fmla="*/ 5008904 w 12192000"/>
              <a:gd name="connsiteY199" fmla="*/ 220979 h 6858000"/>
              <a:gd name="connsiteX200" fmla="*/ 5354881 w 12192000"/>
              <a:gd name="connsiteY200" fmla="*/ 22050 h 6858000"/>
              <a:gd name="connsiteX201" fmla="*/ 5296818 w 12192000"/>
              <a:gd name="connsiteY201" fmla="*/ 12038 h 6858000"/>
              <a:gd name="connsiteX202" fmla="*/ 5297018 w 12192000"/>
              <a:gd name="connsiteY202" fmla="*/ 3177 h 6858000"/>
              <a:gd name="connsiteX203" fmla="*/ 5298067 w 12192000"/>
              <a:gd name="connsiteY203" fmla="*/ 0 h 6858000"/>
              <a:gd name="connsiteX204" fmla="*/ 8958468 w 12192000"/>
              <a:gd name="connsiteY204" fmla="*/ 0 h 6858000"/>
              <a:gd name="connsiteX205" fmla="*/ 8936439 w 12192000"/>
              <a:gd name="connsiteY205" fmla="*/ 18562 h 6858000"/>
              <a:gd name="connsiteX206" fmla="*/ 8934304 w 12192000"/>
              <a:gd name="connsiteY206" fmla="*/ 46608 h 6858000"/>
              <a:gd name="connsiteX207" fmla="*/ 9027240 w 12192000"/>
              <a:gd name="connsiteY207" fmla="*/ 113638 h 6858000"/>
              <a:gd name="connsiteX208" fmla="*/ 8854734 w 12192000"/>
              <a:gd name="connsiteY208" fmla="*/ 193826 h 6858000"/>
              <a:gd name="connsiteX209" fmla="*/ 8815880 w 12192000"/>
              <a:gd name="connsiteY209" fmla="*/ 227493 h 6858000"/>
              <a:gd name="connsiteX210" fmla="*/ 8848828 w 12192000"/>
              <a:gd name="connsiteY210" fmla="*/ 267894 h 6858000"/>
              <a:gd name="connsiteX211" fmla="*/ 8920315 w 12192000"/>
              <a:gd name="connsiteY211" fmla="*/ 296052 h 6858000"/>
              <a:gd name="connsiteX212" fmla="*/ 9015115 w 12192000"/>
              <a:gd name="connsiteY212" fmla="*/ 367363 h 6858000"/>
              <a:gd name="connsiteX213" fmla="*/ 9011388 w 12192000"/>
              <a:gd name="connsiteY213" fmla="*/ 423067 h 6858000"/>
              <a:gd name="connsiteX214" fmla="*/ 8955127 w 12192000"/>
              <a:gd name="connsiteY214" fmla="*/ 524068 h 6858000"/>
              <a:gd name="connsiteX215" fmla="*/ 9039672 w 12192000"/>
              <a:gd name="connsiteY215" fmla="*/ 629661 h 6858000"/>
              <a:gd name="connsiteX216" fmla="*/ 9083187 w 12192000"/>
              <a:gd name="connsiteY216" fmla="*/ 660880 h 6858000"/>
              <a:gd name="connsiteX217" fmla="*/ 8999263 w 12192000"/>
              <a:gd name="connsiteY217" fmla="*/ 671592 h 6858000"/>
              <a:gd name="connsiteX218" fmla="*/ 8970048 w 12192000"/>
              <a:gd name="connsiteY218" fmla="*/ 715664 h 6858000"/>
              <a:gd name="connsiteX219" fmla="*/ 8956992 w 12192000"/>
              <a:gd name="connsiteY219" fmla="*/ 737702 h 6858000"/>
              <a:gd name="connsiteX220" fmla="*/ 8877733 w 12192000"/>
              <a:gd name="connsiteY220" fmla="*/ 875737 h 6858000"/>
              <a:gd name="connsiteX221" fmla="*/ 8891100 w 12192000"/>
              <a:gd name="connsiteY221" fmla="*/ 914300 h 6858000"/>
              <a:gd name="connsiteX222" fmla="*/ 9023199 w 12192000"/>
              <a:gd name="connsiteY222" fmla="*/ 1100695 h 6858000"/>
              <a:gd name="connsiteX223" fmla="*/ 8882708 w 12192000"/>
              <a:gd name="connsiteY223" fmla="*/ 1152725 h 6858000"/>
              <a:gd name="connsiteX224" fmla="*/ 8874315 w 12192000"/>
              <a:gd name="connsiteY224" fmla="*/ 1240870 h 6858000"/>
              <a:gd name="connsiteX225" fmla="*/ 8802826 w 12192000"/>
              <a:gd name="connsiteY225" fmla="*/ 1339424 h 6858000"/>
              <a:gd name="connsiteX226" fmla="*/ 8645552 w 12192000"/>
              <a:gd name="connsiteY226" fmla="*/ 1478072 h 6858000"/>
              <a:gd name="connsiteX227" fmla="*/ 8556347 w 12192000"/>
              <a:gd name="connsiteY227" fmla="*/ 1571114 h 6858000"/>
              <a:gd name="connsiteX228" fmla="*/ 8710202 w 12192000"/>
              <a:gd name="connsiteY228" fmla="*/ 1595904 h 6858000"/>
              <a:gd name="connsiteX229" fmla="*/ 8734135 w 12192000"/>
              <a:gd name="connsiteY229" fmla="*/ 1610290 h 6858000"/>
              <a:gd name="connsiteX230" fmla="*/ 8715797 w 12192000"/>
              <a:gd name="connsiteY230" fmla="*/ 1659260 h 6858000"/>
              <a:gd name="connsiteX231" fmla="*/ 8691242 w 12192000"/>
              <a:gd name="connsiteY231" fmla="*/ 1707927 h 6858000"/>
              <a:gd name="connsiteX232" fmla="*/ 8708337 w 12192000"/>
              <a:gd name="connsiteY232" fmla="*/ 1746183 h 6858000"/>
              <a:gd name="connsiteX233" fmla="*/ 8828316 w 12192000"/>
              <a:gd name="connsiteY233" fmla="*/ 1911765 h 6858000"/>
              <a:gd name="connsiteX234" fmla="*/ 8926844 w 12192000"/>
              <a:gd name="connsiteY234" fmla="*/ 1977567 h 6858000"/>
              <a:gd name="connsiteX235" fmla="*/ 9151255 w 12192000"/>
              <a:gd name="connsiteY235" fmla="*/ 2276592 h 6858000"/>
              <a:gd name="connsiteX236" fmla="*/ 9221812 w 12192000"/>
              <a:gd name="connsiteY236" fmla="*/ 2373614 h 6858000"/>
              <a:gd name="connsiteX237" fmla="*/ 9169593 w 12192000"/>
              <a:gd name="connsiteY237" fmla="*/ 2407892 h 6858000"/>
              <a:gd name="connsiteX238" fmla="*/ 9269679 w 12192000"/>
              <a:gd name="connsiteY238" fmla="*/ 2509507 h 6858000"/>
              <a:gd name="connsiteX239" fmla="*/ 9387480 w 12192000"/>
              <a:gd name="connsiteY239" fmla="*/ 2622444 h 6858000"/>
              <a:gd name="connsiteX240" fmla="*/ 9418250 w 12192000"/>
              <a:gd name="connsiteY240" fmla="*/ 2652440 h 6858000"/>
              <a:gd name="connsiteX241" fmla="*/ 11846684 w 12192000"/>
              <a:gd name="connsiteY241" fmla="*/ 3659389 h 6858000"/>
              <a:gd name="connsiteX242" fmla="*/ 12172890 w 12192000"/>
              <a:gd name="connsiteY242" fmla="*/ 3610878 h 6858000"/>
              <a:gd name="connsiteX243" fmla="*/ 12192000 w 12192000"/>
              <a:gd name="connsiteY243" fmla="*/ 3605403 h 6858000"/>
              <a:gd name="connsiteX244" fmla="*/ 12192000 w 12192000"/>
              <a:gd name="connsiteY244" fmla="*/ 6858000 h 6858000"/>
              <a:gd name="connsiteX245" fmla="*/ 2667892 w 12192000"/>
              <a:gd name="connsiteY245" fmla="*/ 6858000 h 6858000"/>
              <a:gd name="connsiteX246" fmla="*/ 2654380 w 12192000"/>
              <a:gd name="connsiteY246" fmla="*/ 6849405 h 6858000"/>
              <a:gd name="connsiteX247" fmla="*/ 2517472 w 12192000"/>
              <a:gd name="connsiteY247" fmla="*/ 6768410 h 6858000"/>
              <a:gd name="connsiteX248" fmla="*/ 2863768 w 12192000"/>
              <a:gd name="connsiteY248" fmla="*/ 6678867 h 6858000"/>
              <a:gd name="connsiteX249" fmla="*/ 3200332 w 12192000"/>
              <a:gd name="connsiteY249" fmla="*/ 6552312 h 6858000"/>
              <a:gd name="connsiteX250" fmla="*/ 3263755 w 12192000"/>
              <a:gd name="connsiteY250" fmla="*/ 6500106 h 6858000"/>
              <a:gd name="connsiteX251" fmla="*/ 3788234 w 12192000"/>
              <a:gd name="connsiteY251" fmla="*/ 6158777 h 6858000"/>
              <a:gd name="connsiteX252" fmla="*/ 3687901 w 12192000"/>
              <a:gd name="connsiteY252" fmla="*/ 6086412 h 6858000"/>
              <a:gd name="connsiteX253" fmla="*/ 3874137 w 12192000"/>
              <a:gd name="connsiteY253" fmla="*/ 5999841 h 6858000"/>
              <a:gd name="connsiteX254" fmla="*/ 3916083 w 12192000"/>
              <a:gd name="connsiteY254" fmla="*/ 5963494 h 6858000"/>
              <a:gd name="connsiteX255" fmla="*/ 3880513 w 12192000"/>
              <a:gd name="connsiteY255" fmla="*/ 5919878 h 6858000"/>
              <a:gd name="connsiteX256" fmla="*/ 3803335 w 12192000"/>
              <a:gd name="connsiteY256" fmla="*/ 5889479 h 6858000"/>
              <a:gd name="connsiteX257" fmla="*/ 3700990 w 12192000"/>
              <a:gd name="connsiteY257" fmla="*/ 5812491 h 6858000"/>
              <a:gd name="connsiteX258" fmla="*/ 3705014 w 12192000"/>
              <a:gd name="connsiteY258" fmla="*/ 5752353 h 6858000"/>
              <a:gd name="connsiteX259" fmla="*/ 3765753 w 12192000"/>
              <a:gd name="connsiteY259" fmla="*/ 5643313 h 6858000"/>
              <a:gd name="connsiteX260" fmla="*/ 3674479 w 12192000"/>
              <a:gd name="connsiteY260" fmla="*/ 5529315 h 6858000"/>
              <a:gd name="connsiteX261" fmla="*/ 3627501 w 12192000"/>
              <a:gd name="connsiteY261" fmla="*/ 5495612 h 6858000"/>
              <a:gd name="connsiteX262" fmla="*/ 3718104 w 12192000"/>
              <a:gd name="connsiteY262" fmla="*/ 5484048 h 6858000"/>
              <a:gd name="connsiteX263" fmla="*/ 3749644 w 12192000"/>
              <a:gd name="connsiteY263" fmla="*/ 5436467 h 6858000"/>
              <a:gd name="connsiteX264" fmla="*/ 3763740 w 12192000"/>
              <a:gd name="connsiteY264" fmla="*/ 5412675 h 6858000"/>
              <a:gd name="connsiteX265" fmla="*/ 3849307 w 12192000"/>
              <a:gd name="connsiteY265" fmla="*/ 5263654 h 6858000"/>
              <a:gd name="connsiteX266" fmla="*/ 3834876 w 12192000"/>
              <a:gd name="connsiteY266" fmla="*/ 5222021 h 6858000"/>
              <a:gd name="connsiteX267" fmla="*/ 3692263 w 12192000"/>
              <a:gd name="connsiteY267" fmla="*/ 5020790 h 6858000"/>
              <a:gd name="connsiteX268" fmla="*/ 3843936 w 12192000"/>
              <a:gd name="connsiteY268" fmla="*/ 4964619 h 6858000"/>
              <a:gd name="connsiteX269" fmla="*/ 3852997 w 12192000"/>
              <a:gd name="connsiteY269" fmla="*/ 4869458 h 6858000"/>
              <a:gd name="connsiteX270" fmla="*/ 3930177 w 12192000"/>
              <a:gd name="connsiteY270" fmla="*/ 4763060 h 6858000"/>
              <a:gd name="connsiteX271" fmla="*/ 4099968 w 12192000"/>
              <a:gd name="connsiteY271" fmla="*/ 4613376 h 6858000"/>
              <a:gd name="connsiteX272" fmla="*/ 4196274 w 12192000"/>
              <a:gd name="connsiteY272" fmla="*/ 4512928 h 6858000"/>
              <a:gd name="connsiteX273" fmla="*/ 4030173 w 12192000"/>
              <a:gd name="connsiteY273" fmla="*/ 4486165 h 6858000"/>
              <a:gd name="connsiteX274" fmla="*/ 4004335 w 12192000"/>
              <a:gd name="connsiteY274" fmla="*/ 4470634 h 6858000"/>
              <a:gd name="connsiteX275" fmla="*/ 4024133 w 12192000"/>
              <a:gd name="connsiteY275" fmla="*/ 4417767 h 6858000"/>
              <a:gd name="connsiteX276" fmla="*/ 4050642 w 12192000"/>
              <a:gd name="connsiteY276" fmla="*/ 4365226 h 6858000"/>
              <a:gd name="connsiteX277" fmla="*/ 4032186 w 12192000"/>
              <a:gd name="connsiteY277" fmla="*/ 4323924 h 6858000"/>
              <a:gd name="connsiteX278" fmla="*/ 3902658 w 12192000"/>
              <a:gd name="connsiteY278" fmla="*/ 4145163 h 6858000"/>
              <a:gd name="connsiteX279" fmla="*/ 3796288 w 12192000"/>
              <a:gd name="connsiteY279" fmla="*/ 4074123 h 6858000"/>
              <a:gd name="connsiteX280" fmla="*/ 3554015 w 12192000"/>
              <a:gd name="connsiteY280" fmla="*/ 3751298 h 6858000"/>
              <a:gd name="connsiteX281" fmla="*/ 3477841 w 12192000"/>
              <a:gd name="connsiteY281" fmla="*/ 3646554 h 6858000"/>
              <a:gd name="connsiteX282" fmla="*/ 3534217 w 12192000"/>
              <a:gd name="connsiteY282" fmla="*/ 3609547 h 6858000"/>
              <a:gd name="connsiteX283" fmla="*/ 3426164 w 12192000"/>
              <a:gd name="connsiteY283" fmla="*/ 3499844 h 6858000"/>
              <a:gd name="connsiteX284" fmla="*/ 3298987 w 12192000"/>
              <a:gd name="connsiteY284" fmla="*/ 3377918 h 6858000"/>
              <a:gd name="connsiteX285" fmla="*/ 3265768 w 12192000"/>
              <a:gd name="connsiteY285" fmla="*/ 3345534 h 6858000"/>
              <a:gd name="connsiteX286" fmla="*/ 698533 w 12192000"/>
              <a:gd name="connsiteY286" fmla="*/ 2257448 h 6858000"/>
              <a:gd name="connsiteX287" fmla="*/ 644044 w 12192000"/>
              <a:gd name="connsiteY287" fmla="*/ 2258439 h 6858000"/>
              <a:gd name="connsiteX288" fmla="*/ 121106 w 12192000"/>
              <a:gd name="connsiteY288" fmla="*/ 2359734 h 6858000"/>
              <a:gd name="connsiteX289" fmla="*/ 0 w 12192000"/>
              <a:gd name="connsiteY289" fmla="*/ 2402158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</a:cxnLst>
            <a:rect l="l" t="t" r="r" b="b"/>
            <a:pathLst>
              <a:path w="12192000" h="6858000">
                <a:moveTo>
                  <a:pt x="5765387" y="552984"/>
                </a:moveTo>
                <a:cubicBezTo>
                  <a:pt x="5757491" y="552728"/>
                  <a:pt x="5749866" y="555802"/>
                  <a:pt x="5743549" y="567982"/>
                </a:cubicBezTo>
                <a:cubicBezTo>
                  <a:pt x="5777117" y="600080"/>
                  <a:pt x="5819889" y="588014"/>
                  <a:pt x="5865186" y="624212"/>
                </a:cubicBezTo>
                <a:cubicBezTo>
                  <a:pt x="5791555" y="612828"/>
                  <a:pt x="5733261" y="603722"/>
                  <a:pt x="5674970" y="594618"/>
                </a:cubicBezTo>
                <a:cubicBezTo>
                  <a:pt x="5673886" y="600991"/>
                  <a:pt x="5672804" y="607366"/>
                  <a:pt x="5671722" y="613739"/>
                </a:cubicBezTo>
                <a:cubicBezTo>
                  <a:pt x="5746257" y="627171"/>
                  <a:pt x="5815197" y="661774"/>
                  <a:pt x="5887746" y="686133"/>
                </a:cubicBezTo>
                <a:cubicBezTo>
                  <a:pt x="5881068" y="701160"/>
                  <a:pt x="5874392" y="698199"/>
                  <a:pt x="5868434" y="697289"/>
                </a:cubicBezTo>
                <a:cubicBezTo>
                  <a:pt x="5829634" y="691369"/>
                  <a:pt x="5790832" y="685452"/>
                  <a:pt x="5753657" y="669287"/>
                </a:cubicBezTo>
                <a:cubicBezTo>
                  <a:pt x="5745355" y="665643"/>
                  <a:pt x="5735248" y="665643"/>
                  <a:pt x="5730555" y="676572"/>
                </a:cubicBezTo>
                <a:cubicBezTo>
                  <a:pt x="5723878" y="692053"/>
                  <a:pt x="5733442" y="702070"/>
                  <a:pt x="5741924" y="710491"/>
                </a:cubicBezTo>
                <a:cubicBezTo>
                  <a:pt x="5756724" y="725062"/>
                  <a:pt x="5774589" y="720965"/>
                  <a:pt x="5791735" y="723695"/>
                </a:cubicBezTo>
                <a:cubicBezTo>
                  <a:pt x="5837394" y="730753"/>
                  <a:pt x="5859232" y="752836"/>
                  <a:pt x="5869339" y="803376"/>
                </a:cubicBezTo>
                <a:cubicBezTo>
                  <a:pt x="5829273" y="782886"/>
                  <a:pt x="5790652" y="808156"/>
                  <a:pt x="5751851" y="793813"/>
                </a:cubicBezTo>
                <a:cubicBezTo>
                  <a:pt x="5741745" y="790172"/>
                  <a:pt x="5725683" y="795634"/>
                  <a:pt x="5731096" y="813164"/>
                </a:cubicBezTo>
                <a:cubicBezTo>
                  <a:pt x="5736150" y="829555"/>
                  <a:pt x="5752933" y="841392"/>
                  <a:pt x="5723155" y="838206"/>
                </a:cubicBezTo>
                <a:cubicBezTo>
                  <a:pt x="5701860" y="835929"/>
                  <a:pt x="5660171" y="854369"/>
                  <a:pt x="5677677" y="858922"/>
                </a:cubicBezTo>
                <a:cubicBezTo>
                  <a:pt x="5699694" y="864614"/>
                  <a:pt x="5721172" y="872810"/>
                  <a:pt x="5749146" y="882143"/>
                </a:cubicBezTo>
                <a:cubicBezTo>
                  <a:pt x="5718283" y="897394"/>
                  <a:pt x="5696085" y="894207"/>
                  <a:pt x="5672804" y="882143"/>
                </a:cubicBezTo>
                <a:cubicBezTo>
                  <a:pt x="5658728" y="874858"/>
                  <a:pt x="5642530" y="866776"/>
                  <a:pt x="5626987" y="862565"/>
                </a:cubicBezTo>
                <a:lnTo>
                  <a:pt x="5611575" y="860624"/>
                </a:lnTo>
                <a:lnTo>
                  <a:pt x="5629275" y="904875"/>
                </a:lnTo>
                <a:cubicBezTo>
                  <a:pt x="5636975" y="929899"/>
                  <a:pt x="5648325" y="981075"/>
                  <a:pt x="5648325" y="981075"/>
                </a:cubicBezTo>
                <a:lnTo>
                  <a:pt x="5646577" y="1001285"/>
                </a:lnTo>
                <a:lnTo>
                  <a:pt x="5653179" y="1004447"/>
                </a:lnTo>
                <a:cubicBezTo>
                  <a:pt x="5672649" y="1015232"/>
                  <a:pt x="5691732" y="1027443"/>
                  <a:pt x="5710342" y="1041501"/>
                </a:cubicBezTo>
                <a:cubicBezTo>
                  <a:pt x="5704025" y="1052200"/>
                  <a:pt x="5671903" y="1082706"/>
                  <a:pt x="5685076" y="1084982"/>
                </a:cubicBezTo>
                <a:cubicBezTo>
                  <a:pt x="5722072" y="1091584"/>
                  <a:pt x="5754918" y="1113894"/>
                  <a:pt x="5788666" y="1132334"/>
                </a:cubicBezTo>
                <a:cubicBezTo>
                  <a:pt x="5803286" y="1140301"/>
                  <a:pt x="5820971" y="1150775"/>
                  <a:pt x="5814113" y="1179230"/>
                </a:cubicBezTo>
                <a:cubicBezTo>
                  <a:pt x="5801661" y="1187198"/>
                  <a:pt x="5792457" y="1176043"/>
                  <a:pt x="5782171" y="1175133"/>
                </a:cubicBezTo>
                <a:cubicBezTo>
                  <a:pt x="5771703" y="1174223"/>
                  <a:pt x="5748241" y="1180140"/>
                  <a:pt x="5754739" y="1184011"/>
                </a:cubicBezTo>
                <a:cubicBezTo>
                  <a:pt x="5784336" y="1201540"/>
                  <a:pt x="5731096" y="1243656"/>
                  <a:pt x="5766109" y="1243656"/>
                </a:cubicBezTo>
                <a:cubicBezTo>
                  <a:pt x="5824761" y="1243883"/>
                  <a:pt x="5855983" y="1318554"/>
                  <a:pt x="5912470" y="1320604"/>
                </a:cubicBezTo>
                <a:cubicBezTo>
                  <a:pt x="5921493" y="1320830"/>
                  <a:pt x="5925825" y="1334034"/>
                  <a:pt x="5925644" y="1345645"/>
                </a:cubicBezTo>
                <a:cubicBezTo>
                  <a:pt x="5925644" y="1359532"/>
                  <a:pt x="5917343" y="1362036"/>
                  <a:pt x="5908138" y="1363402"/>
                </a:cubicBezTo>
                <a:cubicBezTo>
                  <a:pt x="5894061" y="1365450"/>
                  <a:pt x="5879444" y="1345645"/>
                  <a:pt x="5860855" y="1372508"/>
                </a:cubicBezTo>
                <a:cubicBezTo>
                  <a:pt x="5894242" y="1388215"/>
                  <a:pt x="5927629" y="1403924"/>
                  <a:pt x="5927087" y="1457878"/>
                </a:cubicBezTo>
                <a:cubicBezTo>
                  <a:pt x="5926908" y="1472447"/>
                  <a:pt x="5940804" y="1477911"/>
                  <a:pt x="5951271" y="1481553"/>
                </a:cubicBezTo>
                <a:cubicBezTo>
                  <a:pt x="5968597" y="1487473"/>
                  <a:pt x="5983213" y="1497945"/>
                  <a:pt x="5992599" y="1518207"/>
                </a:cubicBezTo>
                <a:cubicBezTo>
                  <a:pt x="5992418" y="1522076"/>
                  <a:pt x="5992238" y="1526174"/>
                  <a:pt x="5993321" y="1529362"/>
                </a:cubicBezTo>
                <a:cubicBezTo>
                  <a:pt x="5990253" y="1578306"/>
                  <a:pt x="5964988" y="1576939"/>
                  <a:pt x="5937015" y="1568746"/>
                </a:cubicBezTo>
                <a:cubicBezTo>
                  <a:pt x="5903627" y="1558728"/>
                  <a:pt x="5870601" y="1540515"/>
                  <a:pt x="5835410" y="1558045"/>
                </a:cubicBezTo>
                <a:cubicBezTo>
                  <a:pt x="5885040" y="1581493"/>
                  <a:pt x="5938999" y="1583315"/>
                  <a:pt x="5985561" y="1616780"/>
                </a:cubicBezTo>
                <a:cubicBezTo>
                  <a:pt x="5815197" y="1622927"/>
                  <a:pt x="5664684" y="1517295"/>
                  <a:pt x="5499552" y="1476774"/>
                </a:cubicBezTo>
                <a:cubicBezTo>
                  <a:pt x="5505146" y="1503863"/>
                  <a:pt x="5518501" y="1509327"/>
                  <a:pt x="5530593" y="1513425"/>
                </a:cubicBezTo>
                <a:cubicBezTo>
                  <a:pt x="5591592" y="1533915"/>
                  <a:pt x="5645011" y="1574665"/>
                  <a:pt x="5700597" y="1609949"/>
                </a:cubicBezTo>
                <a:cubicBezTo>
                  <a:pt x="5723516" y="1624519"/>
                  <a:pt x="5740121" y="1639091"/>
                  <a:pt x="5748782" y="1670507"/>
                </a:cubicBezTo>
                <a:cubicBezTo>
                  <a:pt x="5756544" y="1698963"/>
                  <a:pt x="5771522" y="1712167"/>
                  <a:pt x="5799315" y="1703970"/>
                </a:cubicBezTo>
                <a:cubicBezTo>
                  <a:pt x="5821873" y="1697141"/>
                  <a:pt x="5846597" y="1700783"/>
                  <a:pt x="5870240" y="1703289"/>
                </a:cubicBezTo>
                <a:cubicBezTo>
                  <a:pt x="5897491" y="1706020"/>
                  <a:pt x="5927991" y="1738119"/>
                  <a:pt x="5920591" y="1754738"/>
                </a:cubicBezTo>
                <a:cubicBezTo>
                  <a:pt x="5907958" y="1782967"/>
                  <a:pt x="5886844" y="1768852"/>
                  <a:pt x="5868074" y="1765665"/>
                </a:cubicBezTo>
                <a:cubicBezTo>
                  <a:pt x="5846778" y="1761795"/>
                  <a:pt x="5807256" y="1753826"/>
                  <a:pt x="5806533" y="1757242"/>
                </a:cubicBezTo>
                <a:cubicBezTo>
                  <a:pt x="5792636" y="1828042"/>
                  <a:pt x="5694821" y="1766350"/>
                  <a:pt x="5673706" y="1759972"/>
                </a:cubicBezTo>
                <a:cubicBezTo>
                  <a:pt x="5647358" y="1752006"/>
                  <a:pt x="5622635" y="1766576"/>
                  <a:pt x="5597548" y="1769990"/>
                </a:cubicBezTo>
                <a:cubicBezTo>
                  <a:pt x="5575169" y="1773177"/>
                  <a:pt x="5448658" y="1782967"/>
                  <a:pt x="5422491" y="1752916"/>
                </a:cubicBezTo>
                <a:cubicBezTo>
                  <a:pt x="5418882" y="1776364"/>
                  <a:pt x="5426460" y="1785926"/>
                  <a:pt x="5432778" y="1796626"/>
                </a:cubicBezTo>
                <a:cubicBezTo>
                  <a:pt x="5441620" y="1811878"/>
                  <a:pt x="5443065" y="1822578"/>
                  <a:pt x="5426281" y="1834644"/>
                </a:cubicBezTo>
                <a:cubicBezTo>
                  <a:pt x="5378455" y="1869248"/>
                  <a:pt x="5379178" y="1870385"/>
                  <a:pt x="5423754" y="1917282"/>
                </a:cubicBezTo>
                <a:cubicBezTo>
                  <a:pt x="5425921" y="1919330"/>
                  <a:pt x="5425017" y="1926161"/>
                  <a:pt x="5425378" y="1930714"/>
                </a:cubicBezTo>
                <a:cubicBezTo>
                  <a:pt x="5413647" y="1937998"/>
                  <a:pt x="5399932" y="1919786"/>
                  <a:pt x="5386217" y="1939365"/>
                </a:cubicBezTo>
                <a:cubicBezTo>
                  <a:pt x="5445952" y="2025417"/>
                  <a:pt x="5537091" y="2046587"/>
                  <a:pt x="5619566" y="2111243"/>
                </a:cubicBezTo>
                <a:cubicBezTo>
                  <a:pt x="5552792" y="2132642"/>
                  <a:pt x="5512726" y="2057972"/>
                  <a:pt x="5463640" y="2067533"/>
                </a:cubicBezTo>
                <a:cubicBezTo>
                  <a:pt x="5439094" y="2090982"/>
                  <a:pt x="5512005" y="2128545"/>
                  <a:pt x="5442523" y="2139700"/>
                </a:cubicBezTo>
                <a:cubicBezTo>
                  <a:pt x="5472663" y="2160188"/>
                  <a:pt x="5495041" y="2180220"/>
                  <a:pt x="5515794" y="2203898"/>
                </a:cubicBezTo>
                <a:cubicBezTo>
                  <a:pt x="5552792" y="2246241"/>
                  <a:pt x="5560010" y="2274014"/>
                  <a:pt x="5542865" y="2330929"/>
                </a:cubicBezTo>
                <a:cubicBezTo>
                  <a:pt x="5531676" y="2368264"/>
                  <a:pt x="5515253" y="2402640"/>
                  <a:pt x="5529691" y="2447031"/>
                </a:cubicBezTo>
                <a:cubicBezTo>
                  <a:pt x="5539796" y="2477537"/>
                  <a:pt x="5535826" y="2497570"/>
                  <a:pt x="5498289" y="2483910"/>
                </a:cubicBezTo>
                <a:cubicBezTo>
                  <a:pt x="5457864" y="2469340"/>
                  <a:pt x="5442704" y="2496659"/>
                  <a:pt x="5452810" y="2550157"/>
                </a:cubicBezTo>
                <a:cubicBezTo>
                  <a:pt x="5459307" y="2584534"/>
                  <a:pt x="5452449" y="2595005"/>
                  <a:pt x="5424658" y="2591135"/>
                </a:cubicBezTo>
                <a:cubicBezTo>
                  <a:pt x="5393976" y="2586810"/>
                  <a:pt x="5364740" y="2564271"/>
                  <a:pt x="5326841" y="2575200"/>
                </a:cubicBezTo>
                <a:cubicBezTo>
                  <a:pt x="5357159" y="2637577"/>
                  <a:pt x="5421950" y="2619820"/>
                  <a:pt x="5457322" y="2679238"/>
                </a:cubicBezTo>
                <a:cubicBezTo>
                  <a:pt x="5415093" y="2679464"/>
                  <a:pt x="5382787" y="2679238"/>
                  <a:pt x="5351566" y="2666261"/>
                </a:cubicBezTo>
                <a:cubicBezTo>
                  <a:pt x="5338571" y="2661024"/>
                  <a:pt x="5324314" y="2655562"/>
                  <a:pt x="5317096" y="2673546"/>
                </a:cubicBezTo>
                <a:cubicBezTo>
                  <a:pt x="5308613" y="2695173"/>
                  <a:pt x="5326119" y="2703369"/>
                  <a:pt x="5336768" y="2707238"/>
                </a:cubicBezTo>
                <a:cubicBezTo>
                  <a:pt x="5366726" y="2718166"/>
                  <a:pt x="5389645" y="2744118"/>
                  <a:pt x="5414369" y="2764378"/>
                </a:cubicBezTo>
                <a:cubicBezTo>
                  <a:pt x="5468692" y="2808772"/>
                  <a:pt x="5528248" y="2845879"/>
                  <a:pt x="5574268" y="2919184"/>
                </a:cubicBezTo>
                <a:cubicBezTo>
                  <a:pt x="5516335" y="2900516"/>
                  <a:pt x="5473203" y="2857035"/>
                  <a:pt x="5419422" y="2848157"/>
                </a:cubicBezTo>
                <a:cubicBezTo>
                  <a:pt x="5465985" y="2914859"/>
                  <a:pt x="5525902" y="2958795"/>
                  <a:pt x="5582568" y="3007285"/>
                </a:cubicBezTo>
                <a:cubicBezTo>
                  <a:pt x="5598811" y="3020945"/>
                  <a:pt x="5615234" y="3030279"/>
                  <a:pt x="5618844" y="3060100"/>
                </a:cubicBezTo>
                <a:cubicBezTo>
                  <a:pt x="5625883" y="3117925"/>
                  <a:pt x="5646997" y="3165732"/>
                  <a:pt x="5692115" y="3191228"/>
                </a:cubicBezTo>
                <a:cubicBezTo>
                  <a:pt x="5692475" y="3191457"/>
                  <a:pt x="5689949" y="3200109"/>
                  <a:pt x="5688506" y="3206025"/>
                </a:cubicBezTo>
                <a:cubicBezTo>
                  <a:pt x="5660893" y="3207848"/>
                  <a:pt x="5639057" y="3173699"/>
                  <a:pt x="5603864" y="3184854"/>
                </a:cubicBezTo>
                <a:cubicBezTo>
                  <a:pt x="5637613" y="3231295"/>
                  <a:pt x="5665767" y="3272957"/>
                  <a:pt x="5713591" y="3295040"/>
                </a:cubicBezTo>
                <a:cubicBezTo>
                  <a:pt x="5751851" y="3312567"/>
                  <a:pt x="5799134" y="3322812"/>
                  <a:pt x="5826927" y="3379724"/>
                </a:cubicBezTo>
                <a:cubicBezTo>
                  <a:pt x="5794623" y="3390881"/>
                  <a:pt x="5770619" y="3376768"/>
                  <a:pt x="5746436" y="3366750"/>
                </a:cubicBezTo>
                <a:cubicBezTo>
                  <a:pt x="5709440" y="3351269"/>
                  <a:pt x="5672804" y="3333741"/>
                  <a:pt x="5635807" y="3318259"/>
                </a:cubicBezTo>
                <a:cubicBezTo>
                  <a:pt x="5621731" y="3312340"/>
                  <a:pt x="5606392" y="3308241"/>
                  <a:pt x="5597367" y="3336472"/>
                </a:cubicBezTo>
                <a:cubicBezTo>
                  <a:pt x="5644471" y="3342391"/>
                  <a:pt x="5672624" y="3380636"/>
                  <a:pt x="5702221" y="3416605"/>
                </a:cubicBezTo>
                <a:cubicBezTo>
                  <a:pt x="5718825" y="3436867"/>
                  <a:pt x="5732361" y="3463958"/>
                  <a:pt x="5762317" y="3453714"/>
                </a:cubicBezTo>
                <a:cubicBezTo>
                  <a:pt x="5778019" y="3448251"/>
                  <a:pt x="5787944" y="3463501"/>
                  <a:pt x="5786319" y="3482169"/>
                </a:cubicBezTo>
                <a:cubicBezTo>
                  <a:pt x="5780365" y="3547962"/>
                  <a:pt x="5817001" y="3570954"/>
                  <a:pt x="5854901" y="3583703"/>
                </a:cubicBezTo>
                <a:cubicBezTo>
                  <a:pt x="5926728" y="3607607"/>
                  <a:pt x="5986464" y="3663836"/>
                  <a:pt x="6056305" y="3694570"/>
                </a:cubicBezTo>
                <a:cubicBezTo>
                  <a:pt x="6124163" y="3724393"/>
                  <a:pt x="6176680" y="3795192"/>
                  <a:pt x="6244716" y="3832301"/>
                </a:cubicBezTo>
                <a:cubicBezTo>
                  <a:pt x="6293986" y="3859164"/>
                  <a:pt x="6341089" y="3893766"/>
                  <a:pt x="6391802" y="3918125"/>
                </a:cubicBezTo>
                <a:cubicBezTo>
                  <a:pt x="6511814" y="3975722"/>
                  <a:pt x="6634174" y="4021935"/>
                  <a:pt x="6763572" y="4028537"/>
                </a:cubicBezTo>
                <a:cubicBezTo>
                  <a:pt x="6870411" y="4033774"/>
                  <a:pt x="7797129" y="4028766"/>
                  <a:pt x="8173592" y="3279560"/>
                </a:cubicBezTo>
                <a:cubicBezTo>
                  <a:pt x="8180811" y="3275916"/>
                  <a:pt x="8188931" y="3266355"/>
                  <a:pt x="8191458" y="3257248"/>
                </a:cubicBezTo>
                <a:cubicBezTo>
                  <a:pt x="8203550" y="3214677"/>
                  <a:pt x="8233147" y="3196237"/>
                  <a:pt x="8259856" y="3173245"/>
                </a:cubicBezTo>
                <a:cubicBezTo>
                  <a:pt x="8283318" y="3152983"/>
                  <a:pt x="8308224" y="3131812"/>
                  <a:pt x="8317969" y="3097663"/>
                </a:cubicBezTo>
                <a:cubicBezTo>
                  <a:pt x="8330783" y="3052133"/>
                  <a:pt x="8294328" y="3089468"/>
                  <a:pt x="8287650" y="3072166"/>
                </a:cubicBezTo>
                <a:cubicBezTo>
                  <a:pt x="8301546" y="3048491"/>
                  <a:pt x="8323023" y="3026863"/>
                  <a:pt x="8328617" y="3000000"/>
                </a:cubicBezTo>
                <a:cubicBezTo>
                  <a:pt x="8349009" y="2903020"/>
                  <a:pt x="8393045" y="2832447"/>
                  <a:pt x="8458917" y="2777583"/>
                </a:cubicBezTo>
                <a:cubicBezTo>
                  <a:pt x="8477866" y="2761875"/>
                  <a:pt x="8490318" y="2733190"/>
                  <a:pt x="8516125" y="2728639"/>
                </a:cubicBezTo>
                <a:cubicBezTo>
                  <a:pt x="8573515" y="2718621"/>
                  <a:pt x="8555468" y="2640309"/>
                  <a:pt x="8585788" y="2605478"/>
                </a:cubicBezTo>
                <a:cubicBezTo>
                  <a:pt x="8591563" y="2598874"/>
                  <a:pt x="8596796" y="2585900"/>
                  <a:pt x="8595714" y="2577023"/>
                </a:cubicBezTo>
                <a:cubicBezTo>
                  <a:pt x="8594091" y="2564271"/>
                  <a:pt x="8587232" y="2552206"/>
                  <a:pt x="8581457" y="2540823"/>
                </a:cubicBezTo>
                <a:cubicBezTo>
                  <a:pt x="8575501" y="2529441"/>
                  <a:pt x="8566478" y="2519424"/>
                  <a:pt x="8570809" y="2504399"/>
                </a:cubicBezTo>
                <a:cubicBezTo>
                  <a:pt x="8572612" y="2498253"/>
                  <a:pt x="8571351" y="2476854"/>
                  <a:pt x="8584705" y="2493699"/>
                </a:cubicBezTo>
                <a:cubicBezTo>
                  <a:pt x="8621340" y="2539914"/>
                  <a:pt x="8642637" y="2496205"/>
                  <a:pt x="8674038" y="2475260"/>
                </a:cubicBezTo>
                <a:cubicBezTo>
                  <a:pt x="8648772" y="2453632"/>
                  <a:pt x="8626033" y="2438380"/>
                  <a:pt x="8622243" y="2406054"/>
                </a:cubicBezTo>
                <a:cubicBezTo>
                  <a:pt x="8614483" y="2339351"/>
                  <a:pt x="8581278" y="2308846"/>
                  <a:pt x="8530925" y="2302926"/>
                </a:cubicBezTo>
                <a:cubicBezTo>
                  <a:pt x="8549513" y="2238501"/>
                  <a:pt x="8549513" y="2238501"/>
                  <a:pt x="8489417" y="2229622"/>
                </a:cubicBezTo>
                <a:cubicBezTo>
                  <a:pt x="8512517" y="2188645"/>
                  <a:pt x="8512517" y="2178173"/>
                  <a:pt x="8484543" y="2164058"/>
                </a:cubicBezTo>
                <a:cubicBezTo>
                  <a:pt x="8457653" y="2150626"/>
                  <a:pt x="8427876" y="2146073"/>
                  <a:pt x="8402970" y="2125358"/>
                </a:cubicBezTo>
                <a:cubicBezTo>
                  <a:pt x="8425891" y="2072997"/>
                  <a:pt x="8432387" y="2012214"/>
                  <a:pt x="8479670" y="1986716"/>
                </a:cubicBezTo>
                <a:cubicBezTo>
                  <a:pt x="8487070" y="1982846"/>
                  <a:pt x="8492123" y="1967138"/>
                  <a:pt x="8487432" y="1958032"/>
                </a:cubicBezTo>
                <a:cubicBezTo>
                  <a:pt x="8470286" y="1925023"/>
                  <a:pt x="8494830" y="1862417"/>
                  <a:pt x="8441412" y="1855361"/>
                </a:cubicBezTo>
                <a:cubicBezTo>
                  <a:pt x="8434733" y="1854678"/>
                  <a:pt x="8428597" y="1847847"/>
                  <a:pt x="8433831" y="1838969"/>
                </a:cubicBezTo>
                <a:cubicBezTo>
                  <a:pt x="8451879" y="1808009"/>
                  <a:pt x="8430041" y="1810057"/>
                  <a:pt x="8416868" y="1806187"/>
                </a:cubicBezTo>
                <a:cubicBezTo>
                  <a:pt x="8400985" y="1801408"/>
                  <a:pt x="8382938" y="1815066"/>
                  <a:pt x="8368140" y="1798219"/>
                </a:cubicBezTo>
                <a:cubicBezTo>
                  <a:pt x="8371569" y="1780462"/>
                  <a:pt x="8384382" y="1780689"/>
                  <a:pt x="8393405" y="1774999"/>
                </a:cubicBezTo>
                <a:cubicBezTo>
                  <a:pt x="8419754" y="1758607"/>
                  <a:pt x="8441231" y="1739030"/>
                  <a:pt x="8442495" y="1696458"/>
                </a:cubicBezTo>
                <a:cubicBezTo>
                  <a:pt x="8443396" y="1662083"/>
                  <a:pt x="8446284" y="1631805"/>
                  <a:pt x="8409828" y="1621332"/>
                </a:cubicBezTo>
                <a:cubicBezTo>
                  <a:pt x="8394669" y="1617006"/>
                  <a:pt x="8399001" y="1592193"/>
                  <a:pt x="8407664" y="1579899"/>
                </a:cubicBezTo>
                <a:cubicBezTo>
                  <a:pt x="8423184" y="1558045"/>
                  <a:pt x="8435996" y="1528906"/>
                  <a:pt x="8462707" y="1526857"/>
                </a:cubicBezTo>
                <a:cubicBezTo>
                  <a:pt x="8478949" y="1525492"/>
                  <a:pt x="8491402" y="1516384"/>
                  <a:pt x="8504215" y="1505913"/>
                </a:cubicBezTo>
                <a:cubicBezTo>
                  <a:pt x="8513419" y="1498398"/>
                  <a:pt x="8524428" y="1492025"/>
                  <a:pt x="8523345" y="1475863"/>
                </a:cubicBezTo>
                <a:cubicBezTo>
                  <a:pt x="8522262" y="1460382"/>
                  <a:pt x="8511615" y="1454008"/>
                  <a:pt x="8500786" y="1450820"/>
                </a:cubicBezTo>
                <a:cubicBezTo>
                  <a:pt x="8464691" y="1440577"/>
                  <a:pt x="8430764" y="1425551"/>
                  <a:pt x="8400624" y="1391176"/>
                </a:cubicBezTo>
                <a:cubicBezTo>
                  <a:pt x="8420657" y="1372963"/>
                  <a:pt x="8439787" y="1359759"/>
                  <a:pt x="8454585" y="1341319"/>
                </a:cubicBezTo>
                <a:cubicBezTo>
                  <a:pt x="8490318" y="1296701"/>
                  <a:pt x="8187668" y="1156238"/>
                  <a:pt x="8172509" y="1106153"/>
                </a:cubicBezTo>
                <a:cubicBezTo>
                  <a:pt x="8167817" y="1090673"/>
                  <a:pt x="8151755" y="1074738"/>
                  <a:pt x="8138399" y="1070184"/>
                </a:cubicBezTo>
                <a:cubicBezTo>
                  <a:pt x="8075777" y="1048785"/>
                  <a:pt x="8021456" y="1000749"/>
                  <a:pt x="7957388" y="982992"/>
                </a:cubicBezTo>
                <a:cubicBezTo>
                  <a:pt x="7896929" y="966147"/>
                  <a:pt x="7837375" y="943608"/>
                  <a:pt x="7771142" y="921300"/>
                </a:cubicBezTo>
                <a:cubicBezTo>
                  <a:pt x="7811747" y="865296"/>
                  <a:pt x="7883756" y="871899"/>
                  <a:pt x="7900539" y="791082"/>
                </a:cubicBezTo>
                <a:cubicBezTo>
                  <a:pt x="7835028" y="770137"/>
                  <a:pt x="7766090" y="794042"/>
                  <a:pt x="7702923" y="760803"/>
                </a:cubicBezTo>
                <a:cubicBezTo>
                  <a:pt x="7697509" y="757845"/>
                  <a:pt x="7690109" y="760803"/>
                  <a:pt x="7683614" y="761714"/>
                </a:cubicBezTo>
                <a:cubicBezTo>
                  <a:pt x="7553493" y="779471"/>
                  <a:pt x="7423915" y="763991"/>
                  <a:pt x="7295600" y="741680"/>
                </a:cubicBezTo>
                <a:cubicBezTo>
                  <a:pt x="7110798" y="709810"/>
                  <a:pt x="6925273" y="689548"/>
                  <a:pt x="6739388" y="675206"/>
                </a:cubicBezTo>
                <a:cubicBezTo>
                  <a:pt x="6585807" y="663367"/>
                  <a:pt x="6431866" y="658132"/>
                  <a:pt x="6279006" y="635367"/>
                </a:cubicBezTo>
                <a:cubicBezTo>
                  <a:pt x="6115501" y="611009"/>
                  <a:pt x="5952175" y="583462"/>
                  <a:pt x="5788847" y="557964"/>
                </a:cubicBezTo>
                <a:cubicBezTo>
                  <a:pt x="5781448" y="556825"/>
                  <a:pt x="5773282" y="553240"/>
                  <a:pt x="5765387" y="552984"/>
                </a:cubicBezTo>
                <a:close/>
                <a:moveTo>
                  <a:pt x="0" y="0"/>
                </a:moveTo>
                <a:lnTo>
                  <a:pt x="768106" y="0"/>
                </a:lnTo>
                <a:lnTo>
                  <a:pt x="767098" y="10118"/>
                </a:lnTo>
                <a:cubicBezTo>
                  <a:pt x="765697" y="22412"/>
                  <a:pt x="763205" y="34103"/>
                  <a:pt x="756850" y="43654"/>
                </a:cubicBezTo>
                <a:cubicBezTo>
                  <a:pt x="749894" y="54193"/>
                  <a:pt x="757386" y="72374"/>
                  <a:pt x="768357" y="76852"/>
                </a:cubicBezTo>
                <a:cubicBezTo>
                  <a:pt x="838462" y="106364"/>
                  <a:pt x="848094" y="176713"/>
                  <a:pt x="882077" y="237315"/>
                </a:cubicBezTo>
                <a:cubicBezTo>
                  <a:pt x="845150" y="261290"/>
                  <a:pt x="801001" y="266560"/>
                  <a:pt x="761133" y="282106"/>
                </a:cubicBezTo>
                <a:cubicBezTo>
                  <a:pt x="719657" y="298442"/>
                  <a:pt x="719657" y="310562"/>
                  <a:pt x="753907" y="357988"/>
                </a:cubicBezTo>
                <a:cubicBezTo>
                  <a:pt x="664804" y="368265"/>
                  <a:pt x="664804" y="368265"/>
                  <a:pt x="692364" y="442830"/>
                </a:cubicBezTo>
                <a:cubicBezTo>
                  <a:pt x="617709" y="449681"/>
                  <a:pt x="568477" y="484987"/>
                  <a:pt x="556972" y="562188"/>
                </a:cubicBezTo>
                <a:cubicBezTo>
                  <a:pt x="551352" y="599602"/>
                  <a:pt x="517637" y="617254"/>
                  <a:pt x="480177" y="642286"/>
                </a:cubicBezTo>
                <a:cubicBezTo>
                  <a:pt x="526734" y="666528"/>
                  <a:pt x="558310" y="717115"/>
                  <a:pt x="612627" y="663627"/>
                </a:cubicBezTo>
                <a:cubicBezTo>
                  <a:pt x="632427" y="644130"/>
                  <a:pt x="630557" y="668898"/>
                  <a:pt x="633230" y="676011"/>
                </a:cubicBezTo>
                <a:cubicBezTo>
                  <a:pt x="639651" y="693400"/>
                  <a:pt x="626274" y="704995"/>
                  <a:pt x="617443" y="718168"/>
                </a:cubicBezTo>
                <a:cubicBezTo>
                  <a:pt x="608881" y="731343"/>
                  <a:pt x="598711" y="745306"/>
                  <a:pt x="596304" y="760064"/>
                </a:cubicBezTo>
                <a:cubicBezTo>
                  <a:pt x="594700" y="770339"/>
                  <a:pt x="602459" y="785355"/>
                  <a:pt x="611021" y="792998"/>
                </a:cubicBezTo>
                <a:cubicBezTo>
                  <a:pt x="655975" y="833311"/>
                  <a:pt x="629217" y="923949"/>
                  <a:pt x="714308" y="935543"/>
                </a:cubicBezTo>
                <a:cubicBezTo>
                  <a:pt x="752570" y="940811"/>
                  <a:pt x="771032" y="974010"/>
                  <a:pt x="799128" y="992190"/>
                </a:cubicBezTo>
                <a:cubicBezTo>
                  <a:pt x="896793" y="1055689"/>
                  <a:pt x="962082" y="1137368"/>
                  <a:pt x="992317" y="1249612"/>
                </a:cubicBezTo>
                <a:cubicBezTo>
                  <a:pt x="1000611" y="1280703"/>
                  <a:pt x="1032454" y="1305735"/>
                  <a:pt x="1053058" y="1333136"/>
                </a:cubicBezTo>
                <a:cubicBezTo>
                  <a:pt x="1043156" y="1353160"/>
                  <a:pt x="989106" y="1309949"/>
                  <a:pt x="1008104" y="1362645"/>
                </a:cubicBezTo>
                <a:cubicBezTo>
                  <a:pt x="1022553" y="1402169"/>
                  <a:pt x="1059480" y="1426672"/>
                  <a:pt x="1094265" y="1450123"/>
                </a:cubicBezTo>
                <a:cubicBezTo>
                  <a:pt x="1133866" y="1476733"/>
                  <a:pt x="1177749" y="1498075"/>
                  <a:pt x="1195677" y="1547347"/>
                </a:cubicBezTo>
                <a:cubicBezTo>
                  <a:pt x="1199423" y="1557887"/>
                  <a:pt x="1211463" y="1568953"/>
                  <a:pt x="1222166" y="1573170"/>
                </a:cubicBezTo>
                <a:cubicBezTo>
                  <a:pt x="1780331" y="2440289"/>
                  <a:pt x="3154333" y="2446085"/>
                  <a:pt x="3312738" y="2440024"/>
                </a:cubicBezTo>
                <a:cubicBezTo>
                  <a:pt x="3504591" y="2432384"/>
                  <a:pt x="3686008" y="2378897"/>
                  <a:pt x="3863944" y="2312235"/>
                </a:cubicBezTo>
                <a:cubicBezTo>
                  <a:pt x="3939135" y="2284043"/>
                  <a:pt x="4008972" y="2243995"/>
                  <a:pt x="4082022" y="2212904"/>
                </a:cubicBezTo>
                <a:cubicBezTo>
                  <a:pt x="4182897" y="2169955"/>
                  <a:pt x="4260761" y="2088012"/>
                  <a:pt x="4361371" y="2053496"/>
                </a:cubicBezTo>
                <a:cubicBezTo>
                  <a:pt x="4464921" y="2017925"/>
                  <a:pt x="4553490" y="1952846"/>
                  <a:pt x="4659987" y="1925180"/>
                </a:cubicBezTo>
                <a:cubicBezTo>
                  <a:pt x="4716177" y="1910425"/>
                  <a:pt x="4770494" y="1883815"/>
                  <a:pt x="4761667" y="1807667"/>
                </a:cubicBezTo>
                <a:cubicBezTo>
                  <a:pt x="4759257" y="1786061"/>
                  <a:pt x="4773973" y="1768410"/>
                  <a:pt x="4797253" y="1774733"/>
                </a:cubicBezTo>
                <a:cubicBezTo>
                  <a:pt x="4841669" y="1786589"/>
                  <a:pt x="4861738" y="1755234"/>
                  <a:pt x="4886356" y="1731784"/>
                </a:cubicBezTo>
                <a:cubicBezTo>
                  <a:pt x="4930237" y="1690154"/>
                  <a:pt x="4971978" y="1645890"/>
                  <a:pt x="5041818" y="1639039"/>
                </a:cubicBezTo>
                <a:cubicBezTo>
                  <a:pt x="5028440" y="1606365"/>
                  <a:pt x="5005695" y="1611110"/>
                  <a:pt x="4984824" y="1617960"/>
                </a:cubicBezTo>
                <a:cubicBezTo>
                  <a:pt x="4929971" y="1635878"/>
                  <a:pt x="4875653" y="1656165"/>
                  <a:pt x="4820800" y="1674082"/>
                </a:cubicBezTo>
                <a:cubicBezTo>
                  <a:pt x="4784945" y="1685677"/>
                  <a:pt x="4749356" y="1702012"/>
                  <a:pt x="4701459" y="1689099"/>
                </a:cubicBezTo>
                <a:cubicBezTo>
                  <a:pt x="4742668" y="1623230"/>
                  <a:pt x="4812771" y="1611373"/>
                  <a:pt x="4869498" y="1591086"/>
                </a:cubicBezTo>
                <a:cubicBezTo>
                  <a:pt x="4940404" y="1565528"/>
                  <a:pt x="4982147" y="1517309"/>
                  <a:pt x="5032185" y="1463559"/>
                </a:cubicBezTo>
                <a:cubicBezTo>
                  <a:pt x="4980006" y="1450649"/>
                  <a:pt x="4947630" y="1490172"/>
                  <a:pt x="4906692" y="1488062"/>
                </a:cubicBezTo>
                <a:cubicBezTo>
                  <a:pt x="4904550" y="1481215"/>
                  <a:pt x="4900805" y="1471202"/>
                  <a:pt x="4901340" y="1470936"/>
                </a:cubicBezTo>
                <a:cubicBezTo>
                  <a:pt x="4968234" y="1441427"/>
                  <a:pt x="4999539" y="1386097"/>
                  <a:pt x="5009976" y="1319171"/>
                </a:cubicBezTo>
                <a:cubicBezTo>
                  <a:pt x="5015328" y="1284656"/>
                  <a:pt x="5039677" y="1273853"/>
                  <a:pt x="5063760" y="1258044"/>
                </a:cubicBezTo>
                <a:cubicBezTo>
                  <a:pt x="5147777" y="1201922"/>
                  <a:pt x="5236613" y="1151071"/>
                  <a:pt x="5305648" y="1073871"/>
                </a:cubicBezTo>
                <a:cubicBezTo>
                  <a:pt x="5225910" y="1084147"/>
                  <a:pt x="5161960" y="1134471"/>
                  <a:pt x="5076067" y="1156077"/>
                </a:cubicBezTo>
                <a:cubicBezTo>
                  <a:pt x="5144298" y="1071235"/>
                  <a:pt x="5232600" y="1028288"/>
                  <a:pt x="5313141" y="976907"/>
                </a:cubicBezTo>
                <a:cubicBezTo>
                  <a:pt x="5349798" y="953458"/>
                  <a:pt x="5383779" y="923421"/>
                  <a:pt x="5428196" y="910774"/>
                </a:cubicBezTo>
                <a:cubicBezTo>
                  <a:pt x="5443985" y="906295"/>
                  <a:pt x="5469939" y="896809"/>
                  <a:pt x="5457363" y="871779"/>
                </a:cubicBezTo>
                <a:cubicBezTo>
                  <a:pt x="5446661" y="850965"/>
                  <a:pt x="5425523" y="857286"/>
                  <a:pt x="5406256" y="863347"/>
                </a:cubicBezTo>
                <a:cubicBezTo>
                  <a:pt x="5359965" y="878367"/>
                  <a:pt x="5312069" y="878629"/>
                  <a:pt x="5249456" y="878367"/>
                </a:cubicBezTo>
                <a:cubicBezTo>
                  <a:pt x="5301901" y="809597"/>
                  <a:pt x="5397963" y="830149"/>
                  <a:pt x="5442914" y="757955"/>
                </a:cubicBezTo>
                <a:cubicBezTo>
                  <a:pt x="5386723" y="745306"/>
                  <a:pt x="5343376" y="771392"/>
                  <a:pt x="5297887" y="776398"/>
                </a:cubicBezTo>
                <a:cubicBezTo>
                  <a:pt x="5256683" y="780877"/>
                  <a:pt x="5246513" y="768758"/>
                  <a:pt x="5256146" y="728971"/>
                </a:cubicBezTo>
                <a:cubicBezTo>
                  <a:pt x="5271129" y="667053"/>
                  <a:pt x="5248653" y="635435"/>
                  <a:pt x="5188716" y="652298"/>
                </a:cubicBezTo>
                <a:cubicBezTo>
                  <a:pt x="5133062" y="668107"/>
                  <a:pt x="5127175" y="644922"/>
                  <a:pt x="5142160" y="609614"/>
                </a:cubicBezTo>
                <a:cubicBezTo>
                  <a:pt x="5163564" y="558237"/>
                  <a:pt x="5139216" y="518450"/>
                  <a:pt x="5122626" y="475239"/>
                </a:cubicBezTo>
                <a:cubicBezTo>
                  <a:pt x="5097205" y="409367"/>
                  <a:pt x="5107908" y="377223"/>
                  <a:pt x="5162763" y="328215"/>
                </a:cubicBezTo>
                <a:cubicBezTo>
                  <a:pt x="5193532" y="300811"/>
                  <a:pt x="5226711" y="277627"/>
                  <a:pt x="5271399" y="253914"/>
                </a:cubicBezTo>
                <a:cubicBezTo>
                  <a:pt x="5168381" y="241003"/>
                  <a:pt x="5276483" y="197528"/>
                  <a:pt x="5240091" y="170389"/>
                </a:cubicBezTo>
                <a:cubicBezTo>
                  <a:pt x="5167310" y="159323"/>
                  <a:pt x="5107908" y="245745"/>
                  <a:pt x="5008904" y="220979"/>
                </a:cubicBezTo>
                <a:cubicBezTo>
                  <a:pt x="5131187" y="146147"/>
                  <a:pt x="5266315" y="121645"/>
                  <a:pt x="5354881" y="22050"/>
                </a:cubicBezTo>
                <a:cubicBezTo>
                  <a:pt x="5334546" y="-611"/>
                  <a:pt x="5314210" y="20468"/>
                  <a:pt x="5296818" y="12038"/>
                </a:cubicBezTo>
                <a:cubicBezTo>
                  <a:pt x="5297085" y="9403"/>
                  <a:pt x="5296884" y="6109"/>
                  <a:pt x="5297018" y="3177"/>
                </a:cubicBezTo>
                <a:lnTo>
                  <a:pt x="5298067" y="0"/>
                </a:lnTo>
                <a:lnTo>
                  <a:pt x="8958468" y="0"/>
                </a:lnTo>
                <a:lnTo>
                  <a:pt x="8936439" y="18562"/>
                </a:lnTo>
                <a:cubicBezTo>
                  <a:pt x="8928025" y="29598"/>
                  <a:pt x="8926611" y="39110"/>
                  <a:pt x="8934304" y="46608"/>
                </a:cubicBezTo>
                <a:cubicBezTo>
                  <a:pt x="8959791" y="71400"/>
                  <a:pt x="8992737" y="89152"/>
                  <a:pt x="9027240" y="113638"/>
                </a:cubicBezTo>
                <a:cubicBezTo>
                  <a:pt x="8975330" y="159853"/>
                  <a:pt x="8916899" y="180054"/>
                  <a:pt x="8854734" y="193826"/>
                </a:cubicBezTo>
                <a:cubicBezTo>
                  <a:pt x="8836083" y="198111"/>
                  <a:pt x="8817746" y="206680"/>
                  <a:pt x="8815880" y="227493"/>
                </a:cubicBezTo>
                <a:cubicBezTo>
                  <a:pt x="8814017" y="249223"/>
                  <a:pt x="8832977" y="257791"/>
                  <a:pt x="8848828" y="267894"/>
                </a:cubicBezTo>
                <a:cubicBezTo>
                  <a:pt x="8870895" y="281971"/>
                  <a:pt x="8892342" y="294216"/>
                  <a:pt x="8920315" y="296052"/>
                </a:cubicBezTo>
                <a:cubicBezTo>
                  <a:pt x="8966319" y="298806"/>
                  <a:pt x="8988385" y="337982"/>
                  <a:pt x="9015115" y="367363"/>
                </a:cubicBezTo>
                <a:cubicBezTo>
                  <a:pt x="9030034" y="383892"/>
                  <a:pt x="9037496" y="417251"/>
                  <a:pt x="9011388" y="423067"/>
                </a:cubicBezTo>
                <a:cubicBezTo>
                  <a:pt x="8948601" y="437148"/>
                  <a:pt x="8953575" y="477853"/>
                  <a:pt x="8955127" y="524068"/>
                </a:cubicBezTo>
                <a:cubicBezTo>
                  <a:pt x="8957303" y="581304"/>
                  <a:pt x="8994292" y="607624"/>
                  <a:pt x="9039672" y="629661"/>
                </a:cubicBezTo>
                <a:cubicBezTo>
                  <a:pt x="9055213" y="637312"/>
                  <a:pt x="9077279" y="637006"/>
                  <a:pt x="9083187" y="660880"/>
                </a:cubicBezTo>
                <a:cubicBezTo>
                  <a:pt x="9057699" y="683528"/>
                  <a:pt x="9026617" y="665166"/>
                  <a:pt x="8999263" y="671592"/>
                </a:cubicBezTo>
                <a:cubicBezTo>
                  <a:pt x="8976575" y="676794"/>
                  <a:pt x="8938965" y="674041"/>
                  <a:pt x="8970048" y="715664"/>
                </a:cubicBezTo>
                <a:cubicBezTo>
                  <a:pt x="8979063" y="727601"/>
                  <a:pt x="8968494" y="736784"/>
                  <a:pt x="8956992" y="737702"/>
                </a:cubicBezTo>
                <a:cubicBezTo>
                  <a:pt x="8864991" y="747189"/>
                  <a:pt x="8907262" y="831359"/>
                  <a:pt x="8877733" y="875737"/>
                </a:cubicBezTo>
                <a:cubicBezTo>
                  <a:pt x="8869654" y="887979"/>
                  <a:pt x="8878357" y="909097"/>
                  <a:pt x="8891100" y="914300"/>
                </a:cubicBezTo>
                <a:cubicBezTo>
                  <a:pt x="8972534" y="948581"/>
                  <a:pt x="8983724" y="1030299"/>
                  <a:pt x="9023199" y="1100695"/>
                </a:cubicBezTo>
                <a:cubicBezTo>
                  <a:pt x="8980304" y="1128545"/>
                  <a:pt x="8929020" y="1134666"/>
                  <a:pt x="8882708" y="1152725"/>
                </a:cubicBezTo>
                <a:cubicBezTo>
                  <a:pt x="8834530" y="1171701"/>
                  <a:pt x="8834530" y="1185780"/>
                  <a:pt x="8874315" y="1240870"/>
                </a:cubicBezTo>
                <a:cubicBezTo>
                  <a:pt x="8770812" y="1252808"/>
                  <a:pt x="8770812" y="1252808"/>
                  <a:pt x="8802826" y="1339424"/>
                </a:cubicBezTo>
                <a:cubicBezTo>
                  <a:pt x="8716105" y="1347382"/>
                  <a:pt x="8658917" y="1388394"/>
                  <a:pt x="8645552" y="1478072"/>
                </a:cubicBezTo>
                <a:cubicBezTo>
                  <a:pt x="8639024" y="1521532"/>
                  <a:pt x="8599861" y="1542037"/>
                  <a:pt x="8556347" y="1571114"/>
                </a:cubicBezTo>
                <a:cubicBezTo>
                  <a:pt x="8610428" y="1599274"/>
                  <a:pt x="8647106" y="1658037"/>
                  <a:pt x="8710202" y="1595904"/>
                </a:cubicBezTo>
                <a:cubicBezTo>
                  <a:pt x="8733202" y="1573257"/>
                  <a:pt x="8731030" y="1602027"/>
                  <a:pt x="8734135" y="1610290"/>
                </a:cubicBezTo>
                <a:cubicBezTo>
                  <a:pt x="8741594" y="1630489"/>
                  <a:pt x="8726054" y="1643958"/>
                  <a:pt x="8715797" y="1659260"/>
                </a:cubicBezTo>
                <a:cubicBezTo>
                  <a:pt x="8705851" y="1674564"/>
                  <a:pt x="8694038" y="1690784"/>
                  <a:pt x="8691242" y="1707927"/>
                </a:cubicBezTo>
                <a:cubicBezTo>
                  <a:pt x="8689378" y="1719862"/>
                  <a:pt x="8698391" y="1737306"/>
                  <a:pt x="8708337" y="1746183"/>
                </a:cubicBezTo>
                <a:cubicBezTo>
                  <a:pt x="8760556" y="1793011"/>
                  <a:pt x="8729474" y="1898297"/>
                  <a:pt x="8828316" y="1911765"/>
                </a:cubicBezTo>
                <a:cubicBezTo>
                  <a:pt x="8872762" y="1917884"/>
                  <a:pt x="8894207" y="1956449"/>
                  <a:pt x="8926844" y="1977567"/>
                </a:cubicBezTo>
                <a:cubicBezTo>
                  <a:pt x="9040293" y="2051328"/>
                  <a:pt x="9116134" y="2146208"/>
                  <a:pt x="9151255" y="2276592"/>
                </a:cubicBezTo>
                <a:cubicBezTo>
                  <a:pt x="9160890" y="2312707"/>
                  <a:pt x="9197879" y="2341785"/>
                  <a:pt x="9221812" y="2373614"/>
                </a:cubicBezTo>
                <a:cubicBezTo>
                  <a:pt x="9210310" y="2396875"/>
                  <a:pt x="9147525" y="2346680"/>
                  <a:pt x="9169593" y="2407892"/>
                </a:cubicBezTo>
                <a:cubicBezTo>
                  <a:pt x="9186377" y="2453803"/>
                  <a:pt x="9229272" y="2482267"/>
                  <a:pt x="9269679" y="2509507"/>
                </a:cubicBezTo>
                <a:cubicBezTo>
                  <a:pt x="9315680" y="2540419"/>
                  <a:pt x="9366654" y="2565210"/>
                  <a:pt x="9387480" y="2622444"/>
                </a:cubicBezTo>
                <a:cubicBezTo>
                  <a:pt x="9391832" y="2634687"/>
                  <a:pt x="9405817" y="2647542"/>
                  <a:pt x="9418250" y="2652440"/>
                </a:cubicBezTo>
                <a:cubicBezTo>
                  <a:pt x="10066621" y="3659697"/>
                  <a:pt x="11662679" y="3666430"/>
                  <a:pt x="11846684" y="3659389"/>
                </a:cubicBezTo>
                <a:cubicBezTo>
                  <a:pt x="11958113" y="3654952"/>
                  <a:pt x="12066512" y="3637200"/>
                  <a:pt x="12172890" y="3610878"/>
                </a:cubicBezTo>
                <a:lnTo>
                  <a:pt x="12192000" y="3605403"/>
                </a:lnTo>
                <a:lnTo>
                  <a:pt x="12192000" y="6858000"/>
                </a:lnTo>
                <a:lnTo>
                  <a:pt x="2667892" y="6858000"/>
                </a:lnTo>
                <a:lnTo>
                  <a:pt x="2654380" y="6849405"/>
                </a:lnTo>
                <a:cubicBezTo>
                  <a:pt x="2607569" y="6826978"/>
                  <a:pt x="2555222" y="6809052"/>
                  <a:pt x="2517472" y="6768410"/>
                </a:cubicBezTo>
                <a:cubicBezTo>
                  <a:pt x="2640621" y="6736030"/>
                  <a:pt x="2751355" y="6703317"/>
                  <a:pt x="2863768" y="6678867"/>
                </a:cubicBezTo>
                <a:cubicBezTo>
                  <a:pt x="2982893" y="6653093"/>
                  <a:pt x="3083895" y="6583373"/>
                  <a:pt x="3200332" y="6552312"/>
                </a:cubicBezTo>
                <a:cubicBezTo>
                  <a:pt x="3225166" y="6545703"/>
                  <a:pt x="3255030" y="6522574"/>
                  <a:pt x="3263755" y="6500106"/>
                </a:cubicBezTo>
                <a:cubicBezTo>
                  <a:pt x="3291941" y="6427411"/>
                  <a:pt x="3854674" y="6223537"/>
                  <a:pt x="3788234" y="6158777"/>
                </a:cubicBezTo>
                <a:cubicBezTo>
                  <a:pt x="3760718" y="6132011"/>
                  <a:pt x="3725150" y="6112847"/>
                  <a:pt x="3687901" y="6086412"/>
                </a:cubicBezTo>
                <a:cubicBezTo>
                  <a:pt x="3743942" y="6036518"/>
                  <a:pt x="3807024" y="6014710"/>
                  <a:pt x="3874137" y="5999841"/>
                </a:cubicBezTo>
                <a:cubicBezTo>
                  <a:pt x="3894273" y="5995216"/>
                  <a:pt x="3914069" y="5985964"/>
                  <a:pt x="3916083" y="5963494"/>
                </a:cubicBezTo>
                <a:cubicBezTo>
                  <a:pt x="3918095" y="5940035"/>
                  <a:pt x="3897626" y="5930785"/>
                  <a:pt x="3880513" y="5919878"/>
                </a:cubicBezTo>
                <a:cubicBezTo>
                  <a:pt x="3856689" y="5904680"/>
                  <a:pt x="3833535" y="5891460"/>
                  <a:pt x="3803335" y="5889479"/>
                </a:cubicBezTo>
                <a:cubicBezTo>
                  <a:pt x="3753670" y="5886505"/>
                  <a:pt x="3729848" y="5844211"/>
                  <a:pt x="3700990" y="5812491"/>
                </a:cubicBezTo>
                <a:cubicBezTo>
                  <a:pt x="3684884" y="5794647"/>
                  <a:pt x="3676828" y="5758633"/>
                  <a:pt x="3705014" y="5752353"/>
                </a:cubicBezTo>
                <a:cubicBezTo>
                  <a:pt x="3772798" y="5737152"/>
                  <a:pt x="3767428" y="5693207"/>
                  <a:pt x="3765753" y="5643313"/>
                </a:cubicBezTo>
                <a:cubicBezTo>
                  <a:pt x="3763404" y="5581522"/>
                  <a:pt x="3723470" y="5553107"/>
                  <a:pt x="3674479" y="5529315"/>
                </a:cubicBezTo>
                <a:cubicBezTo>
                  <a:pt x="3657701" y="5521056"/>
                  <a:pt x="3633878" y="5521386"/>
                  <a:pt x="3627501" y="5495612"/>
                </a:cubicBezTo>
                <a:cubicBezTo>
                  <a:pt x="3655017" y="5471161"/>
                  <a:pt x="3688572" y="5490985"/>
                  <a:pt x="3718104" y="5484048"/>
                </a:cubicBezTo>
                <a:cubicBezTo>
                  <a:pt x="3742598" y="5478431"/>
                  <a:pt x="3783202" y="5481403"/>
                  <a:pt x="3749644" y="5436467"/>
                </a:cubicBezTo>
                <a:cubicBezTo>
                  <a:pt x="3739912" y="5423580"/>
                  <a:pt x="3751322" y="5413666"/>
                  <a:pt x="3763740" y="5412675"/>
                </a:cubicBezTo>
                <a:cubicBezTo>
                  <a:pt x="3863064" y="5402433"/>
                  <a:pt x="3817428" y="5311564"/>
                  <a:pt x="3849307" y="5263654"/>
                </a:cubicBezTo>
                <a:cubicBezTo>
                  <a:pt x="3858030" y="5250437"/>
                  <a:pt x="3848634" y="5227638"/>
                  <a:pt x="3834876" y="5222021"/>
                </a:cubicBezTo>
                <a:cubicBezTo>
                  <a:pt x="3746960" y="5185011"/>
                  <a:pt x="3734880" y="5096789"/>
                  <a:pt x="3692263" y="5020790"/>
                </a:cubicBezTo>
                <a:cubicBezTo>
                  <a:pt x="3738572" y="4990724"/>
                  <a:pt x="3793938" y="4984115"/>
                  <a:pt x="3843936" y="4964619"/>
                </a:cubicBezTo>
                <a:cubicBezTo>
                  <a:pt x="3895949" y="4944132"/>
                  <a:pt x="3895949" y="4928933"/>
                  <a:pt x="3852997" y="4869458"/>
                </a:cubicBezTo>
                <a:cubicBezTo>
                  <a:pt x="3964739" y="4856569"/>
                  <a:pt x="3964739" y="4856569"/>
                  <a:pt x="3930177" y="4763060"/>
                </a:cubicBezTo>
                <a:cubicBezTo>
                  <a:pt x="4023800" y="4754468"/>
                  <a:pt x="4085540" y="4710192"/>
                  <a:pt x="4099968" y="4613376"/>
                </a:cubicBezTo>
                <a:cubicBezTo>
                  <a:pt x="4107016" y="4566456"/>
                  <a:pt x="4149296" y="4544320"/>
                  <a:pt x="4196274" y="4512928"/>
                </a:cubicBezTo>
                <a:cubicBezTo>
                  <a:pt x="4137888" y="4482527"/>
                  <a:pt x="4098290" y="4419087"/>
                  <a:pt x="4030173" y="4486165"/>
                </a:cubicBezTo>
                <a:cubicBezTo>
                  <a:pt x="4005342" y="4510615"/>
                  <a:pt x="4007687" y="4479555"/>
                  <a:pt x="4004335" y="4470634"/>
                </a:cubicBezTo>
                <a:cubicBezTo>
                  <a:pt x="3996282" y="4448827"/>
                  <a:pt x="4013059" y="4434287"/>
                  <a:pt x="4024133" y="4417767"/>
                </a:cubicBezTo>
                <a:cubicBezTo>
                  <a:pt x="4034870" y="4401245"/>
                  <a:pt x="4047624" y="4383734"/>
                  <a:pt x="4050642" y="4365226"/>
                </a:cubicBezTo>
                <a:cubicBezTo>
                  <a:pt x="4052655" y="4352340"/>
                  <a:pt x="4042924" y="4333509"/>
                  <a:pt x="4032186" y="4323924"/>
                </a:cubicBezTo>
                <a:cubicBezTo>
                  <a:pt x="3975811" y="4273370"/>
                  <a:pt x="4009367" y="4159704"/>
                  <a:pt x="3902658" y="4145163"/>
                </a:cubicBezTo>
                <a:cubicBezTo>
                  <a:pt x="3854674" y="4138557"/>
                  <a:pt x="3831522" y="4096923"/>
                  <a:pt x="3796288" y="4074123"/>
                </a:cubicBezTo>
                <a:cubicBezTo>
                  <a:pt x="3673808" y="3994492"/>
                  <a:pt x="3591931" y="3892060"/>
                  <a:pt x="3554015" y="3751298"/>
                </a:cubicBezTo>
                <a:cubicBezTo>
                  <a:pt x="3543613" y="3712308"/>
                  <a:pt x="3503679" y="3680917"/>
                  <a:pt x="3477841" y="3646554"/>
                </a:cubicBezTo>
                <a:cubicBezTo>
                  <a:pt x="3490259" y="3621441"/>
                  <a:pt x="3558041" y="3675631"/>
                  <a:pt x="3534217" y="3609547"/>
                </a:cubicBezTo>
                <a:cubicBezTo>
                  <a:pt x="3516097" y="3559982"/>
                  <a:pt x="3469788" y="3529253"/>
                  <a:pt x="3426164" y="3499844"/>
                </a:cubicBezTo>
                <a:cubicBezTo>
                  <a:pt x="3376502" y="3466472"/>
                  <a:pt x="3321470" y="3439708"/>
                  <a:pt x="3298987" y="3377918"/>
                </a:cubicBezTo>
                <a:cubicBezTo>
                  <a:pt x="3294289" y="3364700"/>
                  <a:pt x="3279190" y="3350823"/>
                  <a:pt x="3265768" y="3345534"/>
                </a:cubicBezTo>
                <a:cubicBezTo>
                  <a:pt x="2609539" y="2326070"/>
                  <a:pt x="1054085" y="2255965"/>
                  <a:pt x="698533" y="2257448"/>
                </a:cubicBezTo>
                <a:cubicBezTo>
                  <a:pt x="674830" y="2257546"/>
                  <a:pt x="656459" y="2257963"/>
                  <a:pt x="644044" y="2258439"/>
                </a:cubicBezTo>
                <a:cubicBezTo>
                  <a:pt x="463596" y="2265625"/>
                  <a:pt x="290510" y="2305151"/>
                  <a:pt x="121106" y="2359734"/>
                </a:cubicBezTo>
                <a:lnTo>
                  <a:pt x="0" y="2402158"/>
                </a:lnTo>
                <a:close/>
              </a:path>
            </a:pathLst>
          </a:custGeom>
          <a:solidFill>
            <a:schemeClr val="bg2">
              <a:alpha val="50000"/>
            </a:schemeClr>
          </a:solidFill>
          <a:ln w="32707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C01DA4CE-7E04-5F7D-C09E-B9AD213F47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4295" y="4029233"/>
            <a:ext cx="6864412" cy="1924999"/>
          </a:xfrm>
        </p:spPr>
        <p:txBody>
          <a:bodyPr anchor="b">
            <a:normAutofit/>
          </a:bodyPr>
          <a:lstStyle/>
          <a:p>
            <a:r>
              <a:rPr lang="hu-HU" sz="3100" dirty="0"/>
              <a:t>Irányelvek, Rólunk, Kijelentkezés funkciók</a:t>
            </a:r>
          </a:p>
        </p:txBody>
      </p:sp>
      <p:pic>
        <p:nvPicPr>
          <p:cNvPr id="9" name="Kép 8">
            <a:extLst>
              <a:ext uri="{FF2B5EF4-FFF2-40B4-BE49-F238E27FC236}">
                <a16:creationId xmlns:a16="http://schemas.microsoft.com/office/drawing/2014/main" id="{F6218A2C-E51F-F563-A1E0-ADC17183DD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8276" y="1803465"/>
            <a:ext cx="2256431" cy="689464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544F45EE-EFFD-6D1E-7BD1-A42C531738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237" y="124612"/>
            <a:ext cx="3452318" cy="4146929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E0F6BAD0-BE93-2C36-9643-444F626BF0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293" y="343013"/>
            <a:ext cx="3024265" cy="6171973"/>
          </a:xfrm>
          <a:prstGeom prst="rect">
            <a:avLst/>
          </a:prstGeom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64B23644-5F03-1C22-78BD-652621C5BD0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11182" y="568116"/>
            <a:ext cx="2183642" cy="849526"/>
          </a:xfrm>
          <a:prstGeom prst="rect">
            <a:avLst/>
          </a:prstGeom>
        </p:spPr>
      </p:pic>
      <p:sp>
        <p:nvSpPr>
          <p:cNvPr id="3" name="Tartalom helye 2">
            <a:extLst>
              <a:ext uri="{FF2B5EF4-FFF2-40B4-BE49-F238E27FC236}">
                <a16:creationId xmlns:a16="http://schemas.microsoft.com/office/drawing/2014/main" id="{CD0194FB-93F0-F62D-566D-402B75D54A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42121" y="6310630"/>
            <a:ext cx="6776584" cy="45719"/>
          </a:xfrm>
        </p:spPr>
        <p:txBody>
          <a:bodyPr>
            <a:normAutofit fontScale="25000" lnSpcReduction="20000"/>
          </a:bodyPr>
          <a:lstStyle/>
          <a:p>
            <a:endParaRPr lang="hu-HU" sz="2000" dirty="0"/>
          </a:p>
        </p:txBody>
      </p:sp>
    </p:spTree>
    <p:extLst>
      <p:ext uri="{BB962C8B-B14F-4D97-AF65-F5344CB8AC3E}">
        <p14:creationId xmlns:p14="http://schemas.microsoft.com/office/powerpoint/2010/main" val="3444953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352BEC0E-22F8-46D0-9632-375DB541B0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A4788D84-3D5D-2249-658E-39BC705ABC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9184"/>
            <a:ext cx="6894576" cy="1783080"/>
          </a:xfrm>
        </p:spPr>
        <p:txBody>
          <a:bodyPr anchor="b">
            <a:normAutofit/>
          </a:bodyPr>
          <a:lstStyle/>
          <a:p>
            <a:r>
              <a:rPr lang="hu-HU" sz="5400"/>
              <a:t>Bejelentkezés és Regisztráció</a:t>
            </a:r>
          </a:p>
        </p:txBody>
      </p:sp>
      <p:sp>
        <p:nvSpPr>
          <p:cNvPr id="14" name="sketch line">
            <a:extLst>
              <a:ext uri="{FF2B5EF4-FFF2-40B4-BE49-F238E27FC236}">
                <a16:creationId xmlns:a16="http://schemas.microsoft.com/office/drawing/2014/main" id="{3FCFB1DE-0B7E-48CC-BA90-B2AB0889F9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8952" y="2395728"/>
            <a:ext cx="4243589" cy="18288"/>
          </a:xfrm>
          <a:custGeom>
            <a:avLst/>
            <a:gdLst>
              <a:gd name="connsiteX0" fmla="*/ 0 w 4243589"/>
              <a:gd name="connsiteY0" fmla="*/ 0 h 18288"/>
              <a:gd name="connsiteX1" fmla="*/ 478919 w 4243589"/>
              <a:gd name="connsiteY1" fmla="*/ 0 h 18288"/>
              <a:gd name="connsiteX2" fmla="*/ 957839 w 4243589"/>
              <a:gd name="connsiteY2" fmla="*/ 0 h 18288"/>
              <a:gd name="connsiteX3" fmla="*/ 1521630 w 4243589"/>
              <a:gd name="connsiteY3" fmla="*/ 0 h 18288"/>
              <a:gd name="connsiteX4" fmla="*/ 2212729 w 4243589"/>
              <a:gd name="connsiteY4" fmla="*/ 0 h 18288"/>
              <a:gd name="connsiteX5" fmla="*/ 2734084 w 4243589"/>
              <a:gd name="connsiteY5" fmla="*/ 0 h 18288"/>
              <a:gd name="connsiteX6" fmla="*/ 3255439 w 4243589"/>
              <a:gd name="connsiteY6" fmla="*/ 0 h 18288"/>
              <a:gd name="connsiteX7" fmla="*/ 4243589 w 4243589"/>
              <a:gd name="connsiteY7" fmla="*/ 0 h 18288"/>
              <a:gd name="connsiteX8" fmla="*/ 4243589 w 4243589"/>
              <a:gd name="connsiteY8" fmla="*/ 18288 h 18288"/>
              <a:gd name="connsiteX9" fmla="*/ 3594926 w 4243589"/>
              <a:gd name="connsiteY9" fmla="*/ 18288 h 18288"/>
              <a:gd name="connsiteX10" fmla="*/ 3073571 w 4243589"/>
              <a:gd name="connsiteY10" fmla="*/ 18288 h 18288"/>
              <a:gd name="connsiteX11" fmla="*/ 2552216 w 4243589"/>
              <a:gd name="connsiteY11" fmla="*/ 18288 h 18288"/>
              <a:gd name="connsiteX12" fmla="*/ 1903553 w 4243589"/>
              <a:gd name="connsiteY12" fmla="*/ 18288 h 18288"/>
              <a:gd name="connsiteX13" fmla="*/ 1212454 w 4243589"/>
              <a:gd name="connsiteY13" fmla="*/ 18288 h 18288"/>
              <a:gd name="connsiteX14" fmla="*/ 733535 w 4243589"/>
              <a:gd name="connsiteY14" fmla="*/ 18288 h 18288"/>
              <a:gd name="connsiteX15" fmla="*/ 0 w 4243589"/>
              <a:gd name="connsiteY15" fmla="*/ 18288 h 18288"/>
              <a:gd name="connsiteX16" fmla="*/ 0 w 4243589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213395" y="-21006"/>
                  <a:pt x="307421" y="-18116"/>
                  <a:pt x="478919" y="0"/>
                </a:cubicBezTo>
                <a:cubicBezTo>
                  <a:pt x="650417" y="18116"/>
                  <a:pt x="831092" y="-21237"/>
                  <a:pt x="957839" y="0"/>
                </a:cubicBezTo>
                <a:cubicBezTo>
                  <a:pt x="1084586" y="21237"/>
                  <a:pt x="1301682" y="25124"/>
                  <a:pt x="1521630" y="0"/>
                </a:cubicBezTo>
                <a:cubicBezTo>
                  <a:pt x="1741578" y="-25124"/>
                  <a:pt x="1970269" y="-29139"/>
                  <a:pt x="2212729" y="0"/>
                </a:cubicBezTo>
                <a:cubicBezTo>
                  <a:pt x="2455189" y="29139"/>
                  <a:pt x="2558847" y="-4796"/>
                  <a:pt x="2734084" y="0"/>
                </a:cubicBezTo>
                <a:cubicBezTo>
                  <a:pt x="2909321" y="4796"/>
                  <a:pt x="3097217" y="-13409"/>
                  <a:pt x="3255439" y="0"/>
                </a:cubicBezTo>
                <a:cubicBezTo>
                  <a:pt x="3413662" y="13409"/>
                  <a:pt x="3979999" y="-10121"/>
                  <a:pt x="4243589" y="0"/>
                </a:cubicBezTo>
                <a:cubicBezTo>
                  <a:pt x="4244484" y="8974"/>
                  <a:pt x="4243043" y="9359"/>
                  <a:pt x="4243589" y="18288"/>
                </a:cubicBezTo>
                <a:cubicBezTo>
                  <a:pt x="4058777" y="31246"/>
                  <a:pt x="3910348" y="3158"/>
                  <a:pt x="3594926" y="18288"/>
                </a:cubicBezTo>
                <a:cubicBezTo>
                  <a:pt x="3279504" y="33418"/>
                  <a:pt x="3319955" y="-3977"/>
                  <a:pt x="3073571" y="18288"/>
                </a:cubicBezTo>
                <a:cubicBezTo>
                  <a:pt x="2827187" y="40553"/>
                  <a:pt x="2767387" y="1863"/>
                  <a:pt x="2552216" y="18288"/>
                </a:cubicBezTo>
                <a:cubicBezTo>
                  <a:pt x="2337046" y="34713"/>
                  <a:pt x="2181871" y="19527"/>
                  <a:pt x="1903553" y="18288"/>
                </a:cubicBezTo>
                <a:cubicBezTo>
                  <a:pt x="1625235" y="17049"/>
                  <a:pt x="1557672" y="24174"/>
                  <a:pt x="1212454" y="18288"/>
                </a:cubicBezTo>
                <a:cubicBezTo>
                  <a:pt x="867236" y="12402"/>
                  <a:pt x="874382" y="15627"/>
                  <a:pt x="733535" y="18288"/>
                </a:cubicBezTo>
                <a:cubicBezTo>
                  <a:pt x="592688" y="20949"/>
                  <a:pt x="183477" y="14753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43690" y="16630"/>
                  <a:pt x="266667" y="14847"/>
                  <a:pt x="521355" y="0"/>
                </a:cubicBezTo>
                <a:cubicBezTo>
                  <a:pt x="776043" y="-14847"/>
                  <a:pt x="814491" y="-17363"/>
                  <a:pt x="1000275" y="0"/>
                </a:cubicBezTo>
                <a:cubicBezTo>
                  <a:pt x="1186059" y="17363"/>
                  <a:pt x="1352504" y="-23507"/>
                  <a:pt x="1521630" y="0"/>
                </a:cubicBezTo>
                <a:cubicBezTo>
                  <a:pt x="1690756" y="23507"/>
                  <a:pt x="1889525" y="5871"/>
                  <a:pt x="2127857" y="0"/>
                </a:cubicBezTo>
                <a:cubicBezTo>
                  <a:pt x="2366189" y="-5871"/>
                  <a:pt x="2620628" y="-27997"/>
                  <a:pt x="2776520" y="0"/>
                </a:cubicBezTo>
                <a:cubicBezTo>
                  <a:pt x="2932412" y="27997"/>
                  <a:pt x="3131683" y="-25073"/>
                  <a:pt x="3467618" y="0"/>
                </a:cubicBezTo>
                <a:cubicBezTo>
                  <a:pt x="3803553" y="25073"/>
                  <a:pt x="4017371" y="3071"/>
                  <a:pt x="4243589" y="0"/>
                </a:cubicBezTo>
                <a:cubicBezTo>
                  <a:pt x="4243134" y="6162"/>
                  <a:pt x="4243492" y="11775"/>
                  <a:pt x="4243589" y="18288"/>
                </a:cubicBezTo>
                <a:cubicBezTo>
                  <a:pt x="4017834" y="-5779"/>
                  <a:pt x="3834586" y="13376"/>
                  <a:pt x="3594926" y="18288"/>
                </a:cubicBezTo>
                <a:cubicBezTo>
                  <a:pt x="3355266" y="23200"/>
                  <a:pt x="3204179" y="2869"/>
                  <a:pt x="2903827" y="18288"/>
                </a:cubicBezTo>
                <a:cubicBezTo>
                  <a:pt x="2603475" y="33707"/>
                  <a:pt x="2526187" y="46187"/>
                  <a:pt x="2212729" y="18288"/>
                </a:cubicBezTo>
                <a:cubicBezTo>
                  <a:pt x="1899271" y="-9611"/>
                  <a:pt x="1966289" y="29692"/>
                  <a:pt x="1733809" y="18288"/>
                </a:cubicBezTo>
                <a:cubicBezTo>
                  <a:pt x="1501329" y="6884"/>
                  <a:pt x="1343612" y="12492"/>
                  <a:pt x="1085146" y="18288"/>
                </a:cubicBezTo>
                <a:cubicBezTo>
                  <a:pt x="826680" y="24084"/>
                  <a:pt x="778184" y="35607"/>
                  <a:pt x="521355" y="18288"/>
                </a:cubicBezTo>
                <a:cubicBezTo>
                  <a:pt x="264526" y="969"/>
                  <a:pt x="120277" y="4268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3ED4FF73-C3E4-6CD0-82C1-38583E322D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706624"/>
            <a:ext cx="6894576" cy="3483864"/>
          </a:xfrm>
        </p:spPr>
        <p:txBody>
          <a:bodyPr>
            <a:normAutofit/>
          </a:bodyPr>
          <a:lstStyle/>
          <a:p>
            <a:pPr>
              <a:buNone/>
            </a:pPr>
            <a:r>
              <a:rPr lang="hu-HU" sz="1500" b="1"/>
              <a:t>Regisztráció</a:t>
            </a:r>
            <a:r>
              <a:rPr lang="hu-HU" sz="1500"/>
              <a:t> – Az új felhasználóknak a következő adatokat kell megadniuk: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hu-HU" sz="1500" b="1"/>
              <a:t>Teljes név</a:t>
            </a:r>
            <a:endParaRPr lang="hu-HU" sz="1500"/>
          </a:p>
          <a:p>
            <a:pPr>
              <a:buFont typeface="Arial" panose="020B0604020202020204" pitchFamily="34" charset="0"/>
              <a:buChar char="•"/>
            </a:pPr>
            <a:r>
              <a:rPr lang="hu-HU" sz="1500" b="1"/>
              <a:t>Felhasználónév</a:t>
            </a:r>
            <a:endParaRPr lang="hu-HU" sz="1500"/>
          </a:p>
          <a:p>
            <a:pPr>
              <a:buFont typeface="Arial" panose="020B0604020202020204" pitchFamily="34" charset="0"/>
              <a:buChar char="•"/>
            </a:pPr>
            <a:r>
              <a:rPr lang="hu-HU" sz="1500" b="1"/>
              <a:t>E-mail cím</a:t>
            </a:r>
            <a:endParaRPr lang="hu-HU" sz="1500"/>
          </a:p>
          <a:p>
            <a:pPr>
              <a:buFont typeface="Arial" panose="020B0604020202020204" pitchFamily="34" charset="0"/>
              <a:buChar char="•"/>
            </a:pPr>
            <a:r>
              <a:rPr lang="hu-HU" sz="1500" b="1"/>
              <a:t>Jelszó és jelszó megerősítése</a:t>
            </a:r>
            <a:endParaRPr lang="hu-HU" sz="1500"/>
          </a:p>
          <a:p>
            <a:pPr>
              <a:buFont typeface="Arial" panose="020B0604020202020204" pitchFamily="34" charset="0"/>
              <a:buChar char="•"/>
            </a:pPr>
            <a:r>
              <a:rPr lang="hu-HU" sz="1500" b="1"/>
              <a:t>Profilkép</a:t>
            </a:r>
            <a:r>
              <a:rPr lang="hu-HU" sz="1500"/>
              <a:t> </a:t>
            </a:r>
            <a:r>
              <a:rPr lang="hu-HU" sz="1500" i="1"/>
              <a:t>(nem kötelező)</a:t>
            </a:r>
            <a:endParaRPr lang="hu-HU" sz="1500"/>
          </a:p>
          <a:p>
            <a:pPr>
              <a:buFont typeface="Arial" panose="020B0604020202020204" pitchFamily="34" charset="0"/>
              <a:buChar char="•"/>
            </a:pPr>
            <a:r>
              <a:rPr lang="hu-HU" sz="1500" b="1"/>
              <a:t>Bot szűrés</a:t>
            </a:r>
            <a:r>
              <a:rPr lang="hu-HU" sz="1500"/>
              <a:t> </a:t>
            </a:r>
            <a:r>
              <a:rPr lang="hu-HU" sz="1500" i="1"/>
              <a:t>(CAPTCHA vagy egyéb ellenőrzés a robotok kiszűrésére)</a:t>
            </a:r>
            <a:endParaRPr lang="hu-HU" sz="1500"/>
          </a:p>
          <a:p>
            <a:pPr>
              <a:buNone/>
            </a:pPr>
            <a:r>
              <a:rPr lang="hu-HU" sz="1500"/>
              <a:t>✅ </a:t>
            </a:r>
            <a:r>
              <a:rPr lang="hu-HU" sz="1500" b="1"/>
              <a:t>Bejelentkezés</a:t>
            </a:r>
            <a:r>
              <a:rPr lang="hu-HU" sz="1500"/>
              <a:t> – A sikeres regisztráció után a felhasználók be tudnak lépni a felhasználónevükkel vagy e-mail címükkel és jelszavukkal.</a:t>
            </a:r>
          </a:p>
          <a:p>
            <a:pPr marL="0" indent="0">
              <a:buNone/>
            </a:pPr>
            <a:r>
              <a:rPr lang="hu-HU" sz="1500"/>
              <a:t>🔐 </a:t>
            </a:r>
            <a:r>
              <a:rPr lang="hu-HU" sz="1500" b="1"/>
              <a:t>Biztonság</a:t>
            </a:r>
            <a:r>
              <a:rPr lang="hu-HU" sz="1500"/>
              <a:t> – A jelszavak titkosítva tárolódnak az adatbázisban, és a bot szűrés segít a spam vagy automatizált regisztrációk elkerülésében.</a:t>
            </a:r>
          </a:p>
          <a:p>
            <a:endParaRPr lang="hu-HU" sz="1500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BCBB30FF-24EE-1720-DC6F-3F268EF8D9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92018" y="329183"/>
            <a:ext cx="1757859" cy="3429969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35B3A5A6-7818-97B2-698F-BB3E226A9B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8428" y="4079193"/>
            <a:ext cx="2006751" cy="21762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59225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CF44E0C-0186-6536-8412-6FDB5D1B0E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9609" y="637762"/>
            <a:ext cx="3018025" cy="5576770"/>
          </a:xfrm>
        </p:spPr>
        <p:txBody>
          <a:bodyPr anchor="t">
            <a:normAutofit/>
          </a:bodyPr>
          <a:lstStyle/>
          <a:p>
            <a:r>
              <a:rPr lang="hu-HU" sz="2800">
                <a:solidFill>
                  <a:schemeClr val="bg1"/>
                </a:solidFill>
              </a:rPr>
              <a:t>A technológiák kiválasztása</a:t>
            </a:r>
            <a:endParaRPr lang="hu-HU" sz="2800" dirty="0">
              <a:solidFill>
                <a:schemeClr val="bg1"/>
              </a:solidFill>
            </a:endParaRP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9D03BAB-1964-1609-2B1C-26544E792C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57076" y="676329"/>
            <a:ext cx="6872361" cy="5817940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hu-HU" sz="1200" b="1" dirty="0"/>
              <a:t>Komponens alapú felépítés</a:t>
            </a:r>
            <a:r>
              <a:rPr lang="hu-HU" sz="1200" dirty="0"/>
              <a:t> – Könnyen újrahasznosítható UI elemek.</a:t>
            </a:r>
          </a:p>
          <a:p>
            <a:pPr marL="0" indent="0">
              <a:buNone/>
            </a:pPr>
            <a:r>
              <a:rPr lang="hu-HU" sz="1200" b="1" dirty="0"/>
              <a:t>Egyszerű állapotkezelés </a:t>
            </a:r>
            <a:r>
              <a:rPr lang="hu-HU" sz="1200" dirty="0"/>
              <a:t>– használható </a:t>
            </a:r>
            <a:r>
              <a:rPr lang="hu-HU" sz="1200" dirty="0" err="1"/>
              <a:t>useEffect</a:t>
            </a:r>
            <a:r>
              <a:rPr lang="hu-HU" sz="1200" dirty="0"/>
              <a:t> és </a:t>
            </a:r>
            <a:r>
              <a:rPr lang="hu-HU" sz="1200" dirty="0" err="1"/>
              <a:t>useState</a:t>
            </a:r>
            <a:r>
              <a:rPr lang="hu-HU" sz="1200" dirty="0"/>
              <a:t> is</a:t>
            </a:r>
          </a:p>
          <a:p>
            <a:pPr marL="0" indent="0">
              <a:buNone/>
            </a:pPr>
            <a:endParaRPr lang="hu-HU" sz="1100" dirty="0"/>
          </a:p>
          <a:p>
            <a:pPr>
              <a:buNone/>
            </a:pPr>
            <a:r>
              <a:rPr lang="hu-HU" sz="1400" b="1" dirty="0"/>
              <a:t>Miért ASP.NET </a:t>
            </a:r>
            <a:r>
              <a:rPr lang="hu-HU" sz="1400" b="1" dirty="0" err="1"/>
              <a:t>Core</a:t>
            </a:r>
            <a:r>
              <a:rPr lang="hu-HU" sz="1400" b="1" dirty="0"/>
              <a:t> Web API a backendhez?</a:t>
            </a:r>
            <a:endParaRPr lang="hu-HU" sz="1400" dirty="0"/>
          </a:p>
          <a:p>
            <a:pPr marL="0" indent="0">
              <a:buNone/>
            </a:pPr>
            <a:r>
              <a:rPr lang="hu-HU" sz="1200" b="1" dirty="0"/>
              <a:t>Gyors és biztonságos</a:t>
            </a:r>
            <a:r>
              <a:rPr lang="hu-HU" sz="1200" dirty="0"/>
              <a:t> – Kiváló teljesítményt nyújt .NET környezetben.</a:t>
            </a:r>
          </a:p>
          <a:p>
            <a:pPr marL="0" indent="0">
              <a:buNone/>
            </a:pPr>
            <a:r>
              <a:rPr lang="hu-HU" sz="1200" b="1" dirty="0" err="1"/>
              <a:t>RESTful</a:t>
            </a:r>
            <a:r>
              <a:rPr lang="hu-HU" sz="1200" b="1" dirty="0"/>
              <a:t> API támogatás</a:t>
            </a:r>
            <a:r>
              <a:rPr lang="hu-HU" sz="1200" dirty="0"/>
              <a:t> – Könnyen skálázható és bővíthető végpontok.</a:t>
            </a:r>
          </a:p>
          <a:p>
            <a:pPr marL="0" indent="0">
              <a:buNone/>
            </a:pPr>
            <a:endParaRPr lang="hu-HU" sz="1200" dirty="0"/>
          </a:p>
          <a:p>
            <a:pPr marL="0" indent="0">
              <a:buNone/>
            </a:pPr>
            <a:r>
              <a:rPr lang="hu-HU" sz="1400" b="1" dirty="0"/>
              <a:t>Miért ezt a </a:t>
            </a:r>
            <a:r>
              <a:rPr lang="hu-HU" sz="1400" b="1" dirty="0" err="1"/>
              <a:t>MySql</a:t>
            </a:r>
            <a:r>
              <a:rPr lang="hu-HU" sz="1400" b="1" dirty="0"/>
              <a:t> adatbáziskezelőt használjuk?</a:t>
            </a:r>
          </a:p>
          <a:p>
            <a:pPr marL="0" indent="0">
              <a:buNone/>
            </a:pPr>
            <a:r>
              <a:rPr lang="hu-HU" sz="1200" b="1" dirty="0"/>
              <a:t>Megbízható és jól skálázható </a:t>
            </a:r>
            <a:r>
              <a:rPr lang="hu-HU" sz="1200" dirty="0"/>
              <a:t>– Képes nagy mennyiségű adat kezelésére.</a:t>
            </a:r>
          </a:p>
          <a:p>
            <a:pPr marL="0" indent="0">
              <a:buNone/>
            </a:pPr>
            <a:r>
              <a:rPr lang="hu-HU" sz="1200" b="1" dirty="0"/>
              <a:t>Biztonságos és skálázható</a:t>
            </a:r>
            <a:r>
              <a:rPr lang="hu-HU" sz="1200" dirty="0"/>
              <a:t> – Képes kezelni a növekvő felhasználói és adattárolási igényeket.</a:t>
            </a:r>
          </a:p>
          <a:p>
            <a:pPr marL="0" indent="0">
              <a:buNone/>
            </a:pPr>
            <a:endParaRPr lang="hu-HU" sz="1100" dirty="0"/>
          </a:p>
          <a:p>
            <a:pPr marL="0" indent="0">
              <a:buNone/>
            </a:pPr>
            <a:r>
              <a:rPr lang="hu-HU" sz="1400" b="1" dirty="0"/>
              <a:t>Miért a WPF-</a:t>
            </a:r>
            <a:r>
              <a:rPr lang="hu-HU" sz="1400" b="1" dirty="0" err="1"/>
              <a:t>et</a:t>
            </a:r>
            <a:r>
              <a:rPr lang="hu-HU" sz="1400" b="1" dirty="0"/>
              <a:t> választottuk?</a:t>
            </a:r>
          </a:p>
          <a:p>
            <a:pPr marL="0" indent="0">
              <a:buNone/>
            </a:pPr>
            <a:r>
              <a:rPr lang="hu-HU" sz="1200" b="1" dirty="0"/>
              <a:t>Hatékony asztali alkalmazás fejlesztés -</a:t>
            </a:r>
            <a:r>
              <a:rPr lang="hu-HU" sz="1200" dirty="0"/>
              <a:t> A WPF lehetővé teszi modern és reszponzív asztali alkalmazások létrehozását.</a:t>
            </a:r>
          </a:p>
          <a:p>
            <a:pPr marL="0" indent="0">
              <a:buNone/>
            </a:pPr>
            <a:r>
              <a:rPr lang="hu-HU" sz="1200" b="1" dirty="0" err="1"/>
              <a:t>Testreszabható</a:t>
            </a:r>
            <a:r>
              <a:rPr lang="hu-HU" sz="1200" b="1" dirty="0"/>
              <a:t> UI -</a:t>
            </a:r>
            <a:r>
              <a:rPr lang="hu-HU" sz="1200" dirty="0"/>
              <a:t> A WPF lehetőséget ad arra, hogy egyedi és modern adminisztrációs felületet alakítsunk ki. </a:t>
            </a:r>
          </a:p>
          <a:p>
            <a:pPr marL="0" indent="0">
              <a:buNone/>
            </a:pPr>
            <a:endParaRPr lang="hu-HU" sz="1100" dirty="0"/>
          </a:p>
          <a:p>
            <a:pPr marL="0" indent="0">
              <a:buNone/>
            </a:pPr>
            <a:r>
              <a:rPr lang="hu-HU" sz="1400" b="1" dirty="0"/>
              <a:t>Miért a Visual </a:t>
            </a:r>
            <a:r>
              <a:rPr lang="hu-HU" sz="1400" b="1" dirty="0" err="1"/>
              <a:t>Studio</a:t>
            </a:r>
            <a:r>
              <a:rPr lang="hu-HU" sz="1400" b="1" dirty="0"/>
              <a:t> </a:t>
            </a:r>
            <a:r>
              <a:rPr lang="hu-HU" sz="1400" b="1" dirty="0" err="1"/>
              <a:t>Code</a:t>
            </a:r>
            <a:r>
              <a:rPr lang="hu-HU" sz="1400" b="1" dirty="0"/>
              <a:t>-ot választottuk?</a:t>
            </a:r>
          </a:p>
          <a:p>
            <a:pPr marL="0" indent="0">
              <a:buNone/>
            </a:pPr>
            <a:r>
              <a:rPr lang="hu-HU" sz="1200" b="1" dirty="0"/>
              <a:t>Kiterjesztések és támogatás -</a:t>
            </a:r>
            <a:r>
              <a:rPr lang="hu-HU" sz="1200" dirty="0"/>
              <a:t> Rengeteg </a:t>
            </a:r>
            <a:r>
              <a:rPr lang="hu-HU" sz="1200" dirty="0" err="1"/>
              <a:t>plugin</a:t>
            </a:r>
            <a:r>
              <a:rPr lang="hu-HU" sz="1200" dirty="0"/>
              <a:t> és eszköz segíti a fejlesztést (pl. </a:t>
            </a:r>
            <a:r>
              <a:rPr lang="hu-HU" sz="1200" dirty="0" err="1"/>
              <a:t>React</a:t>
            </a:r>
            <a:r>
              <a:rPr lang="hu-HU" sz="1200" dirty="0"/>
              <a:t>, ASP.NET </a:t>
            </a:r>
            <a:r>
              <a:rPr lang="hu-HU" sz="1200" dirty="0" err="1"/>
              <a:t>Core</a:t>
            </a:r>
            <a:r>
              <a:rPr lang="hu-HU" sz="1200" dirty="0"/>
              <a:t>, </a:t>
            </a:r>
            <a:r>
              <a:rPr lang="hu-HU" sz="1200" dirty="0" err="1"/>
              <a:t>MySQL</a:t>
            </a:r>
            <a:r>
              <a:rPr lang="hu-HU" sz="1200" dirty="0"/>
              <a:t> kezelése).</a:t>
            </a:r>
          </a:p>
          <a:p>
            <a:pPr marL="0" indent="0">
              <a:buNone/>
            </a:pPr>
            <a:r>
              <a:rPr lang="hu-HU" sz="1200" b="1" dirty="0"/>
              <a:t>Kényelmes fejlesztési környezet -</a:t>
            </a:r>
            <a:r>
              <a:rPr lang="hu-HU" sz="1200" dirty="0"/>
              <a:t> A </a:t>
            </a:r>
            <a:r>
              <a:rPr lang="hu-HU" sz="1200" dirty="0" err="1"/>
              <a:t>React</a:t>
            </a:r>
            <a:r>
              <a:rPr lang="hu-HU" sz="1200" dirty="0"/>
              <a:t> frontend fejlesztése során gyorsan szerkeszthetjük és tesztelhetjük a kódot.</a:t>
            </a:r>
          </a:p>
        </p:txBody>
      </p:sp>
      <p:pic>
        <p:nvPicPr>
          <p:cNvPr id="24" name="Kép 23" descr="A képen képernyőkép, Grafika, szimbólum, Acélkék látható&#10;&#10;Előfordulhat, hogy a mesterséges intelligencia által létrehozott tartalom helytelen.">
            <a:extLst>
              <a:ext uri="{FF2B5EF4-FFF2-40B4-BE49-F238E27FC236}">
                <a16:creationId xmlns:a16="http://schemas.microsoft.com/office/drawing/2014/main" id="{84837847-5100-A5AF-684C-2021801DD1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5177" y="2087884"/>
            <a:ext cx="1470936" cy="1470936"/>
          </a:xfrm>
          <a:prstGeom prst="rect">
            <a:avLst/>
          </a:prstGeom>
        </p:spPr>
      </p:pic>
      <p:pic>
        <p:nvPicPr>
          <p:cNvPr id="26" name="Kép 25" descr="A képen Grafika, lila, Orgona, Színesség látható&#10;&#10;Előfordulhat, hogy a mesterséges intelligencia által létrehozott tartalom helytelen.">
            <a:extLst>
              <a:ext uri="{FF2B5EF4-FFF2-40B4-BE49-F238E27FC236}">
                <a16:creationId xmlns:a16="http://schemas.microsoft.com/office/drawing/2014/main" id="{D06EF17E-A9BC-0EBF-3A4C-433A9A7BC59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28622" y="338311"/>
            <a:ext cx="1244009" cy="1244009"/>
          </a:xfrm>
          <a:prstGeom prst="rect">
            <a:avLst/>
          </a:prstGeom>
        </p:spPr>
      </p:pic>
      <p:pic>
        <p:nvPicPr>
          <p:cNvPr id="30" name="Kép 29" descr="A képen Grafika, Betűtípus, embléma, Grafikus tervezés látható&#10;&#10;Előfordulhat, hogy a mesterséges intelligencia által létrehozott tartalom helytelen.">
            <a:extLst>
              <a:ext uri="{FF2B5EF4-FFF2-40B4-BE49-F238E27FC236}">
                <a16:creationId xmlns:a16="http://schemas.microsoft.com/office/drawing/2014/main" id="{0B5FA496-9EAE-69C8-4630-5552A2BB6C7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6135" y="3598156"/>
            <a:ext cx="2744972" cy="2744972"/>
          </a:xfrm>
          <a:prstGeom prst="rect">
            <a:avLst/>
          </a:prstGeom>
        </p:spPr>
      </p:pic>
      <p:pic>
        <p:nvPicPr>
          <p:cNvPr id="34" name="Kép 33" descr="A képen Grafika, Betűtípus, Grafikus tervezés, embléma látható&#10;&#10;Előfordulhat, hogy a mesterséges intelligencia által létrehozott tartalom helytelen.">
            <a:extLst>
              <a:ext uri="{FF2B5EF4-FFF2-40B4-BE49-F238E27FC236}">
                <a16:creationId xmlns:a16="http://schemas.microsoft.com/office/drawing/2014/main" id="{4D1E2BA6-1B2E-0CBE-D454-C4A60673E71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348" y="2182138"/>
            <a:ext cx="2406546" cy="1244009"/>
          </a:xfrm>
          <a:prstGeom prst="rect">
            <a:avLst/>
          </a:prstGeom>
        </p:spPr>
      </p:pic>
      <p:sp>
        <p:nvSpPr>
          <p:cNvPr id="4" name="Szövegdoboz 3">
            <a:extLst>
              <a:ext uri="{FF2B5EF4-FFF2-40B4-BE49-F238E27FC236}">
                <a16:creationId xmlns:a16="http://schemas.microsoft.com/office/drawing/2014/main" id="{BE17E947-0B23-0D9C-6E50-689A2E9E652F}"/>
              </a:ext>
            </a:extLst>
          </p:cNvPr>
          <p:cNvSpPr txBox="1"/>
          <p:nvPr/>
        </p:nvSpPr>
        <p:spPr>
          <a:xfrm>
            <a:off x="403850" y="128016"/>
            <a:ext cx="527608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800" b="1" dirty="0"/>
              <a:t>Miért </a:t>
            </a:r>
            <a:r>
              <a:rPr lang="hu-HU" sz="2800" b="1" dirty="0" err="1"/>
              <a:t>React</a:t>
            </a:r>
            <a:r>
              <a:rPr lang="hu-HU" sz="2800" b="1" dirty="0"/>
              <a:t>-ot használtunk?</a:t>
            </a:r>
            <a:endParaRPr lang="hu-HU" sz="2800" dirty="0"/>
          </a:p>
        </p:txBody>
      </p:sp>
    </p:spTree>
    <p:extLst>
      <p:ext uri="{BB962C8B-B14F-4D97-AF65-F5344CB8AC3E}">
        <p14:creationId xmlns:p14="http://schemas.microsoft.com/office/powerpoint/2010/main" val="17067453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7B831B6F-405A-4B47-B9BB-5CA88F2858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41B95F39-E9BA-0A78-FEF7-4AAE80FC76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3757" y="741915"/>
            <a:ext cx="2262478" cy="4927602"/>
          </a:xfrm>
          <a:prstGeom prst="rect">
            <a:avLst/>
          </a:prstGeom>
        </p:spPr>
      </p:pic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15109354-9C5D-4F8C-B0E6-D1043C7BF2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29992" y="0"/>
            <a:ext cx="7562008" cy="6858000"/>
          </a:xfrm>
          <a:custGeom>
            <a:avLst/>
            <a:gdLst>
              <a:gd name="connsiteX0" fmla="*/ 7529613 w 7529613"/>
              <a:gd name="connsiteY0" fmla="*/ 0 h 6858000"/>
              <a:gd name="connsiteX1" fmla="*/ 1222331 w 7529613"/>
              <a:gd name="connsiteY1" fmla="*/ 0 h 6858000"/>
              <a:gd name="connsiteX2" fmla="*/ 1126483 w 7529613"/>
              <a:gd name="connsiteY2" fmla="*/ 148742 h 6858000"/>
              <a:gd name="connsiteX3" fmla="*/ 767554 w 7529613"/>
              <a:gd name="connsiteY3" fmla="*/ 819975 h 6858000"/>
              <a:gd name="connsiteX4" fmla="*/ 742103 w 7529613"/>
              <a:gd name="connsiteY4" fmla="*/ 854514 h 6858000"/>
              <a:gd name="connsiteX5" fmla="*/ 785881 w 7529613"/>
              <a:gd name="connsiteY5" fmla="*/ 750263 h 6858000"/>
              <a:gd name="connsiteX6" fmla="*/ 978978 w 7529613"/>
              <a:gd name="connsiteY6" fmla="*/ 331786 h 6858000"/>
              <a:gd name="connsiteX7" fmla="*/ 1155717 w 7529613"/>
              <a:gd name="connsiteY7" fmla="*/ 0 h 6858000"/>
              <a:gd name="connsiteX8" fmla="*/ 1098249 w 7529613"/>
              <a:gd name="connsiteY8" fmla="*/ 0 h 6858000"/>
              <a:gd name="connsiteX9" fmla="*/ 991458 w 7529613"/>
              <a:gd name="connsiteY9" fmla="*/ 196614 h 6858000"/>
              <a:gd name="connsiteX10" fmla="*/ 493941 w 7529613"/>
              <a:gd name="connsiteY10" fmla="*/ 1371196 h 6858000"/>
              <a:gd name="connsiteX11" fmla="*/ 46485 w 7529613"/>
              <a:gd name="connsiteY11" fmla="*/ 3331516 h 6858000"/>
              <a:gd name="connsiteX12" fmla="*/ 12252 w 7529613"/>
              <a:gd name="connsiteY12" fmla="*/ 4357388 h 6858000"/>
              <a:gd name="connsiteX13" fmla="*/ 170821 w 7529613"/>
              <a:gd name="connsiteY13" fmla="*/ 5552906 h 6858000"/>
              <a:gd name="connsiteX14" fmla="*/ 537265 w 7529613"/>
              <a:gd name="connsiteY14" fmla="*/ 6828295 h 6858000"/>
              <a:gd name="connsiteX15" fmla="*/ 549692 w 7529613"/>
              <a:gd name="connsiteY15" fmla="*/ 6858000 h 6858000"/>
              <a:gd name="connsiteX16" fmla="*/ 602234 w 7529613"/>
              <a:gd name="connsiteY16" fmla="*/ 6858000 h 6858000"/>
              <a:gd name="connsiteX17" fmla="*/ 595414 w 7529613"/>
              <a:gd name="connsiteY17" fmla="*/ 6841549 h 6858000"/>
              <a:gd name="connsiteX18" fmla="*/ 364260 w 7529613"/>
              <a:gd name="connsiteY18" fmla="*/ 6142729 h 6858000"/>
              <a:gd name="connsiteX19" fmla="*/ 213071 w 7529613"/>
              <a:gd name="connsiteY19" fmla="*/ 5513923 h 6858000"/>
              <a:gd name="connsiteX20" fmla="*/ 211290 w 7529613"/>
              <a:gd name="connsiteY20" fmla="*/ 5480401 h 6858000"/>
              <a:gd name="connsiteX21" fmla="*/ 311446 w 7529613"/>
              <a:gd name="connsiteY21" fmla="*/ 5830359 h 6858000"/>
              <a:gd name="connsiteX22" fmla="*/ 622963 w 7529613"/>
              <a:gd name="connsiteY22" fmla="*/ 6670527 h 6858000"/>
              <a:gd name="connsiteX23" fmla="*/ 710464 w 7529613"/>
              <a:gd name="connsiteY23" fmla="*/ 6858000 h 6858000"/>
              <a:gd name="connsiteX24" fmla="*/ 7529613 w 7529613"/>
              <a:gd name="connsiteY2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7529613" h="6858000">
                <a:moveTo>
                  <a:pt x="7529613" y="0"/>
                </a:moveTo>
                <a:lnTo>
                  <a:pt x="1222331" y="0"/>
                </a:lnTo>
                <a:lnTo>
                  <a:pt x="1126483" y="148742"/>
                </a:lnTo>
                <a:cubicBezTo>
                  <a:pt x="995323" y="365513"/>
                  <a:pt x="876174" y="589569"/>
                  <a:pt x="767554" y="819975"/>
                </a:cubicBezTo>
                <a:cubicBezTo>
                  <a:pt x="762210" y="833492"/>
                  <a:pt x="753441" y="845393"/>
                  <a:pt x="742103" y="854514"/>
                </a:cubicBezTo>
                <a:cubicBezTo>
                  <a:pt x="756737" y="819849"/>
                  <a:pt x="770991" y="784928"/>
                  <a:pt x="785881" y="750263"/>
                </a:cubicBezTo>
                <a:cubicBezTo>
                  <a:pt x="846713" y="608712"/>
                  <a:pt x="910948" y="469145"/>
                  <a:pt x="978978" y="331786"/>
                </a:cubicBezTo>
                <a:lnTo>
                  <a:pt x="1155717" y="0"/>
                </a:lnTo>
                <a:lnTo>
                  <a:pt x="1098249" y="0"/>
                </a:lnTo>
                <a:lnTo>
                  <a:pt x="991458" y="196614"/>
                </a:lnTo>
                <a:cubicBezTo>
                  <a:pt x="797017" y="573253"/>
                  <a:pt x="633548" y="966066"/>
                  <a:pt x="493941" y="1371196"/>
                </a:cubicBezTo>
                <a:cubicBezTo>
                  <a:pt x="276630" y="2007265"/>
                  <a:pt x="126659" y="2664286"/>
                  <a:pt x="46485" y="3331516"/>
                </a:cubicBezTo>
                <a:cubicBezTo>
                  <a:pt x="4488" y="3672965"/>
                  <a:pt x="-14219" y="4013908"/>
                  <a:pt x="12252" y="4357388"/>
                </a:cubicBezTo>
                <a:cubicBezTo>
                  <a:pt x="43558" y="4758899"/>
                  <a:pt x="90773" y="5157998"/>
                  <a:pt x="170821" y="5552906"/>
                </a:cubicBezTo>
                <a:cubicBezTo>
                  <a:pt x="259109" y="5988893"/>
                  <a:pt x="378967" y="6414594"/>
                  <a:pt x="537265" y="6828295"/>
                </a:cubicBezTo>
                <a:lnTo>
                  <a:pt x="549692" y="6858000"/>
                </a:lnTo>
                <a:lnTo>
                  <a:pt x="602234" y="6858000"/>
                </a:lnTo>
                <a:lnTo>
                  <a:pt x="595414" y="6841549"/>
                </a:lnTo>
                <a:cubicBezTo>
                  <a:pt x="507884" y="6614016"/>
                  <a:pt x="431296" y="6380817"/>
                  <a:pt x="364260" y="6142729"/>
                </a:cubicBezTo>
                <a:cubicBezTo>
                  <a:pt x="305974" y="5935370"/>
                  <a:pt x="262958" y="5723695"/>
                  <a:pt x="213071" y="5513923"/>
                </a:cubicBezTo>
                <a:cubicBezTo>
                  <a:pt x="211892" y="5502788"/>
                  <a:pt x="211299" y="5491601"/>
                  <a:pt x="211290" y="5480401"/>
                </a:cubicBezTo>
                <a:cubicBezTo>
                  <a:pt x="247814" y="5607635"/>
                  <a:pt x="276958" y="5719759"/>
                  <a:pt x="311446" y="5830359"/>
                </a:cubicBezTo>
                <a:cubicBezTo>
                  <a:pt x="401357" y="6118381"/>
                  <a:pt x="505060" y="6398531"/>
                  <a:pt x="622963" y="6670527"/>
                </a:cubicBezTo>
                <a:lnTo>
                  <a:pt x="710464" y="6858000"/>
                </a:lnTo>
                <a:lnTo>
                  <a:pt x="7529613" y="6858000"/>
                </a:lnTo>
                <a:close/>
              </a:path>
            </a:pathLst>
          </a:custGeom>
          <a:solidFill>
            <a:schemeClr val="accent2"/>
          </a:solidFill>
          <a:ln w="6857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1C65C2A0-DDD6-7793-8A92-FB76A20F51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59354" y="457201"/>
            <a:ext cx="5337270" cy="1835911"/>
          </a:xfrm>
        </p:spPr>
        <p:txBody>
          <a:bodyPr anchor="b">
            <a:normAutofit/>
          </a:bodyPr>
          <a:lstStyle/>
          <a:p>
            <a:r>
              <a:rPr lang="en-US" sz="5400">
                <a:solidFill>
                  <a:srgbClr val="FFFFFF"/>
                </a:solidFill>
              </a:rPr>
              <a:t>Backend (ASP.NET Core Web API)</a:t>
            </a:r>
            <a:endParaRPr lang="hu-HU" sz="5400">
              <a:solidFill>
                <a:srgbClr val="FFFFFF"/>
              </a:solidFill>
            </a:endParaRPr>
          </a:p>
        </p:txBody>
      </p:sp>
      <p:sp>
        <p:nvSpPr>
          <p:cNvPr id="16" name="sketch line">
            <a:extLst>
              <a:ext uri="{FF2B5EF4-FFF2-40B4-BE49-F238E27FC236}">
                <a16:creationId xmlns:a16="http://schemas.microsoft.com/office/drawing/2014/main" id="{49B530FE-A87D-41A0-A920-ADC6539EAA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59353" y="2560829"/>
            <a:ext cx="5029200" cy="18288"/>
          </a:xfrm>
          <a:custGeom>
            <a:avLst/>
            <a:gdLst>
              <a:gd name="connsiteX0" fmla="*/ 0 w 5029200"/>
              <a:gd name="connsiteY0" fmla="*/ 0 h 18288"/>
              <a:gd name="connsiteX1" fmla="*/ 528066 w 5029200"/>
              <a:gd name="connsiteY1" fmla="*/ 0 h 18288"/>
              <a:gd name="connsiteX2" fmla="*/ 1207008 w 5029200"/>
              <a:gd name="connsiteY2" fmla="*/ 0 h 18288"/>
              <a:gd name="connsiteX3" fmla="*/ 1785366 w 5029200"/>
              <a:gd name="connsiteY3" fmla="*/ 0 h 18288"/>
              <a:gd name="connsiteX4" fmla="*/ 2313432 w 5029200"/>
              <a:gd name="connsiteY4" fmla="*/ 0 h 18288"/>
              <a:gd name="connsiteX5" fmla="*/ 2992374 w 5029200"/>
              <a:gd name="connsiteY5" fmla="*/ 0 h 18288"/>
              <a:gd name="connsiteX6" fmla="*/ 3621024 w 5029200"/>
              <a:gd name="connsiteY6" fmla="*/ 0 h 18288"/>
              <a:gd name="connsiteX7" fmla="*/ 4249674 w 5029200"/>
              <a:gd name="connsiteY7" fmla="*/ 0 h 18288"/>
              <a:gd name="connsiteX8" fmla="*/ 5029200 w 5029200"/>
              <a:gd name="connsiteY8" fmla="*/ 0 h 18288"/>
              <a:gd name="connsiteX9" fmla="*/ 5029200 w 5029200"/>
              <a:gd name="connsiteY9" fmla="*/ 18288 h 18288"/>
              <a:gd name="connsiteX10" fmla="*/ 4501134 w 5029200"/>
              <a:gd name="connsiteY10" fmla="*/ 18288 h 18288"/>
              <a:gd name="connsiteX11" fmla="*/ 4023360 w 5029200"/>
              <a:gd name="connsiteY11" fmla="*/ 18288 h 18288"/>
              <a:gd name="connsiteX12" fmla="*/ 3344418 w 5029200"/>
              <a:gd name="connsiteY12" fmla="*/ 18288 h 18288"/>
              <a:gd name="connsiteX13" fmla="*/ 2816352 w 5029200"/>
              <a:gd name="connsiteY13" fmla="*/ 18288 h 18288"/>
              <a:gd name="connsiteX14" fmla="*/ 2137410 w 5029200"/>
              <a:gd name="connsiteY14" fmla="*/ 18288 h 18288"/>
              <a:gd name="connsiteX15" fmla="*/ 1408176 w 5029200"/>
              <a:gd name="connsiteY15" fmla="*/ 18288 h 18288"/>
              <a:gd name="connsiteX16" fmla="*/ 829818 w 5029200"/>
              <a:gd name="connsiteY16" fmla="*/ 18288 h 18288"/>
              <a:gd name="connsiteX17" fmla="*/ 0 w 5029200"/>
              <a:gd name="connsiteY17" fmla="*/ 18288 h 18288"/>
              <a:gd name="connsiteX18" fmla="*/ 0 w 5029200"/>
              <a:gd name="connsiteY18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5029200" h="18288" fill="none" extrusionOk="0">
                <a:moveTo>
                  <a:pt x="0" y="0"/>
                </a:moveTo>
                <a:cubicBezTo>
                  <a:pt x="142937" y="1696"/>
                  <a:pt x="371859" y="12840"/>
                  <a:pt x="528066" y="0"/>
                </a:cubicBezTo>
                <a:cubicBezTo>
                  <a:pt x="684273" y="-12840"/>
                  <a:pt x="928949" y="-5725"/>
                  <a:pt x="1207008" y="0"/>
                </a:cubicBezTo>
                <a:cubicBezTo>
                  <a:pt x="1485067" y="5725"/>
                  <a:pt x="1562886" y="-21331"/>
                  <a:pt x="1785366" y="0"/>
                </a:cubicBezTo>
                <a:cubicBezTo>
                  <a:pt x="2007846" y="21331"/>
                  <a:pt x="2056226" y="25221"/>
                  <a:pt x="2313432" y="0"/>
                </a:cubicBezTo>
                <a:cubicBezTo>
                  <a:pt x="2570638" y="-25221"/>
                  <a:pt x="2732455" y="16294"/>
                  <a:pt x="2992374" y="0"/>
                </a:cubicBezTo>
                <a:cubicBezTo>
                  <a:pt x="3252293" y="-16294"/>
                  <a:pt x="3319267" y="-29774"/>
                  <a:pt x="3621024" y="0"/>
                </a:cubicBezTo>
                <a:cubicBezTo>
                  <a:pt x="3922781" y="29774"/>
                  <a:pt x="3998107" y="-1004"/>
                  <a:pt x="4249674" y="0"/>
                </a:cubicBezTo>
                <a:cubicBezTo>
                  <a:pt x="4501241" y="1004"/>
                  <a:pt x="4792523" y="-4510"/>
                  <a:pt x="5029200" y="0"/>
                </a:cubicBezTo>
                <a:cubicBezTo>
                  <a:pt x="5029730" y="6954"/>
                  <a:pt x="5029934" y="12839"/>
                  <a:pt x="5029200" y="18288"/>
                </a:cubicBezTo>
                <a:cubicBezTo>
                  <a:pt x="4805432" y="23154"/>
                  <a:pt x="4715801" y="17034"/>
                  <a:pt x="4501134" y="18288"/>
                </a:cubicBezTo>
                <a:cubicBezTo>
                  <a:pt x="4286467" y="19542"/>
                  <a:pt x="4193719" y="41701"/>
                  <a:pt x="4023360" y="18288"/>
                </a:cubicBezTo>
                <a:cubicBezTo>
                  <a:pt x="3853001" y="-5125"/>
                  <a:pt x="3676466" y="16909"/>
                  <a:pt x="3344418" y="18288"/>
                </a:cubicBezTo>
                <a:cubicBezTo>
                  <a:pt x="3012370" y="19667"/>
                  <a:pt x="2945824" y="14410"/>
                  <a:pt x="2816352" y="18288"/>
                </a:cubicBezTo>
                <a:cubicBezTo>
                  <a:pt x="2686880" y="22166"/>
                  <a:pt x="2438351" y="13507"/>
                  <a:pt x="2137410" y="18288"/>
                </a:cubicBezTo>
                <a:cubicBezTo>
                  <a:pt x="1836469" y="23069"/>
                  <a:pt x="1581391" y="46111"/>
                  <a:pt x="1408176" y="18288"/>
                </a:cubicBezTo>
                <a:cubicBezTo>
                  <a:pt x="1234961" y="-9535"/>
                  <a:pt x="1040489" y="-7495"/>
                  <a:pt x="829818" y="18288"/>
                </a:cubicBezTo>
                <a:cubicBezTo>
                  <a:pt x="619147" y="44071"/>
                  <a:pt x="238626" y="37568"/>
                  <a:pt x="0" y="18288"/>
                </a:cubicBezTo>
                <a:cubicBezTo>
                  <a:pt x="-570" y="9279"/>
                  <a:pt x="132" y="5100"/>
                  <a:pt x="0" y="0"/>
                </a:cubicBezTo>
                <a:close/>
              </a:path>
              <a:path w="5029200" h="18288" stroke="0" extrusionOk="0">
                <a:moveTo>
                  <a:pt x="0" y="0"/>
                </a:moveTo>
                <a:cubicBezTo>
                  <a:pt x="165412" y="-21137"/>
                  <a:pt x="322344" y="-21985"/>
                  <a:pt x="578358" y="0"/>
                </a:cubicBezTo>
                <a:cubicBezTo>
                  <a:pt x="834372" y="21985"/>
                  <a:pt x="907099" y="-19195"/>
                  <a:pt x="1056132" y="0"/>
                </a:cubicBezTo>
                <a:cubicBezTo>
                  <a:pt x="1205165" y="19195"/>
                  <a:pt x="1612834" y="-24928"/>
                  <a:pt x="1785366" y="0"/>
                </a:cubicBezTo>
                <a:cubicBezTo>
                  <a:pt x="1957898" y="24928"/>
                  <a:pt x="2149044" y="19108"/>
                  <a:pt x="2363724" y="0"/>
                </a:cubicBezTo>
                <a:cubicBezTo>
                  <a:pt x="2578404" y="-19108"/>
                  <a:pt x="2759981" y="-21788"/>
                  <a:pt x="2942082" y="0"/>
                </a:cubicBezTo>
                <a:cubicBezTo>
                  <a:pt x="3124183" y="21788"/>
                  <a:pt x="3482217" y="8836"/>
                  <a:pt x="3671316" y="0"/>
                </a:cubicBezTo>
                <a:cubicBezTo>
                  <a:pt x="3860415" y="-8836"/>
                  <a:pt x="4058665" y="-25048"/>
                  <a:pt x="4199382" y="0"/>
                </a:cubicBezTo>
                <a:cubicBezTo>
                  <a:pt x="4340099" y="25048"/>
                  <a:pt x="4735096" y="-22088"/>
                  <a:pt x="5029200" y="0"/>
                </a:cubicBezTo>
                <a:cubicBezTo>
                  <a:pt x="5028517" y="5414"/>
                  <a:pt x="5028480" y="12510"/>
                  <a:pt x="5029200" y="18288"/>
                </a:cubicBezTo>
                <a:cubicBezTo>
                  <a:pt x="4891577" y="31493"/>
                  <a:pt x="4684146" y="-2509"/>
                  <a:pt x="4501134" y="18288"/>
                </a:cubicBezTo>
                <a:cubicBezTo>
                  <a:pt x="4318122" y="39085"/>
                  <a:pt x="4030703" y="3672"/>
                  <a:pt x="3872484" y="18288"/>
                </a:cubicBezTo>
                <a:cubicBezTo>
                  <a:pt x="3714265" y="32905"/>
                  <a:pt x="3546134" y="7501"/>
                  <a:pt x="3294126" y="18288"/>
                </a:cubicBezTo>
                <a:cubicBezTo>
                  <a:pt x="3042118" y="29075"/>
                  <a:pt x="2912116" y="11153"/>
                  <a:pt x="2564892" y="18288"/>
                </a:cubicBezTo>
                <a:cubicBezTo>
                  <a:pt x="2217668" y="25423"/>
                  <a:pt x="2095118" y="11659"/>
                  <a:pt x="1835658" y="18288"/>
                </a:cubicBezTo>
                <a:cubicBezTo>
                  <a:pt x="1576198" y="24917"/>
                  <a:pt x="1500897" y="19889"/>
                  <a:pt x="1307592" y="18288"/>
                </a:cubicBezTo>
                <a:cubicBezTo>
                  <a:pt x="1114287" y="16687"/>
                  <a:pt x="961527" y="47453"/>
                  <a:pt x="678942" y="18288"/>
                </a:cubicBezTo>
                <a:cubicBezTo>
                  <a:pt x="396357" y="-10877"/>
                  <a:pt x="271066" y="23005"/>
                  <a:pt x="0" y="18288"/>
                </a:cubicBezTo>
                <a:cubicBezTo>
                  <a:pt x="-306" y="11061"/>
                  <a:pt x="-655" y="7751"/>
                  <a:pt x="0" y="0"/>
                </a:cubicBezTo>
                <a:close/>
              </a:path>
            </a:pathLst>
          </a:custGeom>
          <a:solidFill>
            <a:srgbClr val="FFFFFF"/>
          </a:solidFill>
          <a:ln w="38100" cap="rnd">
            <a:solidFill>
              <a:srgbClr val="FFFFFF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167C203-76AC-E3C5-DDA4-EF227032AC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59354" y="2798064"/>
            <a:ext cx="5461095" cy="3417611"/>
          </a:xfrm>
        </p:spPr>
        <p:txBody>
          <a:bodyPr anchor="t">
            <a:normAutofit lnSpcReduction="10000"/>
          </a:bodyPr>
          <a:lstStyle/>
          <a:p>
            <a:pPr marL="0" indent="0">
              <a:buNone/>
            </a:pPr>
            <a:r>
              <a:rPr lang="hu-HU" sz="1500" dirty="0">
                <a:solidFill>
                  <a:srgbClr val="FFFFFF"/>
                </a:solidFill>
              </a:rPr>
              <a:t>A backend az alkalmazás </a:t>
            </a:r>
            <a:r>
              <a:rPr lang="hu-HU" sz="1500" b="1" dirty="0">
                <a:solidFill>
                  <a:srgbClr val="FFFFFF"/>
                </a:solidFill>
              </a:rPr>
              <a:t>szerveroldali</a:t>
            </a:r>
            <a:r>
              <a:rPr lang="hu-HU" sz="1500" dirty="0">
                <a:solidFill>
                  <a:srgbClr val="FFFFFF"/>
                </a:solidFill>
              </a:rPr>
              <a:t> része, amely felelős az adatok </a:t>
            </a:r>
            <a:r>
              <a:rPr lang="hu-HU" sz="1500" b="1" dirty="0">
                <a:solidFill>
                  <a:srgbClr val="FFFFFF"/>
                </a:solidFill>
              </a:rPr>
              <a:t>kezeléséért, tárolásáért és továbbításáért</a:t>
            </a:r>
            <a:r>
              <a:rPr lang="hu-HU" sz="1500" dirty="0">
                <a:solidFill>
                  <a:srgbClr val="FFFFFF"/>
                </a:solidFill>
              </a:rPr>
              <a:t> a frontend és az adatbázis között. Az </a:t>
            </a:r>
            <a:r>
              <a:rPr lang="hu-HU" sz="1500" b="1" dirty="0">
                <a:solidFill>
                  <a:srgbClr val="FFFFFF"/>
                </a:solidFill>
              </a:rPr>
              <a:t>ASP.NET </a:t>
            </a:r>
            <a:r>
              <a:rPr lang="hu-HU" sz="1500" b="1" dirty="0" err="1">
                <a:solidFill>
                  <a:srgbClr val="FFFFFF"/>
                </a:solidFill>
              </a:rPr>
              <a:t>Core</a:t>
            </a:r>
            <a:r>
              <a:rPr lang="hu-HU" sz="1500" b="1" dirty="0">
                <a:solidFill>
                  <a:srgbClr val="FFFFFF"/>
                </a:solidFill>
              </a:rPr>
              <a:t> Web API</a:t>
            </a:r>
            <a:r>
              <a:rPr lang="hu-HU" sz="1500" dirty="0">
                <a:solidFill>
                  <a:srgbClr val="FFFFFF"/>
                </a:solidFill>
              </a:rPr>
              <a:t> segítségével hoztuk létre azokat az </a:t>
            </a:r>
            <a:r>
              <a:rPr lang="hu-HU" sz="1500" b="1" dirty="0">
                <a:solidFill>
                  <a:srgbClr val="FFFFFF"/>
                </a:solidFill>
              </a:rPr>
              <a:t>API végpontokat</a:t>
            </a:r>
            <a:r>
              <a:rPr lang="hu-HU" sz="1500" dirty="0">
                <a:solidFill>
                  <a:srgbClr val="FFFFFF"/>
                </a:solidFill>
              </a:rPr>
              <a:t>, amelyek lehetővé teszik az alkalmazás megfelelő működését.</a:t>
            </a:r>
          </a:p>
          <a:p>
            <a:pPr>
              <a:buNone/>
            </a:pPr>
            <a:r>
              <a:rPr lang="hu-HU" sz="1500" b="1" dirty="0">
                <a:solidFill>
                  <a:srgbClr val="FFFFFF"/>
                </a:solidFill>
              </a:rPr>
              <a:t>A backend szerepe az alkalmazásban</a:t>
            </a:r>
          </a:p>
          <a:p>
            <a:pPr marL="0" indent="0">
              <a:buNone/>
            </a:pPr>
            <a:r>
              <a:rPr lang="hu-HU" sz="1500" b="1" dirty="0">
                <a:solidFill>
                  <a:srgbClr val="FFFFFF"/>
                </a:solidFill>
              </a:rPr>
              <a:t>Adatkezelés</a:t>
            </a:r>
            <a:r>
              <a:rPr lang="hu-HU" sz="1500" dirty="0">
                <a:solidFill>
                  <a:srgbClr val="FFFFFF"/>
                </a:solidFill>
              </a:rPr>
              <a:t>: A filmek, sorozatok és felhasználói adatok tárolása és kezelése.</a:t>
            </a:r>
            <a:br>
              <a:rPr lang="hu-HU" sz="1500" dirty="0">
                <a:solidFill>
                  <a:srgbClr val="FFFFFF"/>
                </a:solidFill>
              </a:rPr>
            </a:br>
            <a:r>
              <a:rPr lang="hu-HU" sz="1500" b="1" dirty="0" err="1">
                <a:solidFill>
                  <a:srgbClr val="FFFFFF"/>
                </a:solidFill>
              </a:rPr>
              <a:t>Autentikáció</a:t>
            </a:r>
            <a:r>
              <a:rPr lang="hu-HU" sz="1500" b="1" dirty="0">
                <a:solidFill>
                  <a:srgbClr val="FFFFFF"/>
                </a:solidFill>
              </a:rPr>
              <a:t> és </a:t>
            </a:r>
            <a:r>
              <a:rPr lang="hu-HU" sz="1500" b="1" dirty="0" err="1">
                <a:solidFill>
                  <a:srgbClr val="FFFFFF"/>
                </a:solidFill>
              </a:rPr>
              <a:t>autorizáció</a:t>
            </a:r>
            <a:r>
              <a:rPr lang="hu-HU" sz="1500" dirty="0">
                <a:solidFill>
                  <a:srgbClr val="FFFFFF"/>
                </a:solidFill>
              </a:rPr>
              <a:t>: Felhasználói bejelentkezés, jogosultságkezelés.</a:t>
            </a:r>
            <a:br>
              <a:rPr lang="hu-HU" sz="1500" dirty="0">
                <a:solidFill>
                  <a:srgbClr val="FFFFFF"/>
                </a:solidFill>
              </a:rPr>
            </a:br>
            <a:r>
              <a:rPr lang="hu-HU" sz="1500" b="1" dirty="0">
                <a:solidFill>
                  <a:srgbClr val="FFFFFF"/>
                </a:solidFill>
              </a:rPr>
              <a:t>Adatbázis kapcsolat</a:t>
            </a:r>
            <a:r>
              <a:rPr lang="hu-HU" sz="1500" dirty="0">
                <a:solidFill>
                  <a:srgbClr val="FFFFFF"/>
                </a:solidFill>
              </a:rPr>
              <a:t>: Az alkalmazás </a:t>
            </a:r>
            <a:r>
              <a:rPr lang="hu-HU" sz="1500" dirty="0" err="1">
                <a:solidFill>
                  <a:srgbClr val="FFFFFF"/>
                </a:solidFill>
              </a:rPr>
              <a:t>MySQL</a:t>
            </a:r>
            <a:r>
              <a:rPr lang="hu-HU" sz="1500" dirty="0">
                <a:solidFill>
                  <a:srgbClr val="FFFFFF"/>
                </a:solidFill>
              </a:rPr>
              <a:t> adatbázissal való kommunikációja.</a:t>
            </a:r>
            <a:br>
              <a:rPr lang="hu-HU" sz="1500" dirty="0">
                <a:solidFill>
                  <a:srgbClr val="FFFFFF"/>
                </a:solidFill>
              </a:rPr>
            </a:br>
            <a:r>
              <a:rPr lang="hu-HU" sz="1500" b="1" dirty="0">
                <a:solidFill>
                  <a:srgbClr val="FFFFFF"/>
                </a:solidFill>
              </a:rPr>
              <a:t>Üzleti logika végrehajtása</a:t>
            </a:r>
            <a:r>
              <a:rPr lang="hu-HU" sz="1500" dirty="0">
                <a:solidFill>
                  <a:srgbClr val="FFFFFF"/>
                </a:solidFill>
              </a:rPr>
              <a:t>: Adatok </a:t>
            </a:r>
            <a:r>
              <a:rPr lang="hu-HU" sz="1500" dirty="0" err="1">
                <a:solidFill>
                  <a:srgbClr val="FFFFFF"/>
                </a:solidFill>
              </a:rPr>
              <a:t>validálása</a:t>
            </a:r>
            <a:r>
              <a:rPr lang="hu-HU" sz="1500" dirty="0">
                <a:solidFill>
                  <a:srgbClr val="FFFFFF"/>
                </a:solidFill>
              </a:rPr>
              <a:t>, módosítása, és feldolgozása.</a:t>
            </a:r>
          </a:p>
          <a:p>
            <a:pPr marL="0" indent="0">
              <a:buNone/>
            </a:pPr>
            <a:r>
              <a:rPr lang="hu-HU" sz="1600" b="1" dirty="0">
                <a:solidFill>
                  <a:schemeClr val="bg1">
                    <a:lumMod val="95000"/>
                    <a:lumOff val="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 </a:t>
            </a:r>
            <a:r>
              <a:rPr lang="hu-HU" sz="1600" b="1" dirty="0" err="1">
                <a:solidFill>
                  <a:schemeClr val="bg1">
                    <a:lumMod val="95000"/>
                    <a:lumOff val="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BackEnd</a:t>
            </a:r>
            <a:r>
              <a:rPr lang="hu-HU" sz="1600" b="1" dirty="0">
                <a:solidFill>
                  <a:schemeClr val="bg1">
                    <a:lumMod val="95000"/>
                    <a:lumOff val="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link</a:t>
            </a:r>
            <a:endParaRPr lang="hu-HU" sz="1600" b="1" dirty="0">
              <a:solidFill>
                <a:schemeClr val="bg1">
                  <a:lumMod val="95000"/>
                  <a:lumOff val="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706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C0CCF94-9536-4A63-8FF2-E37827C927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C970655A-F4C2-4D7E-BAB6-D3BFC5CAE1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918174"/>
            <a:ext cx="12192000" cy="4939827"/>
          </a:xfrm>
          <a:custGeom>
            <a:avLst/>
            <a:gdLst>
              <a:gd name="connsiteX0" fmla="*/ 7025905 w 12192000"/>
              <a:gd name="connsiteY0" fmla="*/ 0 h 4939827"/>
              <a:gd name="connsiteX1" fmla="*/ 7032579 w 12192000"/>
              <a:gd name="connsiteY1" fmla="*/ 2808 h 4939827"/>
              <a:gd name="connsiteX2" fmla="*/ 7079505 w 12192000"/>
              <a:gd name="connsiteY2" fmla="*/ 12971 h 4939827"/>
              <a:gd name="connsiteX3" fmla="*/ 7158791 w 12192000"/>
              <a:gd name="connsiteY3" fmla="*/ 12462 h 4939827"/>
              <a:gd name="connsiteX4" fmla="*/ 7233338 w 12192000"/>
              <a:gd name="connsiteY4" fmla="*/ 24846 h 4939827"/>
              <a:gd name="connsiteX5" fmla="*/ 7259791 w 12192000"/>
              <a:gd name="connsiteY5" fmla="*/ 29557 h 4939827"/>
              <a:gd name="connsiteX6" fmla="*/ 7263923 w 12192000"/>
              <a:gd name="connsiteY6" fmla="*/ 35029 h 4939827"/>
              <a:gd name="connsiteX7" fmla="*/ 7281549 w 12192000"/>
              <a:gd name="connsiteY7" fmla="*/ 39654 h 4939827"/>
              <a:gd name="connsiteX8" fmla="*/ 7374735 w 12192000"/>
              <a:gd name="connsiteY8" fmla="*/ 65326 h 4939827"/>
              <a:gd name="connsiteX9" fmla="*/ 7376078 w 12192000"/>
              <a:gd name="connsiteY9" fmla="*/ 63849 h 4939827"/>
              <a:gd name="connsiteX10" fmla="*/ 7402026 w 12192000"/>
              <a:gd name="connsiteY10" fmla="*/ 60308 h 4939827"/>
              <a:gd name="connsiteX11" fmla="*/ 7415091 w 12192000"/>
              <a:gd name="connsiteY11" fmla="*/ 77403 h 4939827"/>
              <a:gd name="connsiteX12" fmla="*/ 7443464 w 12192000"/>
              <a:gd name="connsiteY12" fmla="*/ 68367 h 4939827"/>
              <a:gd name="connsiteX13" fmla="*/ 7588044 w 12192000"/>
              <a:gd name="connsiteY13" fmla="*/ 110756 h 4939827"/>
              <a:gd name="connsiteX14" fmla="*/ 7732750 w 12192000"/>
              <a:gd name="connsiteY14" fmla="*/ 145456 h 4939827"/>
              <a:gd name="connsiteX15" fmla="*/ 7785900 w 12192000"/>
              <a:gd name="connsiteY15" fmla="*/ 154493 h 4939827"/>
              <a:gd name="connsiteX16" fmla="*/ 7877301 w 12192000"/>
              <a:gd name="connsiteY16" fmla="*/ 186153 h 4939827"/>
              <a:gd name="connsiteX17" fmla="*/ 7937675 w 12192000"/>
              <a:gd name="connsiteY17" fmla="*/ 204438 h 4939827"/>
              <a:gd name="connsiteX18" fmla="*/ 7952584 w 12192000"/>
              <a:gd name="connsiteY18" fmla="*/ 170181 h 4939827"/>
              <a:gd name="connsiteX19" fmla="*/ 8009534 w 12192000"/>
              <a:gd name="connsiteY19" fmla="*/ 176441 h 4939827"/>
              <a:gd name="connsiteX20" fmla="*/ 8058681 w 12192000"/>
              <a:gd name="connsiteY20" fmla="*/ 219431 h 4939827"/>
              <a:gd name="connsiteX21" fmla="*/ 8126175 w 12192000"/>
              <a:gd name="connsiteY21" fmla="*/ 240005 h 4939827"/>
              <a:gd name="connsiteX22" fmla="*/ 8166439 w 12192000"/>
              <a:gd name="connsiteY22" fmla="*/ 252699 h 4939827"/>
              <a:gd name="connsiteX23" fmla="*/ 8281371 w 12192000"/>
              <a:gd name="connsiteY23" fmla="*/ 256875 h 4939827"/>
              <a:gd name="connsiteX24" fmla="*/ 8381609 w 12192000"/>
              <a:gd name="connsiteY24" fmla="*/ 240618 h 4939827"/>
              <a:gd name="connsiteX25" fmla="*/ 8406759 w 12192000"/>
              <a:gd name="connsiteY25" fmla="*/ 232517 h 4939827"/>
              <a:gd name="connsiteX26" fmla="*/ 8426506 w 12192000"/>
              <a:gd name="connsiteY26" fmla="*/ 241842 h 4939827"/>
              <a:gd name="connsiteX27" fmla="*/ 8427949 w 12192000"/>
              <a:gd name="connsiteY27" fmla="*/ 240981 h 4939827"/>
              <a:gd name="connsiteX28" fmla="*/ 8441468 w 12192000"/>
              <a:gd name="connsiteY28" fmla="*/ 241157 h 4939827"/>
              <a:gd name="connsiteX29" fmla="*/ 8565757 w 12192000"/>
              <a:gd name="connsiteY29" fmla="*/ 255317 h 4939827"/>
              <a:gd name="connsiteX30" fmla="*/ 8573171 w 12192000"/>
              <a:gd name="connsiteY30" fmla="*/ 258426 h 4939827"/>
              <a:gd name="connsiteX31" fmla="*/ 8573548 w 12192000"/>
              <a:gd name="connsiteY31" fmla="*/ 258241 h 4939827"/>
              <a:gd name="connsiteX32" fmla="*/ 8581827 w 12192000"/>
              <a:gd name="connsiteY32" fmla="*/ 261028 h 4939827"/>
              <a:gd name="connsiteX33" fmla="*/ 8586687 w 12192000"/>
              <a:gd name="connsiteY33" fmla="*/ 264089 h 4939827"/>
              <a:gd name="connsiteX34" fmla="*/ 8601067 w 12192000"/>
              <a:gd name="connsiteY34" fmla="*/ 270114 h 4939827"/>
              <a:gd name="connsiteX35" fmla="*/ 8672650 w 12192000"/>
              <a:gd name="connsiteY35" fmla="*/ 254821 h 4939827"/>
              <a:gd name="connsiteX36" fmla="*/ 8785543 w 12192000"/>
              <a:gd name="connsiteY36" fmla="*/ 263406 h 4939827"/>
              <a:gd name="connsiteX37" fmla="*/ 8830588 w 12192000"/>
              <a:gd name="connsiteY37" fmla="*/ 265483 h 4939827"/>
              <a:gd name="connsiteX38" fmla="*/ 8905142 w 12192000"/>
              <a:gd name="connsiteY38" fmla="*/ 264958 h 4939827"/>
              <a:gd name="connsiteX39" fmla="*/ 8968582 w 12192000"/>
              <a:gd name="connsiteY39" fmla="*/ 262728 h 4939827"/>
              <a:gd name="connsiteX40" fmla="*/ 8972994 w 12192000"/>
              <a:gd name="connsiteY40" fmla="*/ 263284 h 4939827"/>
              <a:gd name="connsiteX41" fmla="*/ 9004605 w 12192000"/>
              <a:gd name="connsiteY41" fmla="*/ 258041 h 4939827"/>
              <a:gd name="connsiteX42" fmla="*/ 9016165 w 12192000"/>
              <a:gd name="connsiteY42" fmla="*/ 261258 h 4939827"/>
              <a:gd name="connsiteX43" fmla="*/ 9043297 w 12192000"/>
              <a:gd name="connsiteY43" fmla="*/ 281547 h 4939827"/>
              <a:gd name="connsiteX44" fmla="*/ 9048315 w 12192000"/>
              <a:gd name="connsiteY44" fmla="*/ 279264 h 4939827"/>
              <a:gd name="connsiteX45" fmla="*/ 9054706 w 12192000"/>
              <a:gd name="connsiteY45" fmla="*/ 278538 h 4939827"/>
              <a:gd name="connsiteX46" fmla="*/ 9070919 w 12192000"/>
              <a:gd name="connsiteY46" fmla="*/ 281810 h 4939827"/>
              <a:gd name="connsiteX47" fmla="*/ 9076813 w 12192000"/>
              <a:gd name="connsiteY47" fmla="*/ 283909 h 4939827"/>
              <a:gd name="connsiteX48" fmla="*/ 9085871 w 12192000"/>
              <a:gd name="connsiteY48" fmla="*/ 285133 h 4939827"/>
              <a:gd name="connsiteX49" fmla="*/ 9086159 w 12192000"/>
              <a:gd name="connsiteY49" fmla="*/ 284887 h 4939827"/>
              <a:gd name="connsiteX50" fmla="*/ 9134606 w 12192000"/>
              <a:gd name="connsiteY50" fmla="*/ 288168 h 4939827"/>
              <a:gd name="connsiteX51" fmla="*/ 9195590 w 12192000"/>
              <a:gd name="connsiteY51" fmla="*/ 279568 h 4939827"/>
              <a:gd name="connsiteX52" fmla="*/ 9219336 w 12192000"/>
              <a:gd name="connsiteY52" fmla="*/ 278133 h 4939827"/>
              <a:gd name="connsiteX53" fmla="*/ 9232362 w 12192000"/>
              <a:gd name="connsiteY53" fmla="*/ 275894 h 4939827"/>
              <a:gd name="connsiteX54" fmla="*/ 9233396 w 12192000"/>
              <a:gd name="connsiteY54" fmla="*/ 274803 h 4939827"/>
              <a:gd name="connsiteX55" fmla="*/ 9256213 w 12192000"/>
              <a:gd name="connsiteY55" fmla="*/ 281576 h 4939827"/>
              <a:gd name="connsiteX56" fmla="*/ 9262377 w 12192000"/>
              <a:gd name="connsiteY56" fmla="*/ 286635 h 4939827"/>
              <a:gd name="connsiteX57" fmla="*/ 9287089 w 12192000"/>
              <a:gd name="connsiteY57" fmla="*/ 303891 h 4939827"/>
              <a:gd name="connsiteX58" fmla="*/ 9371484 w 12192000"/>
              <a:gd name="connsiteY58" fmla="*/ 329634 h 4939827"/>
              <a:gd name="connsiteX59" fmla="*/ 9404829 w 12192000"/>
              <a:gd name="connsiteY59" fmla="*/ 339038 h 4939827"/>
              <a:gd name="connsiteX60" fmla="*/ 9427021 w 12192000"/>
              <a:gd name="connsiteY60" fmla="*/ 358784 h 4939827"/>
              <a:gd name="connsiteX61" fmla="*/ 9670844 w 12192000"/>
              <a:gd name="connsiteY61" fmla="*/ 405128 h 4939827"/>
              <a:gd name="connsiteX62" fmla="*/ 9816083 w 12192000"/>
              <a:gd name="connsiteY62" fmla="*/ 416573 h 4939827"/>
              <a:gd name="connsiteX63" fmla="*/ 9936741 w 12192000"/>
              <a:gd name="connsiteY63" fmla="*/ 437044 h 4939827"/>
              <a:gd name="connsiteX64" fmla="*/ 10050093 w 12192000"/>
              <a:gd name="connsiteY64" fmla="*/ 443783 h 4939827"/>
              <a:gd name="connsiteX65" fmla="*/ 10130090 w 12192000"/>
              <a:gd name="connsiteY65" fmla="*/ 459520 h 4939827"/>
              <a:gd name="connsiteX66" fmla="*/ 10173456 w 12192000"/>
              <a:gd name="connsiteY66" fmla="*/ 457749 h 4939827"/>
              <a:gd name="connsiteX67" fmla="*/ 10218232 w 12192000"/>
              <a:gd name="connsiteY67" fmla="*/ 459820 h 4939827"/>
              <a:gd name="connsiteX68" fmla="*/ 10354176 w 12192000"/>
              <a:gd name="connsiteY68" fmla="*/ 471377 h 4939827"/>
              <a:gd name="connsiteX69" fmla="*/ 10430681 w 12192000"/>
              <a:gd name="connsiteY69" fmla="*/ 481226 h 4939827"/>
              <a:gd name="connsiteX70" fmla="*/ 10478169 w 12192000"/>
              <a:gd name="connsiteY70" fmla="*/ 481774 h 4939827"/>
              <a:gd name="connsiteX71" fmla="*/ 10540907 w 12192000"/>
              <a:gd name="connsiteY71" fmla="*/ 485607 h 4939827"/>
              <a:gd name="connsiteX72" fmla="*/ 10614941 w 12192000"/>
              <a:gd name="connsiteY72" fmla="*/ 487592 h 4939827"/>
              <a:gd name="connsiteX73" fmla="*/ 10674098 w 12192000"/>
              <a:gd name="connsiteY73" fmla="*/ 521656 h 4939827"/>
              <a:gd name="connsiteX74" fmla="*/ 10874834 w 12192000"/>
              <a:gd name="connsiteY74" fmla="*/ 574867 h 4939827"/>
              <a:gd name="connsiteX75" fmla="*/ 10944981 w 12192000"/>
              <a:gd name="connsiteY75" fmla="*/ 615042 h 4939827"/>
              <a:gd name="connsiteX76" fmla="*/ 11006376 w 12192000"/>
              <a:gd name="connsiteY76" fmla="*/ 645957 h 4939827"/>
              <a:gd name="connsiteX77" fmla="*/ 11076308 w 12192000"/>
              <a:gd name="connsiteY77" fmla="*/ 675698 h 4939827"/>
              <a:gd name="connsiteX78" fmla="*/ 11148789 w 12192000"/>
              <a:gd name="connsiteY78" fmla="*/ 685041 h 4939827"/>
              <a:gd name="connsiteX79" fmla="*/ 11249129 w 12192000"/>
              <a:gd name="connsiteY79" fmla="*/ 684218 h 4939827"/>
              <a:gd name="connsiteX80" fmla="*/ 11299915 w 12192000"/>
              <a:gd name="connsiteY80" fmla="*/ 692177 h 4939827"/>
              <a:gd name="connsiteX81" fmla="*/ 11386973 w 12192000"/>
              <a:gd name="connsiteY81" fmla="*/ 708209 h 4939827"/>
              <a:gd name="connsiteX82" fmla="*/ 11500105 w 12192000"/>
              <a:gd name="connsiteY82" fmla="*/ 735014 h 4939827"/>
              <a:gd name="connsiteX83" fmla="*/ 11621735 w 12192000"/>
              <a:gd name="connsiteY83" fmla="*/ 789584 h 4939827"/>
              <a:gd name="connsiteX84" fmla="*/ 11691200 w 12192000"/>
              <a:gd name="connsiteY84" fmla="*/ 867902 h 4939827"/>
              <a:gd name="connsiteX85" fmla="*/ 11819427 w 12192000"/>
              <a:gd name="connsiteY85" fmla="*/ 911634 h 4939827"/>
              <a:gd name="connsiteX86" fmla="*/ 11969720 w 12192000"/>
              <a:gd name="connsiteY86" fmla="*/ 964737 h 4939827"/>
              <a:gd name="connsiteX87" fmla="*/ 12055766 w 12192000"/>
              <a:gd name="connsiteY87" fmla="*/ 991268 h 4939827"/>
              <a:gd name="connsiteX88" fmla="*/ 12171539 w 12192000"/>
              <a:gd name="connsiteY88" fmla="*/ 995427 h 4939827"/>
              <a:gd name="connsiteX89" fmla="*/ 12187831 w 12192000"/>
              <a:gd name="connsiteY89" fmla="*/ 996580 h 4939827"/>
              <a:gd name="connsiteX90" fmla="*/ 12192000 w 12192000"/>
              <a:gd name="connsiteY90" fmla="*/ 996726 h 4939827"/>
              <a:gd name="connsiteX91" fmla="*/ 12192000 w 12192000"/>
              <a:gd name="connsiteY91" fmla="*/ 4939827 h 4939827"/>
              <a:gd name="connsiteX92" fmla="*/ 0 w 12192000"/>
              <a:gd name="connsiteY92" fmla="*/ 4939827 h 4939827"/>
              <a:gd name="connsiteX93" fmla="*/ 0 w 12192000"/>
              <a:gd name="connsiteY93" fmla="*/ 512043 h 4939827"/>
              <a:gd name="connsiteX94" fmla="*/ 7381 w 12192000"/>
              <a:gd name="connsiteY94" fmla="*/ 512580 h 4939827"/>
              <a:gd name="connsiteX95" fmla="*/ 100029 w 12192000"/>
              <a:gd name="connsiteY95" fmla="*/ 504758 h 4939827"/>
              <a:gd name="connsiteX96" fmla="*/ 155244 w 12192000"/>
              <a:gd name="connsiteY96" fmla="*/ 525130 h 4939827"/>
              <a:gd name="connsiteX97" fmla="*/ 254366 w 12192000"/>
              <a:gd name="connsiteY97" fmla="*/ 534449 h 4939827"/>
              <a:gd name="connsiteX98" fmla="*/ 447292 w 12192000"/>
              <a:gd name="connsiteY98" fmla="*/ 542725 h 4939827"/>
              <a:gd name="connsiteX99" fmla="*/ 628105 w 12192000"/>
              <a:gd name="connsiteY99" fmla="*/ 547853 h 4939827"/>
              <a:gd name="connsiteX100" fmla="*/ 783146 w 12192000"/>
              <a:gd name="connsiteY100" fmla="*/ 591799 h 4939827"/>
              <a:gd name="connsiteX101" fmla="*/ 1043676 w 12192000"/>
              <a:gd name="connsiteY101" fmla="*/ 591887 h 4939827"/>
              <a:gd name="connsiteX102" fmla="*/ 1281816 w 12192000"/>
              <a:gd name="connsiteY102" fmla="*/ 520946 h 4939827"/>
              <a:gd name="connsiteX103" fmla="*/ 1486347 w 12192000"/>
              <a:gd name="connsiteY103" fmla="*/ 487310 h 4939827"/>
              <a:gd name="connsiteX104" fmla="*/ 1568079 w 12192000"/>
              <a:gd name="connsiteY104" fmla="*/ 462531 h 4939827"/>
              <a:gd name="connsiteX105" fmla="*/ 1622516 w 12192000"/>
              <a:gd name="connsiteY105" fmla="*/ 466058 h 4939827"/>
              <a:gd name="connsiteX106" fmla="*/ 1655457 w 12192000"/>
              <a:gd name="connsiteY106" fmla="*/ 465359 h 4939827"/>
              <a:gd name="connsiteX107" fmla="*/ 1717454 w 12192000"/>
              <a:gd name="connsiteY107" fmla="*/ 417203 h 4939827"/>
              <a:gd name="connsiteX108" fmla="*/ 1913794 w 12192000"/>
              <a:gd name="connsiteY108" fmla="*/ 365255 h 4939827"/>
              <a:gd name="connsiteX109" fmla="*/ 2129762 w 12192000"/>
              <a:gd name="connsiteY109" fmla="*/ 367832 h 4939827"/>
              <a:gd name="connsiteX110" fmla="*/ 2376970 w 12192000"/>
              <a:gd name="connsiteY110" fmla="*/ 350129 h 4939827"/>
              <a:gd name="connsiteX111" fmla="*/ 2480155 w 12192000"/>
              <a:gd name="connsiteY111" fmla="*/ 359227 h 4939827"/>
              <a:gd name="connsiteX112" fmla="*/ 2586782 w 12192000"/>
              <a:gd name="connsiteY112" fmla="*/ 339352 h 4939827"/>
              <a:gd name="connsiteX113" fmla="*/ 2654496 w 12192000"/>
              <a:gd name="connsiteY113" fmla="*/ 315431 h 4939827"/>
              <a:gd name="connsiteX114" fmla="*/ 2788947 w 12192000"/>
              <a:gd name="connsiteY114" fmla="*/ 250375 h 4939827"/>
              <a:gd name="connsiteX115" fmla="*/ 2885389 w 12192000"/>
              <a:gd name="connsiteY115" fmla="*/ 255259 h 4939827"/>
              <a:gd name="connsiteX116" fmla="*/ 3045916 w 12192000"/>
              <a:gd name="connsiteY116" fmla="*/ 261030 h 4939827"/>
              <a:gd name="connsiteX117" fmla="*/ 3074187 w 12192000"/>
              <a:gd name="connsiteY117" fmla="*/ 243226 h 4939827"/>
              <a:gd name="connsiteX118" fmla="*/ 3103677 w 12192000"/>
              <a:gd name="connsiteY118" fmla="*/ 209527 h 4939827"/>
              <a:gd name="connsiteX119" fmla="*/ 3126759 w 12192000"/>
              <a:gd name="connsiteY119" fmla="*/ 211226 h 4939827"/>
              <a:gd name="connsiteX120" fmla="*/ 3164020 w 12192000"/>
              <a:gd name="connsiteY120" fmla="*/ 212779 h 4939827"/>
              <a:gd name="connsiteX121" fmla="*/ 3285019 w 12192000"/>
              <a:gd name="connsiteY121" fmla="*/ 220535 h 4939827"/>
              <a:gd name="connsiteX122" fmla="*/ 3365154 w 12192000"/>
              <a:gd name="connsiteY122" fmla="*/ 226416 h 4939827"/>
              <a:gd name="connsiteX123" fmla="*/ 3367507 w 12192000"/>
              <a:gd name="connsiteY123" fmla="*/ 225416 h 4939827"/>
              <a:gd name="connsiteX124" fmla="*/ 3387567 w 12192000"/>
              <a:gd name="connsiteY124" fmla="*/ 227103 h 4939827"/>
              <a:gd name="connsiteX125" fmla="*/ 3424753 w 12192000"/>
              <a:gd name="connsiteY125" fmla="*/ 244380 h 4939827"/>
              <a:gd name="connsiteX126" fmla="*/ 3498001 w 12192000"/>
              <a:gd name="connsiteY126" fmla="*/ 231941 h 4939827"/>
              <a:gd name="connsiteX127" fmla="*/ 3561557 w 12192000"/>
              <a:gd name="connsiteY127" fmla="*/ 228095 h 4939827"/>
              <a:gd name="connsiteX128" fmla="*/ 3611920 w 12192000"/>
              <a:gd name="connsiteY128" fmla="*/ 218094 h 4939827"/>
              <a:gd name="connsiteX129" fmla="*/ 3620528 w 12192000"/>
              <a:gd name="connsiteY129" fmla="*/ 218788 h 4939827"/>
              <a:gd name="connsiteX130" fmla="*/ 3620766 w 12192000"/>
              <a:gd name="connsiteY130" fmla="*/ 218511 h 4939827"/>
              <a:gd name="connsiteX131" fmla="*/ 3629977 w 12192000"/>
              <a:gd name="connsiteY131" fmla="*/ 218664 h 4939827"/>
              <a:gd name="connsiteX132" fmla="*/ 3636217 w 12192000"/>
              <a:gd name="connsiteY132" fmla="*/ 220048 h 4939827"/>
              <a:gd name="connsiteX133" fmla="*/ 3709484 w 12192000"/>
              <a:gd name="connsiteY133" fmla="*/ 186927 h 4939827"/>
              <a:gd name="connsiteX134" fmla="*/ 3761342 w 12192000"/>
              <a:gd name="connsiteY134" fmla="*/ 177474 h 4939827"/>
              <a:gd name="connsiteX135" fmla="*/ 3799748 w 12192000"/>
              <a:gd name="connsiteY135" fmla="*/ 167154 h 4939827"/>
              <a:gd name="connsiteX136" fmla="*/ 3812225 w 12192000"/>
              <a:gd name="connsiteY136" fmla="*/ 189020 h 4939827"/>
              <a:gd name="connsiteX137" fmla="*/ 3864537 w 12192000"/>
              <a:gd name="connsiteY137" fmla="*/ 200742 h 4939827"/>
              <a:gd name="connsiteX138" fmla="*/ 4028476 w 12192000"/>
              <a:gd name="connsiteY138" fmla="*/ 223679 h 4939827"/>
              <a:gd name="connsiteX139" fmla="*/ 4191582 w 12192000"/>
              <a:gd name="connsiteY139" fmla="*/ 238952 h 4939827"/>
              <a:gd name="connsiteX140" fmla="*/ 4251024 w 12192000"/>
              <a:gd name="connsiteY140" fmla="*/ 240874 h 4939827"/>
              <a:gd name="connsiteX141" fmla="*/ 4355275 w 12192000"/>
              <a:gd name="connsiteY141" fmla="*/ 260205 h 4939827"/>
              <a:gd name="connsiteX142" fmla="*/ 4423807 w 12192000"/>
              <a:gd name="connsiteY142" fmla="*/ 270366 h 4939827"/>
              <a:gd name="connsiteX143" fmla="*/ 4435843 w 12192000"/>
              <a:gd name="connsiteY143" fmla="*/ 234325 h 4939827"/>
              <a:gd name="connsiteX144" fmla="*/ 4499101 w 12192000"/>
              <a:gd name="connsiteY144" fmla="*/ 232983 h 4939827"/>
              <a:gd name="connsiteX145" fmla="*/ 4558432 w 12192000"/>
              <a:gd name="connsiteY145" fmla="*/ 269194 h 4939827"/>
              <a:gd name="connsiteX146" fmla="*/ 4635061 w 12192000"/>
              <a:gd name="connsiteY146" fmla="*/ 280682 h 4939827"/>
              <a:gd name="connsiteX147" fmla="*/ 4680829 w 12192000"/>
              <a:gd name="connsiteY147" fmla="*/ 287953 h 4939827"/>
              <a:gd name="connsiteX148" fmla="*/ 4807427 w 12192000"/>
              <a:gd name="connsiteY148" fmla="*/ 276835 h 4939827"/>
              <a:gd name="connsiteX149" fmla="*/ 5028933 w 12192000"/>
              <a:gd name="connsiteY149" fmla="*/ 183887 h 4939827"/>
              <a:gd name="connsiteX150" fmla="*/ 5093642 w 12192000"/>
              <a:gd name="connsiteY150" fmla="*/ 177214 h 4939827"/>
              <a:gd name="connsiteX151" fmla="*/ 5102642 w 12192000"/>
              <a:gd name="connsiteY151" fmla="*/ 186816 h 4939827"/>
              <a:gd name="connsiteX152" fmla="*/ 5193590 w 12192000"/>
              <a:gd name="connsiteY152" fmla="*/ 136361 h 4939827"/>
              <a:gd name="connsiteX153" fmla="*/ 5323922 w 12192000"/>
              <a:gd name="connsiteY153" fmla="*/ 146332 h 4939827"/>
              <a:gd name="connsiteX154" fmla="*/ 5421860 w 12192000"/>
              <a:gd name="connsiteY154" fmla="*/ 167298 h 4939827"/>
              <a:gd name="connsiteX155" fmla="*/ 5476948 w 12192000"/>
              <a:gd name="connsiteY155" fmla="*/ 173249 h 4939827"/>
              <a:gd name="connsiteX156" fmla="*/ 5516842 w 12192000"/>
              <a:gd name="connsiteY156" fmla="*/ 184018 h 4939827"/>
              <a:gd name="connsiteX157" fmla="*/ 5619415 w 12192000"/>
              <a:gd name="connsiteY157" fmla="*/ 176781 h 4939827"/>
              <a:gd name="connsiteX158" fmla="*/ 5789867 w 12192000"/>
              <a:gd name="connsiteY158" fmla="*/ 150304 h 4939827"/>
              <a:gd name="connsiteX159" fmla="*/ 5825953 w 12192000"/>
              <a:gd name="connsiteY159" fmla="*/ 147907 h 4939827"/>
              <a:gd name="connsiteX160" fmla="*/ 5856168 w 12192000"/>
              <a:gd name="connsiteY160" fmla="*/ 158719 h 4939827"/>
              <a:gd name="connsiteX161" fmla="*/ 5862476 w 12192000"/>
              <a:gd name="connsiteY161" fmla="*/ 172447 h 4939827"/>
              <a:gd name="connsiteX162" fmla="*/ 5882195 w 12192000"/>
              <a:gd name="connsiteY162" fmla="*/ 173195 h 4939827"/>
              <a:gd name="connsiteX163" fmla="*/ 5887271 w 12192000"/>
              <a:gd name="connsiteY163" fmla="*/ 176084 h 4939827"/>
              <a:gd name="connsiteX164" fmla="*/ 5916552 w 12192000"/>
              <a:gd name="connsiteY164" fmla="*/ 189955 h 4939827"/>
              <a:gd name="connsiteX165" fmla="*/ 5983240 w 12192000"/>
              <a:gd name="connsiteY165" fmla="*/ 152755 h 4939827"/>
              <a:gd name="connsiteX166" fmla="*/ 6061852 w 12192000"/>
              <a:gd name="connsiteY166" fmla="*/ 161953 h 4939827"/>
              <a:gd name="connsiteX167" fmla="*/ 6408386 w 12192000"/>
              <a:gd name="connsiteY167" fmla="*/ 157590 h 4939827"/>
              <a:gd name="connsiteX168" fmla="*/ 6531386 w 12192000"/>
              <a:gd name="connsiteY168" fmla="*/ 156103 h 4939827"/>
              <a:gd name="connsiteX169" fmla="*/ 6721509 w 12192000"/>
              <a:gd name="connsiteY169" fmla="*/ 54829 h 4939827"/>
              <a:gd name="connsiteX170" fmla="*/ 6947884 w 12192000"/>
              <a:gd name="connsiteY170" fmla="*/ 47587 h 4939827"/>
              <a:gd name="connsiteX171" fmla="*/ 6965101 w 12192000"/>
              <a:gd name="connsiteY171" fmla="*/ 25718 h 4939827"/>
              <a:gd name="connsiteX172" fmla="*/ 6986370 w 12192000"/>
              <a:gd name="connsiteY172" fmla="*/ 12659 h 4939827"/>
              <a:gd name="connsiteX173" fmla="*/ 6989536 w 12192000"/>
              <a:gd name="connsiteY173" fmla="*/ 14528 h 4939827"/>
              <a:gd name="connsiteX174" fmla="*/ 7015933 w 12192000"/>
              <a:gd name="connsiteY174" fmla="*/ 9653 h 4939827"/>
              <a:gd name="connsiteX175" fmla="*/ 7020592 w 12192000"/>
              <a:gd name="connsiteY175" fmla="*/ 1651 h 4939827"/>
              <a:gd name="connsiteX0" fmla="*/ 7025905 w 12192000"/>
              <a:gd name="connsiteY0" fmla="*/ 0 h 4939827"/>
              <a:gd name="connsiteX1" fmla="*/ 7032579 w 12192000"/>
              <a:gd name="connsiteY1" fmla="*/ 2808 h 4939827"/>
              <a:gd name="connsiteX2" fmla="*/ 7079505 w 12192000"/>
              <a:gd name="connsiteY2" fmla="*/ 12971 h 4939827"/>
              <a:gd name="connsiteX3" fmla="*/ 7158791 w 12192000"/>
              <a:gd name="connsiteY3" fmla="*/ 12462 h 4939827"/>
              <a:gd name="connsiteX4" fmla="*/ 7233338 w 12192000"/>
              <a:gd name="connsiteY4" fmla="*/ 24846 h 4939827"/>
              <a:gd name="connsiteX5" fmla="*/ 7259791 w 12192000"/>
              <a:gd name="connsiteY5" fmla="*/ 29557 h 4939827"/>
              <a:gd name="connsiteX6" fmla="*/ 7263923 w 12192000"/>
              <a:gd name="connsiteY6" fmla="*/ 35029 h 4939827"/>
              <a:gd name="connsiteX7" fmla="*/ 7281549 w 12192000"/>
              <a:gd name="connsiteY7" fmla="*/ 39654 h 4939827"/>
              <a:gd name="connsiteX8" fmla="*/ 7374735 w 12192000"/>
              <a:gd name="connsiteY8" fmla="*/ 65326 h 4939827"/>
              <a:gd name="connsiteX9" fmla="*/ 7376078 w 12192000"/>
              <a:gd name="connsiteY9" fmla="*/ 63849 h 4939827"/>
              <a:gd name="connsiteX10" fmla="*/ 7402026 w 12192000"/>
              <a:gd name="connsiteY10" fmla="*/ 60308 h 4939827"/>
              <a:gd name="connsiteX11" fmla="*/ 7415091 w 12192000"/>
              <a:gd name="connsiteY11" fmla="*/ 77403 h 4939827"/>
              <a:gd name="connsiteX12" fmla="*/ 7443464 w 12192000"/>
              <a:gd name="connsiteY12" fmla="*/ 68367 h 4939827"/>
              <a:gd name="connsiteX13" fmla="*/ 7588044 w 12192000"/>
              <a:gd name="connsiteY13" fmla="*/ 110756 h 4939827"/>
              <a:gd name="connsiteX14" fmla="*/ 7732750 w 12192000"/>
              <a:gd name="connsiteY14" fmla="*/ 145456 h 4939827"/>
              <a:gd name="connsiteX15" fmla="*/ 7785900 w 12192000"/>
              <a:gd name="connsiteY15" fmla="*/ 154493 h 4939827"/>
              <a:gd name="connsiteX16" fmla="*/ 7877301 w 12192000"/>
              <a:gd name="connsiteY16" fmla="*/ 186153 h 4939827"/>
              <a:gd name="connsiteX17" fmla="*/ 7937675 w 12192000"/>
              <a:gd name="connsiteY17" fmla="*/ 204438 h 4939827"/>
              <a:gd name="connsiteX18" fmla="*/ 7952584 w 12192000"/>
              <a:gd name="connsiteY18" fmla="*/ 170181 h 4939827"/>
              <a:gd name="connsiteX19" fmla="*/ 8009534 w 12192000"/>
              <a:gd name="connsiteY19" fmla="*/ 176441 h 4939827"/>
              <a:gd name="connsiteX20" fmla="*/ 8058681 w 12192000"/>
              <a:gd name="connsiteY20" fmla="*/ 219431 h 4939827"/>
              <a:gd name="connsiteX21" fmla="*/ 8126175 w 12192000"/>
              <a:gd name="connsiteY21" fmla="*/ 240005 h 4939827"/>
              <a:gd name="connsiteX22" fmla="*/ 8166439 w 12192000"/>
              <a:gd name="connsiteY22" fmla="*/ 252699 h 4939827"/>
              <a:gd name="connsiteX23" fmla="*/ 8281371 w 12192000"/>
              <a:gd name="connsiteY23" fmla="*/ 256875 h 4939827"/>
              <a:gd name="connsiteX24" fmla="*/ 8381609 w 12192000"/>
              <a:gd name="connsiteY24" fmla="*/ 240618 h 4939827"/>
              <a:gd name="connsiteX25" fmla="*/ 8406759 w 12192000"/>
              <a:gd name="connsiteY25" fmla="*/ 232517 h 4939827"/>
              <a:gd name="connsiteX26" fmla="*/ 8426506 w 12192000"/>
              <a:gd name="connsiteY26" fmla="*/ 241842 h 4939827"/>
              <a:gd name="connsiteX27" fmla="*/ 8427949 w 12192000"/>
              <a:gd name="connsiteY27" fmla="*/ 240981 h 4939827"/>
              <a:gd name="connsiteX28" fmla="*/ 8441468 w 12192000"/>
              <a:gd name="connsiteY28" fmla="*/ 241157 h 4939827"/>
              <a:gd name="connsiteX29" fmla="*/ 8565757 w 12192000"/>
              <a:gd name="connsiteY29" fmla="*/ 255317 h 4939827"/>
              <a:gd name="connsiteX30" fmla="*/ 8573171 w 12192000"/>
              <a:gd name="connsiteY30" fmla="*/ 258426 h 4939827"/>
              <a:gd name="connsiteX31" fmla="*/ 8573548 w 12192000"/>
              <a:gd name="connsiteY31" fmla="*/ 258241 h 4939827"/>
              <a:gd name="connsiteX32" fmla="*/ 8581827 w 12192000"/>
              <a:gd name="connsiteY32" fmla="*/ 261028 h 4939827"/>
              <a:gd name="connsiteX33" fmla="*/ 8586687 w 12192000"/>
              <a:gd name="connsiteY33" fmla="*/ 264089 h 4939827"/>
              <a:gd name="connsiteX34" fmla="*/ 8601067 w 12192000"/>
              <a:gd name="connsiteY34" fmla="*/ 270114 h 4939827"/>
              <a:gd name="connsiteX35" fmla="*/ 8672650 w 12192000"/>
              <a:gd name="connsiteY35" fmla="*/ 254821 h 4939827"/>
              <a:gd name="connsiteX36" fmla="*/ 8785543 w 12192000"/>
              <a:gd name="connsiteY36" fmla="*/ 263406 h 4939827"/>
              <a:gd name="connsiteX37" fmla="*/ 8830588 w 12192000"/>
              <a:gd name="connsiteY37" fmla="*/ 265483 h 4939827"/>
              <a:gd name="connsiteX38" fmla="*/ 8905142 w 12192000"/>
              <a:gd name="connsiteY38" fmla="*/ 264958 h 4939827"/>
              <a:gd name="connsiteX39" fmla="*/ 8968582 w 12192000"/>
              <a:gd name="connsiteY39" fmla="*/ 262728 h 4939827"/>
              <a:gd name="connsiteX40" fmla="*/ 8972994 w 12192000"/>
              <a:gd name="connsiteY40" fmla="*/ 263284 h 4939827"/>
              <a:gd name="connsiteX41" fmla="*/ 9004605 w 12192000"/>
              <a:gd name="connsiteY41" fmla="*/ 258041 h 4939827"/>
              <a:gd name="connsiteX42" fmla="*/ 9016165 w 12192000"/>
              <a:gd name="connsiteY42" fmla="*/ 261258 h 4939827"/>
              <a:gd name="connsiteX43" fmla="*/ 9043297 w 12192000"/>
              <a:gd name="connsiteY43" fmla="*/ 281547 h 4939827"/>
              <a:gd name="connsiteX44" fmla="*/ 9048315 w 12192000"/>
              <a:gd name="connsiteY44" fmla="*/ 279264 h 4939827"/>
              <a:gd name="connsiteX45" fmla="*/ 9054706 w 12192000"/>
              <a:gd name="connsiteY45" fmla="*/ 278538 h 4939827"/>
              <a:gd name="connsiteX46" fmla="*/ 9070919 w 12192000"/>
              <a:gd name="connsiteY46" fmla="*/ 281810 h 4939827"/>
              <a:gd name="connsiteX47" fmla="*/ 9076813 w 12192000"/>
              <a:gd name="connsiteY47" fmla="*/ 283909 h 4939827"/>
              <a:gd name="connsiteX48" fmla="*/ 9085871 w 12192000"/>
              <a:gd name="connsiteY48" fmla="*/ 285133 h 4939827"/>
              <a:gd name="connsiteX49" fmla="*/ 9086159 w 12192000"/>
              <a:gd name="connsiteY49" fmla="*/ 284887 h 4939827"/>
              <a:gd name="connsiteX50" fmla="*/ 9134606 w 12192000"/>
              <a:gd name="connsiteY50" fmla="*/ 288168 h 4939827"/>
              <a:gd name="connsiteX51" fmla="*/ 9195590 w 12192000"/>
              <a:gd name="connsiteY51" fmla="*/ 279568 h 4939827"/>
              <a:gd name="connsiteX52" fmla="*/ 9219336 w 12192000"/>
              <a:gd name="connsiteY52" fmla="*/ 278133 h 4939827"/>
              <a:gd name="connsiteX53" fmla="*/ 9232362 w 12192000"/>
              <a:gd name="connsiteY53" fmla="*/ 275894 h 4939827"/>
              <a:gd name="connsiteX54" fmla="*/ 9233396 w 12192000"/>
              <a:gd name="connsiteY54" fmla="*/ 274803 h 4939827"/>
              <a:gd name="connsiteX55" fmla="*/ 9256213 w 12192000"/>
              <a:gd name="connsiteY55" fmla="*/ 281576 h 4939827"/>
              <a:gd name="connsiteX56" fmla="*/ 9262377 w 12192000"/>
              <a:gd name="connsiteY56" fmla="*/ 286635 h 4939827"/>
              <a:gd name="connsiteX57" fmla="*/ 9287089 w 12192000"/>
              <a:gd name="connsiteY57" fmla="*/ 303891 h 4939827"/>
              <a:gd name="connsiteX58" fmla="*/ 9371484 w 12192000"/>
              <a:gd name="connsiteY58" fmla="*/ 329634 h 4939827"/>
              <a:gd name="connsiteX59" fmla="*/ 9404829 w 12192000"/>
              <a:gd name="connsiteY59" fmla="*/ 339038 h 4939827"/>
              <a:gd name="connsiteX60" fmla="*/ 9427021 w 12192000"/>
              <a:gd name="connsiteY60" fmla="*/ 358784 h 4939827"/>
              <a:gd name="connsiteX61" fmla="*/ 9670844 w 12192000"/>
              <a:gd name="connsiteY61" fmla="*/ 405128 h 4939827"/>
              <a:gd name="connsiteX62" fmla="*/ 9816083 w 12192000"/>
              <a:gd name="connsiteY62" fmla="*/ 416573 h 4939827"/>
              <a:gd name="connsiteX63" fmla="*/ 9936741 w 12192000"/>
              <a:gd name="connsiteY63" fmla="*/ 437044 h 4939827"/>
              <a:gd name="connsiteX64" fmla="*/ 10050093 w 12192000"/>
              <a:gd name="connsiteY64" fmla="*/ 443783 h 4939827"/>
              <a:gd name="connsiteX65" fmla="*/ 10130090 w 12192000"/>
              <a:gd name="connsiteY65" fmla="*/ 459520 h 4939827"/>
              <a:gd name="connsiteX66" fmla="*/ 10173456 w 12192000"/>
              <a:gd name="connsiteY66" fmla="*/ 457749 h 4939827"/>
              <a:gd name="connsiteX67" fmla="*/ 10218232 w 12192000"/>
              <a:gd name="connsiteY67" fmla="*/ 459820 h 4939827"/>
              <a:gd name="connsiteX68" fmla="*/ 10354176 w 12192000"/>
              <a:gd name="connsiteY68" fmla="*/ 471377 h 4939827"/>
              <a:gd name="connsiteX69" fmla="*/ 10430681 w 12192000"/>
              <a:gd name="connsiteY69" fmla="*/ 481226 h 4939827"/>
              <a:gd name="connsiteX70" fmla="*/ 10478169 w 12192000"/>
              <a:gd name="connsiteY70" fmla="*/ 481774 h 4939827"/>
              <a:gd name="connsiteX71" fmla="*/ 10540907 w 12192000"/>
              <a:gd name="connsiteY71" fmla="*/ 485607 h 4939827"/>
              <a:gd name="connsiteX72" fmla="*/ 10614941 w 12192000"/>
              <a:gd name="connsiteY72" fmla="*/ 487592 h 4939827"/>
              <a:gd name="connsiteX73" fmla="*/ 10674098 w 12192000"/>
              <a:gd name="connsiteY73" fmla="*/ 521656 h 4939827"/>
              <a:gd name="connsiteX74" fmla="*/ 10874834 w 12192000"/>
              <a:gd name="connsiteY74" fmla="*/ 574867 h 4939827"/>
              <a:gd name="connsiteX75" fmla="*/ 10944981 w 12192000"/>
              <a:gd name="connsiteY75" fmla="*/ 615042 h 4939827"/>
              <a:gd name="connsiteX76" fmla="*/ 11006376 w 12192000"/>
              <a:gd name="connsiteY76" fmla="*/ 645957 h 4939827"/>
              <a:gd name="connsiteX77" fmla="*/ 11076308 w 12192000"/>
              <a:gd name="connsiteY77" fmla="*/ 675698 h 4939827"/>
              <a:gd name="connsiteX78" fmla="*/ 11148789 w 12192000"/>
              <a:gd name="connsiteY78" fmla="*/ 685041 h 4939827"/>
              <a:gd name="connsiteX79" fmla="*/ 11249129 w 12192000"/>
              <a:gd name="connsiteY79" fmla="*/ 684218 h 4939827"/>
              <a:gd name="connsiteX80" fmla="*/ 11299915 w 12192000"/>
              <a:gd name="connsiteY80" fmla="*/ 692177 h 4939827"/>
              <a:gd name="connsiteX81" fmla="*/ 11386973 w 12192000"/>
              <a:gd name="connsiteY81" fmla="*/ 708209 h 4939827"/>
              <a:gd name="connsiteX82" fmla="*/ 11500105 w 12192000"/>
              <a:gd name="connsiteY82" fmla="*/ 735014 h 4939827"/>
              <a:gd name="connsiteX83" fmla="*/ 11621735 w 12192000"/>
              <a:gd name="connsiteY83" fmla="*/ 789584 h 4939827"/>
              <a:gd name="connsiteX84" fmla="*/ 11691200 w 12192000"/>
              <a:gd name="connsiteY84" fmla="*/ 867902 h 4939827"/>
              <a:gd name="connsiteX85" fmla="*/ 11819427 w 12192000"/>
              <a:gd name="connsiteY85" fmla="*/ 911634 h 4939827"/>
              <a:gd name="connsiteX86" fmla="*/ 11969720 w 12192000"/>
              <a:gd name="connsiteY86" fmla="*/ 964737 h 4939827"/>
              <a:gd name="connsiteX87" fmla="*/ 12055766 w 12192000"/>
              <a:gd name="connsiteY87" fmla="*/ 991268 h 4939827"/>
              <a:gd name="connsiteX88" fmla="*/ 12171539 w 12192000"/>
              <a:gd name="connsiteY88" fmla="*/ 995427 h 4939827"/>
              <a:gd name="connsiteX89" fmla="*/ 12187831 w 12192000"/>
              <a:gd name="connsiteY89" fmla="*/ 996580 h 4939827"/>
              <a:gd name="connsiteX90" fmla="*/ 12192000 w 12192000"/>
              <a:gd name="connsiteY90" fmla="*/ 996726 h 4939827"/>
              <a:gd name="connsiteX91" fmla="*/ 12192000 w 12192000"/>
              <a:gd name="connsiteY91" fmla="*/ 4939827 h 4939827"/>
              <a:gd name="connsiteX92" fmla="*/ 0 w 12192000"/>
              <a:gd name="connsiteY92" fmla="*/ 4939827 h 4939827"/>
              <a:gd name="connsiteX93" fmla="*/ 0 w 12192000"/>
              <a:gd name="connsiteY93" fmla="*/ 512043 h 4939827"/>
              <a:gd name="connsiteX94" fmla="*/ 7381 w 12192000"/>
              <a:gd name="connsiteY94" fmla="*/ 512580 h 4939827"/>
              <a:gd name="connsiteX95" fmla="*/ 100029 w 12192000"/>
              <a:gd name="connsiteY95" fmla="*/ 504758 h 4939827"/>
              <a:gd name="connsiteX96" fmla="*/ 155244 w 12192000"/>
              <a:gd name="connsiteY96" fmla="*/ 525130 h 4939827"/>
              <a:gd name="connsiteX97" fmla="*/ 254366 w 12192000"/>
              <a:gd name="connsiteY97" fmla="*/ 534449 h 4939827"/>
              <a:gd name="connsiteX98" fmla="*/ 447292 w 12192000"/>
              <a:gd name="connsiteY98" fmla="*/ 542725 h 4939827"/>
              <a:gd name="connsiteX99" fmla="*/ 628105 w 12192000"/>
              <a:gd name="connsiteY99" fmla="*/ 547853 h 4939827"/>
              <a:gd name="connsiteX100" fmla="*/ 783146 w 12192000"/>
              <a:gd name="connsiteY100" fmla="*/ 591799 h 4939827"/>
              <a:gd name="connsiteX101" fmla="*/ 1043676 w 12192000"/>
              <a:gd name="connsiteY101" fmla="*/ 591887 h 4939827"/>
              <a:gd name="connsiteX102" fmla="*/ 1281816 w 12192000"/>
              <a:gd name="connsiteY102" fmla="*/ 520946 h 4939827"/>
              <a:gd name="connsiteX103" fmla="*/ 1486347 w 12192000"/>
              <a:gd name="connsiteY103" fmla="*/ 487310 h 4939827"/>
              <a:gd name="connsiteX104" fmla="*/ 1568079 w 12192000"/>
              <a:gd name="connsiteY104" fmla="*/ 462531 h 4939827"/>
              <a:gd name="connsiteX105" fmla="*/ 1622516 w 12192000"/>
              <a:gd name="connsiteY105" fmla="*/ 466058 h 4939827"/>
              <a:gd name="connsiteX106" fmla="*/ 1655457 w 12192000"/>
              <a:gd name="connsiteY106" fmla="*/ 465359 h 4939827"/>
              <a:gd name="connsiteX107" fmla="*/ 1717454 w 12192000"/>
              <a:gd name="connsiteY107" fmla="*/ 417203 h 4939827"/>
              <a:gd name="connsiteX108" fmla="*/ 1913794 w 12192000"/>
              <a:gd name="connsiteY108" fmla="*/ 365255 h 4939827"/>
              <a:gd name="connsiteX109" fmla="*/ 2129762 w 12192000"/>
              <a:gd name="connsiteY109" fmla="*/ 367832 h 4939827"/>
              <a:gd name="connsiteX110" fmla="*/ 2376970 w 12192000"/>
              <a:gd name="connsiteY110" fmla="*/ 350129 h 4939827"/>
              <a:gd name="connsiteX111" fmla="*/ 2480155 w 12192000"/>
              <a:gd name="connsiteY111" fmla="*/ 359227 h 4939827"/>
              <a:gd name="connsiteX112" fmla="*/ 2586782 w 12192000"/>
              <a:gd name="connsiteY112" fmla="*/ 339352 h 4939827"/>
              <a:gd name="connsiteX113" fmla="*/ 2654496 w 12192000"/>
              <a:gd name="connsiteY113" fmla="*/ 315431 h 4939827"/>
              <a:gd name="connsiteX114" fmla="*/ 2788947 w 12192000"/>
              <a:gd name="connsiteY114" fmla="*/ 250375 h 4939827"/>
              <a:gd name="connsiteX115" fmla="*/ 2885389 w 12192000"/>
              <a:gd name="connsiteY115" fmla="*/ 255259 h 4939827"/>
              <a:gd name="connsiteX116" fmla="*/ 3045916 w 12192000"/>
              <a:gd name="connsiteY116" fmla="*/ 261030 h 4939827"/>
              <a:gd name="connsiteX117" fmla="*/ 3074187 w 12192000"/>
              <a:gd name="connsiteY117" fmla="*/ 243226 h 4939827"/>
              <a:gd name="connsiteX118" fmla="*/ 3103677 w 12192000"/>
              <a:gd name="connsiteY118" fmla="*/ 209527 h 4939827"/>
              <a:gd name="connsiteX119" fmla="*/ 3126759 w 12192000"/>
              <a:gd name="connsiteY119" fmla="*/ 211226 h 4939827"/>
              <a:gd name="connsiteX120" fmla="*/ 3164020 w 12192000"/>
              <a:gd name="connsiteY120" fmla="*/ 212779 h 4939827"/>
              <a:gd name="connsiteX121" fmla="*/ 3285019 w 12192000"/>
              <a:gd name="connsiteY121" fmla="*/ 220535 h 4939827"/>
              <a:gd name="connsiteX122" fmla="*/ 3365154 w 12192000"/>
              <a:gd name="connsiteY122" fmla="*/ 226416 h 4939827"/>
              <a:gd name="connsiteX123" fmla="*/ 3367507 w 12192000"/>
              <a:gd name="connsiteY123" fmla="*/ 225416 h 4939827"/>
              <a:gd name="connsiteX124" fmla="*/ 3387567 w 12192000"/>
              <a:gd name="connsiteY124" fmla="*/ 227103 h 4939827"/>
              <a:gd name="connsiteX125" fmla="*/ 3424753 w 12192000"/>
              <a:gd name="connsiteY125" fmla="*/ 244380 h 4939827"/>
              <a:gd name="connsiteX126" fmla="*/ 3498001 w 12192000"/>
              <a:gd name="connsiteY126" fmla="*/ 231941 h 4939827"/>
              <a:gd name="connsiteX127" fmla="*/ 3561557 w 12192000"/>
              <a:gd name="connsiteY127" fmla="*/ 228095 h 4939827"/>
              <a:gd name="connsiteX128" fmla="*/ 3611920 w 12192000"/>
              <a:gd name="connsiteY128" fmla="*/ 218094 h 4939827"/>
              <a:gd name="connsiteX129" fmla="*/ 3620528 w 12192000"/>
              <a:gd name="connsiteY129" fmla="*/ 218788 h 4939827"/>
              <a:gd name="connsiteX130" fmla="*/ 3620766 w 12192000"/>
              <a:gd name="connsiteY130" fmla="*/ 218511 h 4939827"/>
              <a:gd name="connsiteX131" fmla="*/ 3629977 w 12192000"/>
              <a:gd name="connsiteY131" fmla="*/ 218664 h 4939827"/>
              <a:gd name="connsiteX132" fmla="*/ 3636217 w 12192000"/>
              <a:gd name="connsiteY132" fmla="*/ 220048 h 4939827"/>
              <a:gd name="connsiteX133" fmla="*/ 3709484 w 12192000"/>
              <a:gd name="connsiteY133" fmla="*/ 186927 h 4939827"/>
              <a:gd name="connsiteX134" fmla="*/ 3761342 w 12192000"/>
              <a:gd name="connsiteY134" fmla="*/ 177474 h 4939827"/>
              <a:gd name="connsiteX135" fmla="*/ 3799748 w 12192000"/>
              <a:gd name="connsiteY135" fmla="*/ 167154 h 4939827"/>
              <a:gd name="connsiteX136" fmla="*/ 3812225 w 12192000"/>
              <a:gd name="connsiteY136" fmla="*/ 189020 h 4939827"/>
              <a:gd name="connsiteX137" fmla="*/ 3864537 w 12192000"/>
              <a:gd name="connsiteY137" fmla="*/ 200742 h 4939827"/>
              <a:gd name="connsiteX138" fmla="*/ 4028476 w 12192000"/>
              <a:gd name="connsiteY138" fmla="*/ 223679 h 4939827"/>
              <a:gd name="connsiteX139" fmla="*/ 4191582 w 12192000"/>
              <a:gd name="connsiteY139" fmla="*/ 238952 h 4939827"/>
              <a:gd name="connsiteX140" fmla="*/ 4251024 w 12192000"/>
              <a:gd name="connsiteY140" fmla="*/ 240874 h 4939827"/>
              <a:gd name="connsiteX141" fmla="*/ 4355275 w 12192000"/>
              <a:gd name="connsiteY141" fmla="*/ 260205 h 4939827"/>
              <a:gd name="connsiteX142" fmla="*/ 4423807 w 12192000"/>
              <a:gd name="connsiteY142" fmla="*/ 270366 h 4939827"/>
              <a:gd name="connsiteX143" fmla="*/ 4435843 w 12192000"/>
              <a:gd name="connsiteY143" fmla="*/ 234325 h 4939827"/>
              <a:gd name="connsiteX144" fmla="*/ 4558432 w 12192000"/>
              <a:gd name="connsiteY144" fmla="*/ 269194 h 4939827"/>
              <a:gd name="connsiteX145" fmla="*/ 4635061 w 12192000"/>
              <a:gd name="connsiteY145" fmla="*/ 280682 h 4939827"/>
              <a:gd name="connsiteX146" fmla="*/ 4680829 w 12192000"/>
              <a:gd name="connsiteY146" fmla="*/ 287953 h 4939827"/>
              <a:gd name="connsiteX147" fmla="*/ 4807427 w 12192000"/>
              <a:gd name="connsiteY147" fmla="*/ 276835 h 4939827"/>
              <a:gd name="connsiteX148" fmla="*/ 5028933 w 12192000"/>
              <a:gd name="connsiteY148" fmla="*/ 183887 h 4939827"/>
              <a:gd name="connsiteX149" fmla="*/ 5093642 w 12192000"/>
              <a:gd name="connsiteY149" fmla="*/ 177214 h 4939827"/>
              <a:gd name="connsiteX150" fmla="*/ 5102642 w 12192000"/>
              <a:gd name="connsiteY150" fmla="*/ 186816 h 4939827"/>
              <a:gd name="connsiteX151" fmla="*/ 5193590 w 12192000"/>
              <a:gd name="connsiteY151" fmla="*/ 136361 h 4939827"/>
              <a:gd name="connsiteX152" fmla="*/ 5323922 w 12192000"/>
              <a:gd name="connsiteY152" fmla="*/ 146332 h 4939827"/>
              <a:gd name="connsiteX153" fmla="*/ 5421860 w 12192000"/>
              <a:gd name="connsiteY153" fmla="*/ 167298 h 4939827"/>
              <a:gd name="connsiteX154" fmla="*/ 5476948 w 12192000"/>
              <a:gd name="connsiteY154" fmla="*/ 173249 h 4939827"/>
              <a:gd name="connsiteX155" fmla="*/ 5516842 w 12192000"/>
              <a:gd name="connsiteY155" fmla="*/ 184018 h 4939827"/>
              <a:gd name="connsiteX156" fmla="*/ 5619415 w 12192000"/>
              <a:gd name="connsiteY156" fmla="*/ 176781 h 4939827"/>
              <a:gd name="connsiteX157" fmla="*/ 5789867 w 12192000"/>
              <a:gd name="connsiteY157" fmla="*/ 150304 h 4939827"/>
              <a:gd name="connsiteX158" fmla="*/ 5825953 w 12192000"/>
              <a:gd name="connsiteY158" fmla="*/ 147907 h 4939827"/>
              <a:gd name="connsiteX159" fmla="*/ 5856168 w 12192000"/>
              <a:gd name="connsiteY159" fmla="*/ 158719 h 4939827"/>
              <a:gd name="connsiteX160" fmla="*/ 5862476 w 12192000"/>
              <a:gd name="connsiteY160" fmla="*/ 172447 h 4939827"/>
              <a:gd name="connsiteX161" fmla="*/ 5882195 w 12192000"/>
              <a:gd name="connsiteY161" fmla="*/ 173195 h 4939827"/>
              <a:gd name="connsiteX162" fmla="*/ 5887271 w 12192000"/>
              <a:gd name="connsiteY162" fmla="*/ 176084 h 4939827"/>
              <a:gd name="connsiteX163" fmla="*/ 5916552 w 12192000"/>
              <a:gd name="connsiteY163" fmla="*/ 189955 h 4939827"/>
              <a:gd name="connsiteX164" fmla="*/ 5983240 w 12192000"/>
              <a:gd name="connsiteY164" fmla="*/ 152755 h 4939827"/>
              <a:gd name="connsiteX165" fmla="*/ 6061852 w 12192000"/>
              <a:gd name="connsiteY165" fmla="*/ 161953 h 4939827"/>
              <a:gd name="connsiteX166" fmla="*/ 6408386 w 12192000"/>
              <a:gd name="connsiteY166" fmla="*/ 157590 h 4939827"/>
              <a:gd name="connsiteX167" fmla="*/ 6531386 w 12192000"/>
              <a:gd name="connsiteY167" fmla="*/ 156103 h 4939827"/>
              <a:gd name="connsiteX168" fmla="*/ 6721509 w 12192000"/>
              <a:gd name="connsiteY168" fmla="*/ 54829 h 4939827"/>
              <a:gd name="connsiteX169" fmla="*/ 6947884 w 12192000"/>
              <a:gd name="connsiteY169" fmla="*/ 47587 h 4939827"/>
              <a:gd name="connsiteX170" fmla="*/ 6965101 w 12192000"/>
              <a:gd name="connsiteY170" fmla="*/ 25718 h 4939827"/>
              <a:gd name="connsiteX171" fmla="*/ 6986370 w 12192000"/>
              <a:gd name="connsiteY171" fmla="*/ 12659 h 4939827"/>
              <a:gd name="connsiteX172" fmla="*/ 6989536 w 12192000"/>
              <a:gd name="connsiteY172" fmla="*/ 14528 h 4939827"/>
              <a:gd name="connsiteX173" fmla="*/ 7015933 w 12192000"/>
              <a:gd name="connsiteY173" fmla="*/ 9653 h 4939827"/>
              <a:gd name="connsiteX174" fmla="*/ 7020592 w 12192000"/>
              <a:gd name="connsiteY174" fmla="*/ 1651 h 4939827"/>
              <a:gd name="connsiteX175" fmla="*/ 7025905 w 12192000"/>
              <a:gd name="connsiteY175" fmla="*/ 0 h 4939827"/>
              <a:gd name="connsiteX0" fmla="*/ 7025905 w 12192000"/>
              <a:gd name="connsiteY0" fmla="*/ 0 h 4939827"/>
              <a:gd name="connsiteX1" fmla="*/ 7032579 w 12192000"/>
              <a:gd name="connsiteY1" fmla="*/ 2808 h 4939827"/>
              <a:gd name="connsiteX2" fmla="*/ 7079505 w 12192000"/>
              <a:gd name="connsiteY2" fmla="*/ 12971 h 4939827"/>
              <a:gd name="connsiteX3" fmla="*/ 7158791 w 12192000"/>
              <a:gd name="connsiteY3" fmla="*/ 12462 h 4939827"/>
              <a:gd name="connsiteX4" fmla="*/ 7233338 w 12192000"/>
              <a:gd name="connsiteY4" fmla="*/ 24846 h 4939827"/>
              <a:gd name="connsiteX5" fmla="*/ 7259791 w 12192000"/>
              <a:gd name="connsiteY5" fmla="*/ 29557 h 4939827"/>
              <a:gd name="connsiteX6" fmla="*/ 7263923 w 12192000"/>
              <a:gd name="connsiteY6" fmla="*/ 35029 h 4939827"/>
              <a:gd name="connsiteX7" fmla="*/ 7281549 w 12192000"/>
              <a:gd name="connsiteY7" fmla="*/ 39654 h 4939827"/>
              <a:gd name="connsiteX8" fmla="*/ 7374735 w 12192000"/>
              <a:gd name="connsiteY8" fmla="*/ 65326 h 4939827"/>
              <a:gd name="connsiteX9" fmla="*/ 7376078 w 12192000"/>
              <a:gd name="connsiteY9" fmla="*/ 63849 h 4939827"/>
              <a:gd name="connsiteX10" fmla="*/ 7402026 w 12192000"/>
              <a:gd name="connsiteY10" fmla="*/ 60308 h 4939827"/>
              <a:gd name="connsiteX11" fmla="*/ 7415091 w 12192000"/>
              <a:gd name="connsiteY11" fmla="*/ 77403 h 4939827"/>
              <a:gd name="connsiteX12" fmla="*/ 7443464 w 12192000"/>
              <a:gd name="connsiteY12" fmla="*/ 68367 h 4939827"/>
              <a:gd name="connsiteX13" fmla="*/ 7588044 w 12192000"/>
              <a:gd name="connsiteY13" fmla="*/ 110756 h 4939827"/>
              <a:gd name="connsiteX14" fmla="*/ 7732750 w 12192000"/>
              <a:gd name="connsiteY14" fmla="*/ 145456 h 4939827"/>
              <a:gd name="connsiteX15" fmla="*/ 7785900 w 12192000"/>
              <a:gd name="connsiteY15" fmla="*/ 154493 h 4939827"/>
              <a:gd name="connsiteX16" fmla="*/ 7877301 w 12192000"/>
              <a:gd name="connsiteY16" fmla="*/ 186153 h 4939827"/>
              <a:gd name="connsiteX17" fmla="*/ 7937675 w 12192000"/>
              <a:gd name="connsiteY17" fmla="*/ 204438 h 4939827"/>
              <a:gd name="connsiteX18" fmla="*/ 7952584 w 12192000"/>
              <a:gd name="connsiteY18" fmla="*/ 170181 h 4939827"/>
              <a:gd name="connsiteX19" fmla="*/ 8009534 w 12192000"/>
              <a:gd name="connsiteY19" fmla="*/ 176441 h 4939827"/>
              <a:gd name="connsiteX20" fmla="*/ 8058681 w 12192000"/>
              <a:gd name="connsiteY20" fmla="*/ 219431 h 4939827"/>
              <a:gd name="connsiteX21" fmla="*/ 8126175 w 12192000"/>
              <a:gd name="connsiteY21" fmla="*/ 240005 h 4939827"/>
              <a:gd name="connsiteX22" fmla="*/ 8166439 w 12192000"/>
              <a:gd name="connsiteY22" fmla="*/ 252699 h 4939827"/>
              <a:gd name="connsiteX23" fmla="*/ 8281371 w 12192000"/>
              <a:gd name="connsiteY23" fmla="*/ 256875 h 4939827"/>
              <a:gd name="connsiteX24" fmla="*/ 8381609 w 12192000"/>
              <a:gd name="connsiteY24" fmla="*/ 240618 h 4939827"/>
              <a:gd name="connsiteX25" fmla="*/ 8406759 w 12192000"/>
              <a:gd name="connsiteY25" fmla="*/ 232517 h 4939827"/>
              <a:gd name="connsiteX26" fmla="*/ 8426506 w 12192000"/>
              <a:gd name="connsiteY26" fmla="*/ 241842 h 4939827"/>
              <a:gd name="connsiteX27" fmla="*/ 8427949 w 12192000"/>
              <a:gd name="connsiteY27" fmla="*/ 240981 h 4939827"/>
              <a:gd name="connsiteX28" fmla="*/ 8441468 w 12192000"/>
              <a:gd name="connsiteY28" fmla="*/ 241157 h 4939827"/>
              <a:gd name="connsiteX29" fmla="*/ 8565757 w 12192000"/>
              <a:gd name="connsiteY29" fmla="*/ 255317 h 4939827"/>
              <a:gd name="connsiteX30" fmla="*/ 8573171 w 12192000"/>
              <a:gd name="connsiteY30" fmla="*/ 258426 h 4939827"/>
              <a:gd name="connsiteX31" fmla="*/ 8573548 w 12192000"/>
              <a:gd name="connsiteY31" fmla="*/ 258241 h 4939827"/>
              <a:gd name="connsiteX32" fmla="*/ 8581827 w 12192000"/>
              <a:gd name="connsiteY32" fmla="*/ 261028 h 4939827"/>
              <a:gd name="connsiteX33" fmla="*/ 8586687 w 12192000"/>
              <a:gd name="connsiteY33" fmla="*/ 264089 h 4939827"/>
              <a:gd name="connsiteX34" fmla="*/ 8601067 w 12192000"/>
              <a:gd name="connsiteY34" fmla="*/ 270114 h 4939827"/>
              <a:gd name="connsiteX35" fmla="*/ 8672650 w 12192000"/>
              <a:gd name="connsiteY35" fmla="*/ 254821 h 4939827"/>
              <a:gd name="connsiteX36" fmla="*/ 8785543 w 12192000"/>
              <a:gd name="connsiteY36" fmla="*/ 263406 h 4939827"/>
              <a:gd name="connsiteX37" fmla="*/ 8830588 w 12192000"/>
              <a:gd name="connsiteY37" fmla="*/ 265483 h 4939827"/>
              <a:gd name="connsiteX38" fmla="*/ 8905142 w 12192000"/>
              <a:gd name="connsiteY38" fmla="*/ 264958 h 4939827"/>
              <a:gd name="connsiteX39" fmla="*/ 8968582 w 12192000"/>
              <a:gd name="connsiteY39" fmla="*/ 262728 h 4939827"/>
              <a:gd name="connsiteX40" fmla="*/ 8972994 w 12192000"/>
              <a:gd name="connsiteY40" fmla="*/ 263284 h 4939827"/>
              <a:gd name="connsiteX41" fmla="*/ 9004605 w 12192000"/>
              <a:gd name="connsiteY41" fmla="*/ 258041 h 4939827"/>
              <a:gd name="connsiteX42" fmla="*/ 9016165 w 12192000"/>
              <a:gd name="connsiteY42" fmla="*/ 261258 h 4939827"/>
              <a:gd name="connsiteX43" fmla="*/ 9043297 w 12192000"/>
              <a:gd name="connsiteY43" fmla="*/ 281547 h 4939827"/>
              <a:gd name="connsiteX44" fmla="*/ 9048315 w 12192000"/>
              <a:gd name="connsiteY44" fmla="*/ 279264 h 4939827"/>
              <a:gd name="connsiteX45" fmla="*/ 9054706 w 12192000"/>
              <a:gd name="connsiteY45" fmla="*/ 278538 h 4939827"/>
              <a:gd name="connsiteX46" fmla="*/ 9070919 w 12192000"/>
              <a:gd name="connsiteY46" fmla="*/ 281810 h 4939827"/>
              <a:gd name="connsiteX47" fmla="*/ 9076813 w 12192000"/>
              <a:gd name="connsiteY47" fmla="*/ 283909 h 4939827"/>
              <a:gd name="connsiteX48" fmla="*/ 9085871 w 12192000"/>
              <a:gd name="connsiteY48" fmla="*/ 285133 h 4939827"/>
              <a:gd name="connsiteX49" fmla="*/ 9086159 w 12192000"/>
              <a:gd name="connsiteY49" fmla="*/ 284887 h 4939827"/>
              <a:gd name="connsiteX50" fmla="*/ 9134606 w 12192000"/>
              <a:gd name="connsiteY50" fmla="*/ 288168 h 4939827"/>
              <a:gd name="connsiteX51" fmla="*/ 9195590 w 12192000"/>
              <a:gd name="connsiteY51" fmla="*/ 279568 h 4939827"/>
              <a:gd name="connsiteX52" fmla="*/ 9219336 w 12192000"/>
              <a:gd name="connsiteY52" fmla="*/ 278133 h 4939827"/>
              <a:gd name="connsiteX53" fmla="*/ 9232362 w 12192000"/>
              <a:gd name="connsiteY53" fmla="*/ 275894 h 4939827"/>
              <a:gd name="connsiteX54" fmla="*/ 9233396 w 12192000"/>
              <a:gd name="connsiteY54" fmla="*/ 274803 h 4939827"/>
              <a:gd name="connsiteX55" fmla="*/ 9256213 w 12192000"/>
              <a:gd name="connsiteY55" fmla="*/ 281576 h 4939827"/>
              <a:gd name="connsiteX56" fmla="*/ 9262377 w 12192000"/>
              <a:gd name="connsiteY56" fmla="*/ 286635 h 4939827"/>
              <a:gd name="connsiteX57" fmla="*/ 9287089 w 12192000"/>
              <a:gd name="connsiteY57" fmla="*/ 303891 h 4939827"/>
              <a:gd name="connsiteX58" fmla="*/ 9371484 w 12192000"/>
              <a:gd name="connsiteY58" fmla="*/ 329634 h 4939827"/>
              <a:gd name="connsiteX59" fmla="*/ 9404829 w 12192000"/>
              <a:gd name="connsiteY59" fmla="*/ 339038 h 4939827"/>
              <a:gd name="connsiteX60" fmla="*/ 9427021 w 12192000"/>
              <a:gd name="connsiteY60" fmla="*/ 358784 h 4939827"/>
              <a:gd name="connsiteX61" fmla="*/ 9670844 w 12192000"/>
              <a:gd name="connsiteY61" fmla="*/ 405128 h 4939827"/>
              <a:gd name="connsiteX62" fmla="*/ 9816083 w 12192000"/>
              <a:gd name="connsiteY62" fmla="*/ 416573 h 4939827"/>
              <a:gd name="connsiteX63" fmla="*/ 9936741 w 12192000"/>
              <a:gd name="connsiteY63" fmla="*/ 437044 h 4939827"/>
              <a:gd name="connsiteX64" fmla="*/ 10050093 w 12192000"/>
              <a:gd name="connsiteY64" fmla="*/ 443783 h 4939827"/>
              <a:gd name="connsiteX65" fmla="*/ 10130090 w 12192000"/>
              <a:gd name="connsiteY65" fmla="*/ 459520 h 4939827"/>
              <a:gd name="connsiteX66" fmla="*/ 10173456 w 12192000"/>
              <a:gd name="connsiteY66" fmla="*/ 457749 h 4939827"/>
              <a:gd name="connsiteX67" fmla="*/ 10218232 w 12192000"/>
              <a:gd name="connsiteY67" fmla="*/ 459820 h 4939827"/>
              <a:gd name="connsiteX68" fmla="*/ 10354176 w 12192000"/>
              <a:gd name="connsiteY68" fmla="*/ 471377 h 4939827"/>
              <a:gd name="connsiteX69" fmla="*/ 10430681 w 12192000"/>
              <a:gd name="connsiteY69" fmla="*/ 481226 h 4939827"/>
              <a:gd name="connsiteX70" fmla="*/ 10478169 w 12192000"/>
              <a:gd name="connsiteY70" fmla="*/ 481774 h 4939827"/>
              <a:gd name="connsiteX71" fmla="*/ 10540907 w 12192000"/>
              <a:gd name="connsiteY71" fmla="*/ 485607 h 4939827"/>
              <a:gd name="connsiteX72" fmla="*/ 10614941 w 12192000"/>
              <a:gd name="connsiteY72" fmla="*/ 487592 h 4939827"/>
              <a:gd name="connsiteX73" fmla="*/ 10674098 w 12192000"/>
              <a:gd name="connsiteY73" fmla="*/ 521656 h 4939827"/>
              <a:gd name="connsiteX74" fmla="*/ 10874834 w 12192000"/>
              <a:gd name="connsiteY74" fmla="*/ 574867 h 4939827"/>
              <a:gd name="connsiteX75" fmla="*/ 10944981 w 12192000"/>
              <a:gd name="connsiteY75" fmla="*/ 615042 h 4939827"/>
              <a:gd name="connsiteX76" fmla="*/ 11006376 w 12192000"/>
              <a:gd name="connsiteY76" fmla="*/ 645957 h 4939827"/>
              <a:gd name="connsiteX77" fmla="*/ 11076308 w 12192000"/>
              <a:gd name="connsiteY77" fmla="*/ 675698 h 4939827"/>
              <a:gd name="connsiteX78" fmla="*/ 11148789 w 12192000"/>
              <a:gd name="connsiteY78" fmla="*/ 685041 h 4939827"/>
              <a:gd name="connsiteX79" fmla="*/ 11249129 w 12192000"/>
              <a:gd name="connsiteY79" fmla="*/ 684218 h 4939827"/>
              <a:gd name="connsiteX80" fmla="*/ 11299915 w 12192000"/>
              <a:gd name="connsiteY80" fmla="*/ 692177 h 4939827"/>
              <a:gd name="connsiteX81" fmla="*/ 11386973 w 12192000"/>
              <a:gd name="connsiteY81" fmla="*/ 708209 h 4939827"/>
              <a:gd name="connsiteX82" fmla="*/ 11500105 w 12192000"/>
              <a:gd name="connsiteY82" fmla="*/ 735014 h 4939827"/>
              <a:gd name="connsiteX83" fmla="*/ 11621735 w 12192000"/>
              <a:gd name="connsiteY83" fmla="*/ 789584 h 4939827"/>
              <a:gd name="connsiteX84" fmla="*/ 11691200 w 12192000"/>
              <a:gd name="connsiteY84" fmla="*/ 867902 h 4939827"/>
              <a:gd name="connsiteX85" fmla="*/ 11819427 w 12192000"/>
              <a:gd name="connsiteY85" fmla="*/ 911634 h 4939827"/>
              <a:gd name="connsiteX86" fmla="*/ 11969720 w 12192000"/>
              <a:gd name="connsiteY86" fmla="*/ 964737 h 4939827"/>
              <a:gd name="connsiteX87" fmla="*/ 12055766 w 12192000"/>
              <a:gd name="connsiteY87" fmla="*/ 991268 h 4939827"/>
              <a:gd name="connsiteX88" fmla="*/ 12171539 w 12192000"/>
              <a:gd name="connsiteY88" fmla="*/ 995427 h 4939827"/>
              <a:gd name="connsiteX89" fmla="*/ 12187831 w 12192000"/>
              <a:gd name="connsiteY89" fmla="*/ 996580 h 4939827"/>
              <a:gd name="connsiteX90" fmla="*/ 12192000 w 12192000"/>
              <a:gd name="connsiteY90" fmla="*/ 996726 h 4939827"/>
              <a:gd name="connsiteX91" fmla="*/ 12192000 w 12192000"/>
              <a:gd name="connsiteY91" fmla="*/ 4939827 h 4939827"/>
              <a:gd name="connsiteX92" fmla="*/ 0 w 12192000"/>
              <a:gd name="connsiteY92" fmla="*/ 4939827 h 4939827"/>
              <a:gd name="connsiteX93" fmla="*/ 0 w 12192000"/>
              <a:gd name="connsiteY93" fmla="*/ 512043 h 4939827"/>
              <a:gd name="connsiteX94" fmla="*/ 7381 w 12192000"/>
              <a:gd name="connsiteY94" fmla="*/ 512580 h 4939827"/>
              <a:gd name="connsiteX95" fmla="*/ 100029 w 12192000"/>
              <a:gd name="connsiteY95" fmla="*/ 504758 h 4939827"/>
              <a:gd name="connsiteX96" fmla="*/ 155244 w 12192000"/>
              <a:gd name="connsiteY96" fmla="*/ 525130 h 4939827"/>
              <a:gd name="connsiteX97" fmla="*/ 254366 w 12192000"/>
              <a:gd name="connsiteY97" fmla="*/ 534449 h 4939827"/>
              <a:gd name="connsiteX98" fmla="*/ 447292 w 12192000"/>
              <a:gd name="connsiteY98" fmla="*/ 542725 h 4939827"/>
              <a:gd name="connsiteX99" fmla="*/ 628105 w 12192000"/>
              <a:gd name="connsiteY99" fmla="*/ 547853 h 4939827"/>
              <a:gd name="connsiteX100" fmla="*/ 783146 w 12192000"/>
              <a:gd name="connsiteY100" fmla="*/ 591799 h 4939827"/>
              <a:gd name="connsiteX101" fmla="*/ 1043676 w 12192000"/>
              <a:gd name="connsiteY101" fmla="*/ 591887 h 4939827"/>
              <a:gd name="connsiteX102" fmla="*/ 1281816 w 12192000"/>
              <a:gd name="connsiteY102" fmla="*/ 520946 h 4939827"/>
              <a:gd name="connsiteX103" fmla="*/ 1486347 w 12192000"/>
              <a:gd name="connsiteY103" fmla="*/ 487310 h 4939827"/>
              <a:gd name="connsiteX104" fmla="*/ 1568079 w 12192000"/>
              <a:gd name="connsiteY104" fmla="*/ 462531 h 4939827"/>
              <a:gd name="connsiteX105" fmla="*/ 1622516 w 12192000"/>
              <a:gd name="connsiteY105" fmla="*/ 466058 h 4939827"/>
              <a:gd name="connsiteX106" fmla="*/ 1655457 w 12192000"/>
              <a:gd name="connsiteY106" fmla="*/ 465359 h 4939827"/>
              <a:gd name="connsiteX107" fmla="*/ 1717454 w 12192000"/>
              <a:gd name="connsiteY107" fmla="*/ 417203 h 4939827"/>
              <a:gd name="connsiteX108" fmla="*/ 1913794 w 12192000"/>
              <a:gd name="connsiteY108" fmla="*/ 365255 h 4939827"/>
              <a:gd name="connsiteX109" fmla="*/ 2129762 w 12192000"/>
              <a:gd name="connsiteY109" fmla="*/ 367832 h 4939827"/>
              <a:gd name="connsiteX110" fmla="*/ 2376970 w 12192000"/>
              <a:gd name="connsiteY110" fmla="*/ 350129 h 4939827"/>
              <a:gd name="connsiteX111" fmla="*/ 2480155 w 12192000"/>
              <a:gd name="connsiteY111" fmla="*/ 359227 h 4939827"/>
              <a:gd name="connsiteX112" fmla="*/ 2586782 w 12192000"/>
              <a:gd name="connsiteY112" fmla="*/ 339352 h 4939827"/>
              <a:gd name="connsiteX113" fmla="*/ 2654496 w 12192000"/>
              <a:gd name="connsiteY113" fmla="*/ 315431 h 4939827"/>
              <a:gd name="connsiteX114" fmla="*/ 2788947 w 12192000"/>
              <a:gd name="connsiteY114" fmla="*/ 250375 h 4939827"/>
              <a:gd name="connsiteX115" fmla="*/ 2885389 w 12192000"/>
              <a:gd name="connsiteY115" fmla="*/ 255259 h 4939827"/>
              <a:gd name="connsiteX116" fmla="*/ 3045916 w 12192000"/>
              <a:gd name="connsiteY116" fmla="*/ 261030 h 4939827"/>
              <a:gd name="connsiteX117" fmla="*/ 3074187 w 12192000"/>
              <a:gd name="connsiteY117" fmla="*/ 243226 h 4939827"/>
              <a:gd name="connsiteX118" fmla="*/ 3103677 w 12192000"/>
              <a:gd name="connsiteY118" fmla="*/ 209527 h 4939827"/>
              <a:gd name="connsiteX119" fmla="*/ 3126759 w 12192000"/>
              <a:gd name="connsiteY119" fmla="*/ 211226 h 4939827"/>
              <a:gd name="connsiteX120" fmla="*/ 3164020 w 12192000"/>
              <a:gd name="connsiteY120" fmla="*/ 212779 h 4939827"/>
              <a:gd name="connsiteX121" fmla="*/ 3285019 w 12192000"/>
              <a:gd name="connsiteY121" fmla="*/ 220535 h 4939827"/>
              <a:gd name="connsiteX122" fmla="*/ 3365154 w 12192000"/>
              <a:gd name="connsiteY122" fmla="*/ 226416 h 4939827"/>
              <a:gd name="connsiteX123" fmla="*/ 3367507 w 12192000"/>
              <a:gd name="connsiteY123" fmla="*/ 225416 h 4939827"/>
              <a:gd name="connsiteX124" fmla="*/ 3387567 w 12192000"/>
              <a:gd name="connsiteY124" fmla="*/ 227103 h 4939827"/>
              <a:gd name="connsiteX125" fmla="*/ 3424753 w 12192000"/>
              <a:gd name="connsiteY125" fmla="*/ 244380 h 4939827"/>
              <a:gd name="connsiteX126" fmla="*/ 3498001 w 12192000"/>
              <a:gd name="connsiteY126" fmla="*/ 231941 h 4939827"/>
              <a:gd name="connsiteX127" fmla="*/ 3561557 w 12192000"/>
              <a:gd name="connsiteY127" fmla="*/ 228095 h 4939827"/>
              <a:gd name="connsiteX128" fmla="*/ 3611920 w 12192000"/>
              <a:gd name="connsiteY128" fmla="*/ 218094 h 4939827"/>
              <a:gd name="connsiteX129" fmla="*/ 3620528 w 12192000"/>
              <a:gd name="connsiteY129" fmla="*/ 218788 h 4939827"/>
              <a:gd name="connsiteX130" fmla="*/ 3620766 w 12192000"/>
              <a:gd name="connsiteY130" fmla="*/ 218511 h 4939827"/>
              <a:gd name="connsiteX131" fmla="*/ 3629977 w 12192000"/>
              <a:gd name="connsiteY131" fmla="*/ 218664 h 4939827"/>
              <a:gd name="connsiteX132" fmla="*/ 3636217 w 12192000"/>
              <a:gd name="connsiteY132" fmla="*/ 220048 h 4939827"/>
              <a:gd name="connsiteX133" fmla="*/ 3709484 w 12192000"/>
              <a:gd name="connsiteY133" fmla="*/ 186927 h 4939827"/>
              <a:gd name="connsiteX134" fmla="*/ 3761342 w 12192000"/>
              <a:gd name="connsiteY134" fmla="*/ 177474 h 4939827"/>
              <a:gd name="connsiteX135" fmla="*/ 3799748 w 12192000"/>
              <a:gd name="connsiteY135" fmla="*/ 167154 h 4939827"/>
              <a:gd name="connsiteX136" fmla="*/ 3812225 w 12192000"/>
              <a:gd name="connsiteY136" fmla="*/ 189020 h 4939827"/>
              <a:gd name="connsiteX137" fmla="*/ 3864537 w 12192000"/>
              <a:gd name="connsiteY137" fmla="*/ 200742 h 4939827"/>
              <a:gd name="connsiteX138" fmla="*/ 4028476 w 12192000"/>
              <a:gd name="connsiteY138" fmla="*/ 223679 h 4939827"/>
              <a:gd name="connsiteX139" fmla="*/ 4191582 w 12192000"/>
              <a:gd name="connsiteY139" fmla="*/ 238952 h 4939827"/>
              <a:gd name="connsiteX140" fmla="*/ 4251024 w 12192000"/>
              <a:gd name="connsiteY140" fmla="*/ 240874 h 4939827"/>
              <a:gd name="connsiteX141" fmla="*/ 4355275 w 12192000"/>
              <a:gd name="connsiteY141" fmla="*/ 260205 h 4939827"/>
              <a:gd name="connsiteX142" fmla="*/ 4423807 w 12192000"/>
              <a:gd name="connsiteY142" fmla="*/ 270366 h 4939827"/>
              <a:gd name="connsiteX143" fmla="*/ 4558432 w 12192000"/>
              <a:gd name="connsiteY143" fmla="*/ 269194 h 4939827"/>
              <a:gd name="connsiteX144" fmla="*/ 4635061 w 12192000"/>
              <a:gd name="connsiteY144" fmla="*/ 280682 h 4939827"/>
              <a:gd name="connsiteX145" fmla="*/ 4680829 w 12192000"/>
              <a:gd name="connsiteY145" fmla="*/ 287953 h 4939827"/>
              <a:gd name="connsiteX146" fmla="*/ 4807427 w 12192000"/>
              <a:gd name="connsiteY146" fmla="*/ 276835 h 4939827"/>
              <a:gd name="connsiteX147" fmla="*/ 5028933 w 12192000"/>
              <a:gd name="connsiteY147" fmla="*/ 183887 h 4939827"/>
              <a:gd name="connsiteX148" fmla="*/ 5093642 w 12192000"/>
              <a:gd name="connsiteY148" fmla="*/ 177214 h 4939827"/>
              <a:gd name="connsiteX149" fmla="*/ 5102642 w 12192000"/>
              <a:gd name="connsiteY149" fmla="*/ 186816 h 4939827"/>
              <a:gd name="connsiteX150" fmla="*/ 5193590 w 12192000"/>
              <a:gd name="connsiteY150" fmla="*/ 136361 h 4939827"/>
              <a:gd name="connsiteX151" fmla="*/ 5323922 w 12192000"/>
              <a:gd name="connsiteY151" fmla="*/ 146332 h 4939827"/>
              <a:gd name="connsiteX152" fmla="*/ 5421860 w 12192000"/>
              <a:gd name="connsiteY152" fmla="*/ 167298 h 4939827"/>
              <a:gd name="connsiteX153" fmla="*/ 5476948 w 12192000"/>
              <a:gd name="connsiteY153" fmla="*/ 173249 h 4939827"/>
              <a:gd name="connsiteX154" fmla="*/ 5516842 w 12192000"/>
              <a:gd name="connsiteY154" fmla="*/ 184018 h 4939827"/>
              <a:gd name="connsiteX155" fmla="*/ 5619415 w 12192000"/>
              <a:gd name="connsiteY155" fmla="*/ 176781 h 4939827"/>
              <a:gd name="connsiteX156" fmla="*/ 5789867 w 12192000"/>
              <a:gd name="connsiteY156" fmla="*/ 150304 h 4939827"/>
              <a:gd name="connsiteX157" fmla="*/ 5825953 w 12192000"/>
              <a:gd name="connsiteY157" fmla="*/ 147907 h 4939827"/>
              <a:gd name="connsiteX158" fmla="*/ 5856168 w 12192000"/>
              <a:gd name="connsiteY158" fmla="*/ 158719 h 4939827"/>
              <a:gd name="connsiteX159" fmla="*/ 5862476 w 12192000"/>
              <a:gd name="connsiteY159" fmla="*/ 172447 h 4939827"/>
              <a:gd name="connsiteX160" fmla="*/ 5882195 w 12192000"/>
              <a:gd name="connsiteY160" fmla="*/ 173195 h 4939827"/>
              <a:gd name="connsiteX161" fmla="*/ 5887271 w 12192000"/>
              <a:gd name="connsiteY161" fmla="*/ 176084 h 4939827"/>
              <a:gd name="connsiteX162" fmla="*/ 5916552 w 12192000"/>
              <a:gd name="connsiteY162" fmla="*/ 189955 h 4939827"/>
              <a:gd name="connsiteX163" fmla="*/ 5983240 w 12192000"/>
              <a:gd name="connsiteY163" fmla="*/ 152755 h 4939827"/>
              <a:gd name="connsiteX164" fmla="*/ 6061852 w 12192000"/>
              <a:gd name="connsiteY164" fmla="*/ 161953 h 4939827"/>
              <a:gd name="connsiteX165" fmla="*/ 6408386 w 12192000"/>
              <a:gd name="connsiteY165" fmla="*/ 157590 h 4939827"/>
              <a:gd name="connsiteX166" fmla="*/ 6531386 w 12192000"/>
              <a:gd name="connsiteY166" fmla="*/ 156103 h 4939827"/>
              <a:gd name="connsiteX167" fmla="*/ 6721509 w 12192000"/>
              <a:gd name="connsiteY167" fmla="*/ 54829 h 4939827"/>
              <a:gd name="connsiteX168" fmla="*/ 6947884 w 12192000"/>
              <a:gd name="connsiteY168" fmla="*/ 47587 h 4939827"/>
              <a:gd name="connsiteX169" fmla="*/ 6965101 w 12192000"/>
              <a:gd name="connsiteY169" fmla="*/ 25718 h 4939827"/>
              <a:gd name="connsiteX170" fmla="*/ 6986370 w 12192000"/>
              <a:gd name="connsiteY170" fmla="*/ 12659 h 4939827"/>
              <a:gd name="connsiteX171" fmla="*/ 6989536 w 12192000"/>
              <a:gd name="connsiteY171" fmla="*/ 14528 h 4939827"/>
              <a:gd name="connsiteX172" fmla="*/ 7015933 w 12192000"/>
              <a:gd name="connsiteY172" fmla="*/ 9653 h 4939827"/>
              <a:gd name="connsiteX173" fmla="*/ 7020592 w 12192000"/>
              <a:gd name="connsiteY173" fmla="*/ 1651 h 4939827"/>
              <a:gd name="connsiteX174" fmla="*/ 7025905 w 12192000"/>
              <a:gd name="connsiteY174" fmla="*/ 0 h 4939827"/>
              <a:gd name="connsiteX0" fmla="*/ 7025905 w 12192000"/>
              <a:gd name="connsiteY0" fmla="*/ 0 h 4939827"/>
              <a:gd name="connsiteX1" fmla="*/ 7032579 w 12192000"/>
              <a:gd name="connsiteY1" fmla="*/ 2808 h 4939827"/>
              <a:gd name="connsiteX2" fmla="*/ 7079505 w 12192000"/>
              <a:gd name="connsiteY2" fmla="*/ 12971 h 4939827"/>
              <a:gd name="connsiteX3" fmla="*/ 7158791 w 12192000"/>
              <a:gd name="connsiteY3" fmla="*/ 12462 h 4939827"/>
              <a:gd name="connsiteX4" fmla="*/ 7233338 w 12192000"/>
              <a:gd name="connsiteY4" fmla="*/ 24846 h 4939827"/>
              <a:gd name="connsiteX5" fmla="*/ 7259791 w 12192000"/>
              <a:gd name="connsiteY5" fmla="*/ 29557 h 4939827"/>
              <a:gd name="connsiteX6" fmla="*/ 7263923 w 12192000"/>
              <a:gd name="connsiteY6" fmla="*/ 35029 h 4939827"/>
              <a:gd name="connsiteX7" fmla="*/ 7281549 w 12192000"/>
              <a:gd name="connsiteY7" fmla="*/ 39654 h 4939827"/>
              <a:gd name="connsiteX8" fmla="*/ 7374735 w 12192000"/>
              <a:gd name="connsiteY8" fmla="*/ 65326 h 4939827"/>
              <a:gd name="connsiteX9" fmla="*/ 7376078 w 12192000"/>
              <a:gd name="connsiteY9" fmla="*/ 63849 h 4939827"/>
              <a:gd name="connsiteX10" fmla="*/ 7402026 w 12192000"/>
              <a:gd name="connsiteY10" fmla="*/ 60308 h 4939827"/>
              <a:gd name="connsiteX11" fmla="*/ 7415091 w 12192000"/>
              <a:gd name="connsiteY11" fmla="*/ 77403 h 4939827"/>
              <a:gd name="connsiteX12" fmla="*/ 7443464 w 12192000"/>
              <a:gd name="connsiteY12" fmla="*/ 68367 h 4939827"/>
              <a:gd name="connsiteX13" fmla="*/ 7588044 w 12192000"/>
              <a:gd name="connsiteY13" fmla="*/ 110756 h 4939827"/>
              <a:gd name="connsiteX14" fmla="*/ 7732750 w 12192000"/>
              <a:gd name="connsiteY14" fmla="*/ 145456 h 4939827"/>
              <a:gd name="connsiteX15" fmla="*/ 7785900 w 12192000"/>
              <a:gd name="connsiteY15" fmla="*/ 154493 h 4939827"/>
              <a:gd name="connsiteX16" fmla="*/ 7877301 w 12192000"/>
              <a:gd name="connsiteY16" fmla="*/ 186153 h 4939827"/>
              <a:gd name="connsiteX17" fmla="*/ 7937675 w 12192000"/>
              <a:gd name="connsiteY17" fmla="*/ 204438 h 4939827"/>
              <a:gd name="connsiteX18" fmla="*/ 7952584 w 12192000"/>
              <a:gd name="connsiteY18" fmla="*/ 170181 h 4939827"/>
              <a:gd name="connsiteX19" fmla="*/ 8009534 w 12192000"/>
              <a:gd name="connsiteY19" fmla="*/ 176441 h 4939827"/>
              <a:gd name="connsiteX20" fmla="*/ 8058681 w 12192000"/>
              <a:gd name="connsiteY20" fmla="*/ 219431 h 4939827"/>
              <a:gd name="connsiteX21" fmla="*/ 8126175 w 12192000"/>
              <a:gd name="connsiteY21" fmla="*/ 240005 h 4939827"/>
              <a:gd name="connsiteX22" fmla="*/ 8166439 w 12192000"/>
              <a:gd name="connsiteY22" fmla="*/ 252699 h 4939827"/>
              <a:gd name="connsiteX23" fmla="*/ 8281371 w 12192000"/>
              <a:gd name="connsiteY23" fmla="*/ 256875 h 4939827"/>
              <a:gd name="connsiteX24" fmla="*/ 8381609 w 12192000"/>
              <a:gd name="connsiteY24" fmla="*/ 240618 h 4939827"/>
              <a:gd name="connsiteX25" fmla="*/ 8406759 w 12192000"/>
              <a:gd name="connsiteY25" fmla="*/ 232517 h 4939827"/>
              <a:gd name="connsiteX26" fmla="*/ 8426506 w 12192000"/>
              <a:gd name="connsiteY26" fmla="*/ 241842 h 4939827"/>
              <a:gd name="connsiteX27" fmla="*/ 8427949 w 12192000"/>
              <a:gd name="connsiteY27" fmla="*/ 240981 h 4939827"/>
              <a:gd name="connsiteX28" fmla="*/ 8441468 w 12192000"/>
              <a:gd name="connsiteY28" fmla="*/ 241157 h 4939827"/>
              <a:gd name="connsiteX29" fmla="*/ 8565757 w 12192000"/>
              <a:gd name="connsiteY29" fmla="*/ 255317 h 4939827"/>
              <a:gd name="connsiteX30" fmla="*/ 8573171 w 12192000"/>
              <a:gd name="connsiteY30" fmla="*/ 258426 h 4939827"/>
              <a:gd name="connsiteX31" fmla="*/ 8573548 w 12192000"/>
              <a:gd name="connsiteY31" fmla="*/ 258241 h 4939827"/>
              <a:gd name="connsiteX32" fmla="*/ 8581827 w 12192000"/>
              <a:gd name="connsiteY32" fmla="*/ 261028 h 4939827"/>
              <a:gd name="connsiteX33" fmla="*/ 8586687 w 12192000"/>
              <a:gd name="connsiteY33" fmla="*/ 264089 h 4939827"/>
              <a:gd name="connsiteX34" fmla="*/ 8601067 w 12192000"/>
              <a:gd name="connsiteY34" fmla="*/ 270114 h 4939827"/>
              <a:gd name="connsiteX35" fmla="*/ 8672650 w 12192000"/>
              <a:gd name="connsiteY35" fmla="*/ 254821 h 4939827"/>
              <a:gd name="connsiteX36" fmla="*/ 8785543 w 12192000"/>
              <a:gd name="connsiteY36" fmla="*/ 263406 h 4939827"/>
              <a:gd name="connsiteX37" fmla="*/ 8830588 w 12192000"/>
              <a:gd name="connsiteY37" fmla="*/ 265483 h 4939827"/>
              <a:gd name="connsiteX38" fmla="*/ 8905142 w 12192000"/>
              <a:gd name="connsiteY38" fmla="*/ 264958 h 4939827"/>
              <a:gd name="connsiteX39" fmla="*/ 8968582 w 12192000"/>
              <a:gd name="connsiteY39" fmla="*/ 262728 h 4939827"/>
              <a:gd name="connsiteX40" fmla="*/ 8972994 w 12192000"/>
              <a:gd name="connsiteY40" fmla="*/ 263284 h 4939827"/>
              <a:gd name="connsiteX41" fmla="*/ 9004605 w 12192000"/>
              <a:gd name="connsiteY41" fmla="*/ 258041 h 4939827"/>
              <a:gd name="connsiteX42" fmla="*/ 9016165 w 12192000"/>
              <a:gd name="connsiteY42" fmla="*/ 261258 h 4939827"/>
              <a:gd name="connsiteX43" fmla="*/ 9043297 w 12192000"/>
              <a:gd name="connsiteY43" fmla="*/ 281547 h 4939827"/>
              <a:gd name="connsiteX44" fmla="*/ 9048315 w 12192000"/>
              <a:gd name="connsiteY44" fmla="*/ 279264 h 4939827"/>
              <a:gd name="connsiteX45" fmla="*/ 9054706 w 12192000"/>
              <a:gd name="connsiteY45" fmla="*/ 278538 h 4939827"/>
              <a:gd name="connsiteX46" fmla="*/ 9070919 w 12192000"/>
              <a:gd name="connsiteY46" fmla="*/ 281810 h 4939827"/>
              <a:gd name="connsiteX47" fmla="*/ 9076813 w 12192000"/>
              <a:gd name="connsiteY47" fmla="*/ 283909 h 4939827"/>
              <a:gd name="connsiteX48" fmla="*/ 9085871 w 12192000"/>
              <a:gd name="connsiteY48" fmla="*/ 285133 h 4939827"/>
              <a:gd name="connsiteX49" fmla="*/ 9086159 w 12192000"/>
              <a:gd name="connsiteY49" fmla="*/ 284887 h 4939827"/>
              <a:gd name="connsiteX50" fmla="*/ 9134606 w 12192000"/>
              <a:gd name="connsiteY50" fmla="*/ 288168 h 4939827"/>
              <a:gd name="connsiteX51" fmla="*/ 9195590 w 12192000"/>
              <a:gd name="connsiteY51" fmla="*/ 279568 h 4939827"/>
              <a:gd name="connsiteX52" fmla="*/ 9219336 w 12192000"/>
              <a:gd name="connsiteY52" fmla="*/ 278133 h 4939827"/>
              <a:gd name="connsiteX53" fmla="*/ 9232362 w 12192000"/>
              <a:gd name="connsiteY53" fmla="*/ 275894 h 4939827"/>
              <a:gd name="connsiteX54" fmla="*/ 9233396 w 12192000"/>
              <a:gd name="connsiteY54" fmla="*/ 274803 h 4939827"/>
              <a:gd name="connsiteX55" fmla="*/ 9256213 w 12192000"/>
              <a:gd name="connsiteY55" fmla="*/ 281576 h 4939827"/>
              <a:gd name="connsiteX56" fmla="*/ 9262377 w 12192000"/>
              <a:gd name="connsiteY56" fmla="*/ 286635 h 4939827"/>
              <a:gd name="connsiteX57" fmla="*/ 9287089 w 12192000"/>
              <a:gd name="connsiteY57" fmla="*/ 303891 h 4939827"/>
              <a:gd name="connsiteX58" fmla="*/ 9371484 w 12192000"/>
              <a:gd name="connsiteY58" fmla="*/ 329634 h 4939827"/>
              <a:gd name="connsiteX59" fmla="*/ 9404829 w 12192000"/>
              <a:gd name="connsiteY59" fmla="*/ 339038 h 4939827"/>
              <a:gd name="connsiteX60" fmla="*/ 9427021 w 12192000"/>
              <a:gd name="connsiteY60" fmla="*/ 358784 h 4939827"/>
              <a:gd name="connsiteX61" fmla="*/ 9670844 w 12192000"/>
              <a:gd name="connsiteY61" fmla="*/ 405128 h 4939827"/>
              <a:gd name="connsiteX62" fmla="*/ 9816083 w 12192000"/>
              <a:gd name="connsiteY62" fmla="*/ 416573 h 4939827"/>
              <a:gd name="connsiteX63" fmla="*/ 9936741 w 12192000"/>
              <a:gd name="connsiteY63" fmla="*/ 437044 h 4939827"/>
              <a:gd name="connsiteX64" fmla="*/ 10050093 w 12192000"/>
              <a:gd name="connsiteY64" fmla="*/ 443783 h 4939827"/>
              <a:gd name="connsiteX65" fmla="*/ 10130090 w 12192000"/>
              <a:gd name="connsiteY65" fmla="*/ 459520 h 4939827"/>
              <a:gd name="connsiteX66" fmla="*/ 10173456 w 12192000"/>
              <a:gd name="connsiteY66" fmla="*/ 457749 h 4939827"/>
              <a:gd name="connsiteX67" fmla="*/ 10218232 w 12192000"/>
              <a:gd name="connsiteY67" fmla="*/ 459820 h 4939827"/>
              <a:gd name="connsiteX68" fmla="*/ 10354176 w 12192000"/>
              <a:gd name="connsiteY68" fmla="*/ 471377 h 4939827"/>
              <a:gd name="connsiteX69" fmla="*/ 10430681 w 12192000"/>
              <a:gd name="connsiteY69" fmla="*/ 481226 h 4939827"/>
              <a:gd name="connsiteX70" fmla="*/ 10478169 w 12192000"/>
              <a:gd name="connsiteY70" fmla="*/ 481774 h 4939827"/>
              <a:gd name="connsiteX71" fmla="*/ 10540907 w 12192000"/>
              <a:gd name="connsiteY71" fmla="*/ 485607 h 4939827"/>
              <a:gd name="connsiteX72" fmla="*/ 10614941 w 12192000"/>
              <a:gd name="connsiteY72" fmla="*/ 487592 h 4939827"/>
              <a:gd name="connsiteX73" fmla="*/ 10674098 w 12192000"/>
              <a:gd name="connsiteY73" fmla="*/ 521656 h 4939827"/>
              <a:gd name="connsiteX74" fmla="*/ 10874834 w 12192000"/>
              <a:gd name="connsiteY74" fmla="*/ 574867 h 4939827"/>
              <a:gd name="connsiteX75" fmla="*/ 10944981 w 12192000"/>
              <a:gd name="connsiteY75" fmla="*/ 615042 h 4939827"/>
              <a:gd name="connsiteX76" fmla="*/ 11006376 w 12192000"/>
              <a:gd name="connsiteY76" fmla="*/ 645957 h 4939827"/>
              <a:gd name="connsiteX77" fmla="*/ 11076308 w 12192000"/>
              <a:gd name="connsiteY77" fmla="*/ 675698 h 4939827"/>
              <a:gd name="connsiteX78" fmla="*/ 11148789 w 12192000"/>
              <a:gd name="connsiteY78" fmla="*/ 685041 h 4939827"/>
              <a:gd name="connsiteX79" fmla="*/ 11249129 w 12192000"/>
              <a:gd name="connsiteY79" fmla="*/ 684218 h 4939827"/>
              <a:gd name="connsiteX80" fmla="*/ 11299915 w 12192000"/>
              <a:gd name="connsiteY80" fmla="*/ 692177 h 4939827"/>
              <a:gd name="connsiteX81" fmla="*/ 11386973 w 12192000"/>
              <a:gd name="connsiteY81" fmla="*/ 708209 h 4939827"/>
              <a:gd name="connsiteX82" fmla="*/ 11500105 w 12192000"/>
              <a:gd name="connsiteY82" fmla="*/ 735014 h 4939827"/>
              <a:gd name="connsiteX83" fmla="*/ 11621735 w 12192000"/>
              <a:gd name="connsiteY83" fmla="*/ 789584 h 4939827"/>
              <a:gd name="connsiteX84" fmla="*/ 11691200 w 12192000"/>
              <a:gd name="connsiteY84" fmla="*/ 867902 h 4939827"/>
              <a:gd name="connsiteX85" fmla="*/ 11819427 w 12192000"/>
              <a:gd name="connsiteY85" fmla="*/ 911634 h 4939827"/>
              <a:gd name="connsiteX86" fmla="*/ 11969720 w 12192000"/>
              <a:gd name="connsiteY86" fmla="*/ 964737 h 4939827"/>
              <a:gd name="connsiteX87" fmla="*/ 12055766 w 12192000"/>
              <a:gd name="connsiteY87" fmla="*/ 991268 h 4939827"/>
              <a:gd name="connsiteX88" fmla="*/ 12171539 w 12192000"/>
              <a:gd name="connsiteY88" fmla="*/ 995427 h 4939827"/>
              <a:gd name="connsiteX89" fmla="*/ 12187831 w 12192000"/>
              <a:gd name="connsiteY89" fmla="*/ 996580 h 4939827"/>
              <a:gd name="connsiteX90" fmla="*/ 12192000 w 12192000"/>
              <a:gd name="connsiteY90" fmla="*/ 996726 h 4939827"/>
              <a:gd name="connsiteX91" fmla="*/ 12192000 w 12192000"/>
              <a:gd name="connsiteY91" fmla="*/ 4939827 h 4939827"/>
              <a:gd name="connsiteX92" fmla="*/ 0 w 12192000"/>
              <a:gd name="connsiteY92" fmla="*/ 4939827 h 4939827"/>
              <a:gd name="connsiteX93" fmla="*/ 0 w 12192000"/>
              <a:gd name="connsiteY93" fmla="*/ 512043 h 4939827"/>
              <a:gd name="connsiteX94" fmla="*/ 7381 w 12192000"/>
              <a:gd name="connsiteY94" fmla="*/ 512580 h 4939827"/>
              <a:gd name="connsiteX95" fmla="*/ 100029 w 12192000"/>
              <a:gd name="connsiteY95" fmla="*/ 504758 h 4939827"/>
              <a:gd name="connsiteX96" fmla="*/ 155244 w 12192000"/>
              <a:gd name="connsiteY96" fmla="*/ 525130 h 4939827"/>
              <a:gd name="connsiteX97" fmla="*/ 254366 w 12192000"/>
              <a:gd name="connsiteY97" fmla="*/ 534449 h 4939827"/>
              <a:gd name="connsiteX98" fmla="*/ 447292 w 12192000"/>
              <a:gd name="connsiteY98" fmla="*/ 542725 h 4939827"/>
              <a:gd name="connsiteX99" fmla="*/ 628105 w 12192000"/>
              <a:gd name="connsiteY99" fmla="*/ 547853 h 4939827"/>
              <a:gd name="connsiteX100" fmla="*/ 783146 w 12192000"/>
              <a:gd name="connsiteY100" fmla="*/ 591799 h 4939827"/>
              <a:gd name="connsiteX101" fmla="*/ 1043676 w 12192000"/>
              <a:gd name="connsiteY101" fmla="*/ 591887 h 4939827"/>
              <a:gd name="connsiteX102" fmla="*/ 1281816 w 12192000"/>
              <a:gd name="connsiteY102" fmla="*/ 520946 h 4939827"/>
              <a:gd name="connsiteX103" fmla="*/ 1486347 w 12192000"/>
              <a:gd name="connsiteY103" fmla="*/ 487310 h 4939827"/>
              <a:gd name="connsiteX104" fmla="*/ 1568079 w 12192000"/>
              <a:gd name="connsiteY104" fmla="*/ 462531 h 4939827"/>
              <a:gd name="connsiteX105" fmla="*/ 1622516 w 12192000"/>
              <a:gd name="connsiteY105" fmla="*/ 466058 h 4939827"/>
              <a:gd name="connsiteX106" fmla="*/ 1655457 w 12192000"/>
              <a:gd name="connsiteY106" fmla="*/ 465359 h 4939827"/>
              <a:gd name="connsiteX107" fmla="*/ 1717454 w 12192000"/>
              <a:gd name="connsiteY107" fmla="*/ 417203 h 4939827"/>
              <a:gd name="connsiteX108" fmla="*/ 1913794 w 12192000"/>
              <a:gd name="connsiteY108" fmla="*/ 365255 h 4939827"/>
              <a:gd name="connsiteX109" fmla="*/ 2129762 w 12192000"/>
              <a:gd name="connsiteY109" fmla="*/ 367832 h 4939827"/>
              <a:gd name="connsiteX110" fmla="*/ 2376970 w 12192000"/>
              <a:gd name="connsiteY110" fmla="*/ 350129 h 4939827"/>
              <a:gd name="connsiteX111" fmla="*/ 2480155 w 12192000"/>
              <a:gd name="connsiteY111" fmla="*/ 359227 h 4939827"/>
              <a:gd name="connsiteX112" fmla="*/ 2586782 w 12192000"/>
              <a:gd name="connsiteY112" fmla="*/ 339352 h 4939827"/>
              <a:gd name="connsiteX113" fmla="*/ 2654496 w 12192000"/>
              <a:gd name="connsiteY113" fmla="*/ 315431 h 4939827"/>
              <a:gd name="connsiteX114" fmla="*/ 2788947 w 12192000"/>
              <a:gd name="connsiteY114" fmla="*/ 250375 h 4939827"/>
              <a:gd name="connsiteX115" fmla="*/ 2885389 w 12192000"/>
              <a:gd name="connsiteY115" fmla="*/ 255259 h 4939827"/>
              <a:gd name="connsiteX116" fmla="*/ 3045916 w 12192000"/>
              <a:gd name="connsiteY116" fmla="*/ 261030 h 4939827"/>
              <a:gd name="connsiteX117" fmla="*/ 3074187 w 12192000"/>
              <a:gd name="connsiteY117" fmla="*/ 243226 h 4939827"/>
              <a:gd name="connsiteX118" fmla="*/ 3103677 w 12192000"/>
              <a:gd name="connsiteY118" fmla="*/ 209527 h 4939827"/>
              <a:gd name="connsiteX119" fmla="*/ 3126759 w 12192000"/>
              <a:gd name="connsiteY119" fmla="*/ 211226 h 4939827"/>
              <a:gd name="connsiteX120" fmla="*/ 3164020 w 12192000"/>
              <a:gd name="connsiteY120" fmla="*/ 212779 h 4939827"/>
              <a:gd name="connsiteX121" fmla="*/ 3285019 w 12192000"/>
              <a:gd name="connsiteY121" fmla="*/ 220535 h 4939827"/>
              <a:gd name="connsiteX122" fmla="*/ 3365154 w 12192000"/>
              <a:gd name="connsiteY122" fmla="*/ 226416 h 4939827"/>
              <a:gd name="connsiteX123" fmla="*/ 3367507 w 12192000"/>
              <a:gd name="connsiteY123" fmla="*/ 225416 h 4939827"/>
              <a:gd name="connsiteX124" fmla="*/ 3387567 w 12192000"/>
              <a:gd name="connsiteY124" fmla="*/ 227103 h 4939827"/>
              <a:gd name="connsiteX125" fmla="*/ 3424753 w 12192000"/>
              <a:gd name="connsiteY125" fmla="*/ 244380 h 4939827"/>
              <a:gd name="connsiteX126" fmla="*/ 3498001 w 12192000"/>
              <a:gd name="connsiteY126" fmla="*/ 231941 h 4939827"/>
              <a:gd name="connsiteX127" fmla="*/ 3561557 w 12192000"/>
              <a:gd name="connsiteY127" fmla="*/ 228095 h 4939827"/>
              <a:gd name="connsiteX128" fmla="*/ 3611920 w 12192000"/>
              <a:gd name="connsiteY128" fmla="*/ 218094 h 4939827"/>
              <a:gd name="connsiteX129" fmla="*/ 3620528 w 12192000"/>
              <a:gd name="connsiteY129" fmla="*/ 218788 h 4939827"/>
              <a:gd name="connsiteX130" fmla="*/ 3620766 w 12192000"/>
              <a:gd name="connsiteY130" fmla="*/ 218511 h 4939827"/>
              <a:gd name="connsiteX131" fmla="*/ 3629977 w 12192000"/>
              <a:gd name="connsiteY131" fmla="*/ 218664 h 4939827"/>
              <a:gd name="connsiteX132" fmla="*/ 3636217 w 12192000"/>
              <a:gd name="connsiteY132" fmla="*/ 220048 h 4939827"/>
              <a:gd name="connsiteX133" fmla="*/ 3709484 w 12192000"/>
              <a:gd name="connsiteY133" fmla="*/ 186927 h 4939827"/>
              <a:gd name="connsiteX134" fmla="*/ 3761342 w 12192000"/>
              <a:gd name="connsiteY134" fmla="*/ 177474 h 4939827"/>
              <a:gd name="connsiteX135" fmla="*/ 3799748 w 12192000"/>
              <a:gd name="connsiteY135" fmla="*/ 167154 h 4939827"/>
              <a:gd name="connsiteX136" fmla="*/ 3812225 w 12192000"/>
              <a:gd name="connsiteY136" fmla="*/ 189020 h 4939827"/>
              <a:gd name="connsiteX137" fmla="*/ 3864537 w 12192000"/>
              <a:gd name="connsiteY137" fmla="*/ 200742 h 4939827"/>
              <a:gd name="connsiteX138" fmla="*/ 4028476 w 12192000"/>
              <a:gd name="connsiteY138" fmla="*/ 223679 h 4939827"/>
              <a:gd name="connsiteX139" fmla="*/ 4191582 w 12192000"/>
              <a:gd name="connsiteY139" fmla="*/ 238952 h 4939827"/>
              <a:gd name="connsiteX140" fmla="*/ 4251024 w 12192000"/>
              <a:gd name="connsiteY140" fmla="*/ 240874 h 4939827"/>
              <a:gd name="connsiteX141" fmla="*/ 4355275 w 12192000"/>
              <a:gd name="connsiteY141" fmla="*/ 260205 h 4939827"/>
              <a:gd name="connsiteX142" fmla="*/ 4423807 w 12192000"/>
              <a:gd name="connsiteY142" fmla="*/ 270366 h 4939827"/>
              <a:gd name="connsiteX143" fmla="*/ 4558432 w 12192000"/>
              <a:gd name="connsiteY143" fmla="*/ 269194 h 4939827"/>
              <a:gd name="connsiteX144" fmla="*/ 4635061 w 12192000"/>
              <a:gd name="connsiteY144" fmla="*/ 280682 h 4939827"/>
              <a:gd name="connsiteX145" fmla="*/ 4807427 w 12192000"/>
              <a:gd name="connsiteY145" fmla="*/ 276835 h 4939827"/>
              <a:gd name="connsiteX146" fmla="*/ 5028933 w 12192000"/>
              <a:gd name="connsiteY146" fmla="*/ 183887 h 4939827"/>
              <a:gd name="connsiteX147" fmla="*/ 5093642 w 12192000"/>
              <a:gd name="connsiteY147" fmla="*/ 177214 h 4939827"/>
              <a:gd name="connsiteX148" fmla="*/ 5102642 w 12192000"/>
              <a:gd name="connsiteY148" fmla="*/ 186816 h 4939827"/>
              <a:gd name="connsiteX149" fmla="*/ 5193590 w 12192000"/>
              <a:gd name="connsiteY149" fmla="*/ 136361 h 4939827"/>
              <a:gd name="connsiteX150" fmla="*/ 5323922 w 12192000"/>
              <a:gd name="connsiteY150" fmla="*/ 146332 h 4939827"/>
              <a:gd name="connsiteX151" fmla="*/ 5421860 w 12192000"/>
              <a:gd name="connsiteY151" fmla="*/ 167298 h 4939827"/>
              <a:gd name="connsiteX152" fmla="*/ 5476948 w 12192000"/>
              <a:gd name="connsiteY152" fmla="*/ 173249 h 4939827"/>
              <a:gd name="connsiteX153" fmla="*/ 5516842 w 12192000"/>
              <a:gd name="connsiteY153" fmla="*/ 184018 h 4939827"/>
              <a:gd name="connsiteX154" fmla="*/ 5619415 w 12192000"/>
              <a:gd name="connsiteY154" fmla="*/ 176781 h 4939827"/>
              <a:gd name="connsiteX155" fmla="*/ 5789867 w 12192000"/>
              <a:gd name="connsiteY155" fmla="*/ 150304 h 4939827"/>
              <a:gd name="connsiteX156" fmla="*/ 5825953 w 12192000"/>
              <a:gd name="connsiteY156" fmla="*/ 147907 h 4939827"/>
              <a:gd name="connsiteX157" fmla="*/ 5856168 w 12192000"/>
              <a:gd name="connsiteY157" fmla="*/ 158719 h 4939827"/>
              <a:gd name="connsiteX158" fmla="*/ 5862476 w 12192000"/>
              <a:gd name="connsiteY158" fmla="*/ 172447 h 4939827"/>
              <a:gd name="connsiteX159" fmla="*/ 5882195 w 12192000"/>
              <a:gd name="connsiteY159" fmla="*/ 173195 h 4939827"/>
              <a:gd name="connsiteX160" fmla="*/ 5887271 w 12192000"/>
              <a:gd name="connsiteY160" fmla="*/ 176084 h 4939827"/>
              <a:gd name="connsiteX161" fmla="*/ 5916552 w 12192000"/>
              <a:gd name="connsiteY161" fmla="*/ 189955 h 4939827"/>
              <a:gd name="connsiteX162" fmla="*/ 5983240 w 12192000"/>
              <a:gd name="connsiteY162" fmla="*/ 152755 h 4939827"/>
              <a:gd name="connsiteX163" fmla="*/ 6061852 w 12192000"/>
              <a:gd name="connsiteY163" fmla="*/ 161953 h 4939827"/>
              <a:gd name="connsiteX164" fmla="*/ 6408386 w 12192000"/>
              <a:gd name="connsiteY164" fmla="*/ 157590 h 4939827"/>
              <a:gd name="connsiteX165" fmla="*/ 6531386 w 12192000"/>
              <a:gd name="connsiteY165" fmla="*/ 156103 h 4939827"/>
              <a:gd name="connsiteX166" fmla="*/ 6721509 w 12192000"/>
              <a:gd name="connsiteY166" fmla="*/ 54829 h 4939827"/>
              <a:gd name="connsiteX167" fmla="*/ 6947884 w 12192000"/>
              <a:gd name="connsiteY167" fmla="*/ 47587 h 4939827"/>
              <a:gd name="connsiteX168" fmla="*/ 6965101 w 12192000"/>
              <a:gd name="connsiteY168" fmla="*/ 25718 h 4939827"/>
              <a:gd name="connsiteX169" fmla="*/ 6986370 w 12192000"/>
              <a:gd name="connsiteY169" fmla="*/ 12659 h 4939827"/>
              <a:gd name="connsiteX170" fmla="*/ 6989536 w 12192000"/>
              <a:gd name="connsiteY170" fmla="*/ 14528 h 4939827"/>
              <a:gd name="connsiteX171" fmla="*/ 7015933 w 12192000"/>
              <a:gd name="connsiteY171" fmla="*/ 9653 h 4939827"/>
              <a:gd name="connsiteX172" fmla="*/ 7020592 w 12192000"/>
              <a:gd name="connsiteY172" fmla="*/ 1651 h 4939827"/>
              <a:gd name="connsiteX173" fmla="*/ 7025905 w 12192000"/>
              <a:gd name="connsiteY173" fmla="*/ 0 h 4939827"/>
              <a:gd name="connsiteX0" fmla="*/ 7025905 w 12192000"/>
              <a:gd name="connsiteY0" fmla="*/ 0 h 4939827"/>
              <a:gd name="connsiteX1" fmla="*/ 7032579 w 12192000"/>
              <a:gd name="connsiteY1" fmla="*/ 2808 h 4939827"/>
              <a:gd name="connsiteX2" fmla="*/ 7079505 w 12192000"/>
              <a:gd name="connsiteY2" fmla="*/ 12971 h 4939827"/>
              <a:gd name="connsiteX3" fmla="*/ 7158791 w 12192000"/>
              <a:gd name="connsiteY3" fmla="*/ 12462 h 4939827"/>
              <a:gd name="connsiteX4" fmla="*/ 7233338 w 12192000"/>
              <a:gd name="connsiteY4" fmla="*/ 24846 h 4939827"/>
              <a:gd name="connsiteX5" fmla="*/ 7259791 w 12192000"/>
              <a:gd name="connsiteY5" fmla="*/ 29557 h 4939827"/>
              <a:gd name="connsiteX6" fmla="*/ 7263923 w 12192000"/>
              <a:gd name="connsiteY6" fmla="*/ 35029 h 4939827"/>
              <a:gd name="connsiteX7" fmla="*/ 7281549 w 12192000"/>
              <a:gd name="connsiteY7" fmla="*/ 39654 h 4939827"/>
              <a:gd name="connsiteX8" fmla="*/ 7374735 w 12192000"/>
              <a:gd name="connsiteY8" fmla="*/ 65326 h 4939827"/>
              <a:gd name="connsiteX9" fmla="*/ 7376078 w 12192000"/>
              <a:gd name="connsiteY9" fmla="*/ 63849 h 4939827"/>
              <a:gd name="connsiteX10" fmla="*/ 7402026 w 12192000"/>
              <a:gd name="connsiteY10" fmla="*/ 60308 h 4939827"/>
              <a:gd name="connsiteX11" fmla="*/ 7415091 w 12192000"/>
              <a:gd name="connsiteY11" fmla="*/ 77403 h 4939827"/>
              <a:gd name="connsiteX12" fmla="*/ 7443464 w 12192000"/>
              <a:gd name="connsiteY12" fmla="*/ 68367 h 4939827"/>
              <a:gd name="connsiteX13" fmla="*/ 7588044 w 12192000"/>
              <a:gd name="connsiteY13" fmla="*/ 110756 h 4939827"/>
              <a:gd name="connsiteX14" fmla="*/ 7732750 w 12192000"/>
              <a:gd name="connsiteY14" fmla="*/ 145456 h 4939827"/>
              <a:gd name="connsiteX15" fmla="*/ 7785900 w 12192000"/>
              <a:gd name="connsiteY15" fmla="*/ 154493 h 4939827"/>
              <a:gd name="connsiteX16" fmla="*/ 7877301 w 12192000"/>
              <a:gd name="connsiteY16" fmla="*/ 186153 h 4939827"/>
              <a:gd name="connsiteX17" fmla="*/ 7937675 w 12192000"/>
              <a:gd name="connsiteY17" fmla="*/ 204438 h 4939827"/>
              <a:gd name="connsiteX18" fmla="*/ 7952584 w 12192000"/>
              <a:gd name="connsiteY18" fmla="*/ 170181 h 4939827"/>
              <a:gd name="connsiteX19" fmla="*/ 8009534 w 12192000"/>
              <a:gd name="connsiteY19" fmla="*/ 176441 h 4939827"/>
              <a:gd name="connsiteX20" fmla="*/ 8058681 w 12192000"/>
              <a:gd name="connsiteY20" fmla="*/ 219431 h 4939827"/>
              <a:gd name="connsiteX21" fmla="*/ 8126175 w 12192000"/>
              <a:gd name="connsiteY21" fmla="*/ 240005 h 4939827"/>
              <a:gd name="connsiteX22" fmla="*/ 8166439 w 12192000"/>
              <a:gd name="connsiteY22" fmla="*/ 252699 h 4939827"/>
              <a:gd name="connsiteX23" fmla="*/ 8281371 w 12192000"/>
              <a:gd name="connsiteY23" fmla="*/ 256875 h 4939827"/>
              <a:gd name="connsiteX24" fmla="*/ 8381609 w 12192000"/>
              <a:gd name="connsiteY24" fmla="*/ 240618 h 4939827"/>
              <a:gd name="connsiteX25" fmla="*/ 8406759 w 12192000"/>
              <a:gd name="connsiteY25" fmla="*/ 232517 h 4939827"/>
              <a:gd name="connsiteX26" fmla="*/ 8426506 w 12192000"/>
              <a:gd name="connsiteY26" fmla="*/ 241842 h 4939827"/>
              <a:gd name="connsiteX27" fmla="*/ 8427949 w 12192000"/>
              <a:gd name="connsiteY27" fmla="*/ 240981 h 4939827"/>
              <a:gd name="connsiteX28" fmla="*/ 8441468 w 12192000"/>
              <a:gd name="connsiteY28" fmla="*/ 241157 h 4939827"/>
              <a:gd name="connsiteX29" fmla="*/ 8565757 w 12192000"/>
              <a:gd name="connsiteY29" fmla="*/ 255317 h 4939827"/>
              <a:gd name="connsiteX30" fmla="*/ 8573171 w 12192000"/>
              <a:gd name="connsiteY30" fmla="*/ 258426 h 4939827"/>
              <a:gd name="connsiteX31" fmla="*/ 8573548 w 12192000"/>
              <a:gd name="connsiteY31" fmla="*/ 258241 h 4939827"/>
              <a:gd name="connsiteX32" fmla="*/ 8581827 w 12192000"/>
              <a:gd name="connsiteY32" fmla="*/ 261028 h 4939827"/>
              <a:gd name="connsiteX33" fmla="*/ 8586687 w 12192000"/>
              <a:gd name="connsiteY33" fmla="*/ 264089 h 4939827"/>
              <a:gd name="connsiteX34" fmla="*/ 8601067 w 12192000"/>
              <a:gd name="connsiteY34" fmla="*/ 270114 h 4939827"/>
              <a:gd name="connsiteX35" fmla="*/ 8672650 w 12192000"/>
              <a:gd name="connsiteY35" fmla="*/ 254821 h 4939827"/>
              <a:gd name="connsiteX36" fmla="*/ 8785543 w 12192000"/>
              <a:gd name="connsiteY36" fmla="*/ 263406 h 4939827"/>
              <a:gd name="connsiteX37" fmla="*/ 8830588 w 12192000"/>
              <a:gd name="connsiteY37" fmla="*/ 265483 h 4939827"/>
              <a:gd name="connsiteX38" fmla="*/ 8905142 w 12192000"/>
              <a:gd name="connsiteY38" fmla="*/ 264958 h 4939827"/>
              <a:gd name="connsiteX39" fmla="*/ 8968582 w 12192000"/>
              <a:gd name="connsiteY39" fmla="*/ 262728 h 4939827"/>
              <a:gd name="connsiteX40" fmla="*/ 8972994 w 12192000"/>
              <a:gd name="connsiteY40" fmla="*/ 263284 h 4939827"/>
              <a:gd name="connsiteX41" fmla="*/ 9004605 w 12192000"/>
              <a:gd name="connsiteY41" fmla="*/ 258041 h 4939827"/>
              <a:gd name="connsiteX42" fmla="*/ 9016165 w 12192000"/>
              <a:gd name="connsiteY42" fmla="*/ 261258 h 4939827"/>
              <a:gd name="connsiteX43" fmla="*/ 9043297 w 12192000"/>
              <a:gd name="connsiteY43" fmla="*/ 281547 h 4939827"/>
              <a:gd name="connsiteX44" fmla="*/ 9048315 w 12192000"/>
              <a:gd name="connsiteY44" fmla="*/ 279264 h 4939827"/>
              <a:gd name="connsiteX45" fmla="*/ 9054706 w 12192000"/>
              <a:gd name="connsiteY45" fmla="*/ 278538 h 4939827"/>
              <a:gd name="connsiteX46" fmla="*/ 9070919 w 12192000"/>
              <a:gd name="connsiteY46" fmla="*/ 281810 h 4939827"/>
              <a:gd name="connsiteX47" fmla="*/ 9076813 w 12192000"/>
              <a:gd name="connsiteY47" fmla="*/ 283909 h 4939827"/>
              <a:gd name="connsiteX48" fmla="*/ 9085871 w 12192000"/>
              <a:gd name="connsiteY48" fmla="*/ 285133 h 4939827"/>
              <a:gd name="connsiteX49" fmla="*/ 9086159 w 12192000"/>
              <a:gd name="connsiteY49" fmla="*/ 284887 h 4939827"/>
              <a:gd name="connsiteX50" fmla="*/ 9134606 w 12192000"/>
              <a:gd name="connsiteY50" fmla="*/ 288168 h 4939827"/>
              <a:gd name="connsiteX51" fmla="*/ 9195590 w 12192000"/>
              <a:gd name="connsiteY51" fmla="*/ 279568 h 4939827"/>
              <a:gd name="connsiteX52" fmla="*/ 9219336 w 12192000"/>
              <a:gd name="connsiteY52" fmla="*/ 278133 h 4939827"/>
              <a:gd name="connsiteX53" fmla="*/ 9232362 w 12192000"/>
              <a:gd name="connsiteY53" fmla="*/ 275894 h 4939827"/>
              <a:gd name="connsiteX54" fmla="*/ 9233396 w 12192000"/>
              <a:gd name="connsiteY54" fmla="*/ 274803 h 4939827"/>
              <a:gd name="connsiteX55" fmla="*/ 9256213 w 12192000"/>
              <a:gd name="connsiteY55" fmla="*/ 281576 h 4939827"/>
              <a:gd name="connsiteX56" fmla="*/ 9262377 w 12192000"/>
              <a:gd name="connsiteY56" fmla="*/ 286635 h 4939827"/>
              <a:gd name="connsiteX57" fmla="*/ 9287089 w 12192000"/>
              <a:gd name="connsiteY57" fmla="*/ 303891 h 4939827"/>
              <a:gd name="connsiteX58" fmla="*/ 9371484 w 12192000"/>
              <a:gd name="connsiteY58" fmla="*/ 329634 h 4939827"/>
              <a:gd name="connsiteX59" fmla="*/ 9404829 w 12192000"/>
              <a:gd name="connsiteY59" fmla="*/ 339038 h 4939827"/>
              <a:gd name="connsiteX60" fmla="*/ 9427021 w 12192000"/>
              <a:gd name="connsiteY60" fmla="*/ 358784 h 4939827"/>
              <a:gd name="connsiteX61" fmla="*/ 9670844 w 12192000"/>
              <a:gd name="connsiteY61" fmla="*/ 405128 h 4939827"/>
              <a:gd name="connsiteX62" fmla="*/ 9816083 w 12192000"/>
              <a:gd name="connsiteY62" fmla="*/ 416573 h 4939827"/>
              <a:gd name="connsiteX63" fmla="*/ 9936741 w 12192000"/>
              <a:gd name="connsiteY63" fmla="*/ 437044 h 4939827"/>
              <a:gd name="connsiteX64" fmla="*/ 10050093 w 12192000"/>
              <a:gd name="connsiteY64" fmla="*/ 443783 h 4939827"/>
              <a:gd name="connsiteX65" fmla="*/ 10130090 w 12192000"/>
              <a:gd name="connsiteY65" fmla="*/ 459520 h 4939827"/>
              <a:gd name="connsiteX66" fmla="*/ 10173456 w 12192000"/>
              <a:gd name="connsiteY66" fmla="*/ 457749 h 4939827"/>
              <a:gd name="connsiteX67" fmla="*/ 10218232 w 12192000"/>
              <a:gd name="connsiteY67" fmla="*/ 459820 h 4939827"/>
              <a:gd name="connsiteX68" fmla="*/ 10354176 w 12192000"/>
              <a:gd name="connsiteY68" fmla="*/ 471377 h 4939827"/>
              <a:gd name="connsiteX69" fmla="*/ 10430681 w 12192000"/>
              <a:gd name="connsiteY69" fmla="*/ 481226 h 4939827"/>
              <a:gd name="connsiteX70" fmla="*/ 10478169 w 12192000"/>
              <a:gd name="connsiteY70" fmla="*/ 481774 h 4939827"/>
              <a:gd name="connsiteX71" fmla="*/ 10540907 w 12192000"/>
              <a:gd name="connsiteY71" fmla="*/ 485607 h 4939827"/>
              <a:gd name="connsiteX72" fmla="*/ 10614941 w 12192000"/>
              <a:gd name="connsiteY72" fmla="*/ 487592 h 4939827"/>
              <a:gd name="connsiteX73" fmla="*/ 10674098 w 12192000"/>
              <a:gd name="connsiteY73" fmla="*/ 521656 h 4939827"/>
              <a:gd name="connsiteX74" fmla="*/ 10874834 w 12192000"/>
              <a:gd name="connsiteY74" fmla="*/ 574867 h 4939827"/>
              <a:gd name="connsiteX75" fmla="*/ 10944981 w 12192000"/>
              <a:gd name="connsiteY75" fmla="*/ 615042 h 4939827"/>
              <a:gd name="connsiteX76" fmla="*/ 11006376 w 12192000"/>
              <a:gd name="connsiteY76" fmla="*/ 645957 h 4939827"/>
              <a:gd name="connsiteX77" fmla="*/ 11076308 w 12192000"/>
              <a:gd name="connsiteY77" fmla="*/ 675698 h 4939827"/>
              <a:gd name="connsiteX78" fmla="*/ 11148789 w 12192000"/>
              <a:gd name="connsiteY78" fmla="*/ 685041 h 4939827"/>
              <a:gd name="connsiteX79" fmla="*/ 11249129 w 12192000"/>
              <a:gd name="connsiteY79" fmla="*/ 684218 h 4939827"/>
              <a:gd name="connsiteX80" fmla="*/ 11299915 w 12192000"/>
              <a:gd name="connsiteY80" fmla="*/ 692177 h 4939827"/>
              <a:gd name="connsiteX81" fmla="*/ 11386973 w 12192000"/>
              <a:gd name="connsiteY81" fmla="*/ 708209 h 4939827"/>
              <a:gd name="connsiteX82" fmla="*/ 11500105 w 12192000"/>
              <a:gd name="connsiteY82" fmla="*/ 735014 h 4939827"/>
              <a:gd name="connsiteX83" fmla="*/ 11621735 w 12192000"/>
              <a:gd name="connsiteY83" fmla="*/ 789584 h 4939827"/>
              <a:gd name="connsiteX84" fmla="*/ 11691200 w 12192000"/>
              <a:gd name="connsiteY84" fmla="*/ 867902 h 4939827"/>
              <a:gd name="connsiteX85" fmla="*/ 11819427 w 12192000"/>
              <a:gd name="connsiteY85" fmla="*/ 911634 h 4939827"/>
              <a:gd name="connsiteX86" fmla="*/ 11969720 w 12192000"/>
              <a:gd name="connsiteY86" fmla="*/ 964737 h 4939827"/>
              <a:gd name="connsiteX87" fmla="*/ 12055766 w 12192000"/>
              <a:gd name="connsiteY87" fmla="*/ 991268 h 4939827"/>
              <a:gd name="connsiteX88" fmla="*/ 12171539 w 12192000"/>
              <a:gd name="connsiteY88" fmla="*/ 995427 h 4939827"/>
              <a:gd name="connsiteX89" fmla="*/ 12187831 w 12192000"/>
              <a:gd name="connsiteY89" fmla="*/ 996580 h 4939827"/>
              <a:gd name="connsiteX90" fmla="*/ 12192000 w 12192000"/>
              <a:gd name="connsiteY90" fmla="*/ 996726 h 4939827"/>
              <a:gd name="connsiteX91" fmla="*/ 12192000 w 12192000"/>
              <a:gd name="connsiteY91" fmla="*/ 4939827 h 4939827"/>
              <a:gd name="connsiteX92" fmla="*/ 0 w 12192000"/>
              <a:gd name="connsiteY92" fmla="*/ 4939827 h 4939827"/>
              <a:gd name="connsiteX93" fmla="*/ 0 w 12192000"/>
              <a:gd name="connsiteY93" fmla="*/ 512043 h 4939827"/>
              <a:gd name="connsiteX94" fmla="*/ 7381 w 12192000"/>
              <a:gd name="connsiteY94" fmla="*/ 512580 h 4939827"/>
              <a:gd name="connsiteX95" fmla="*/ 100029 w 12192000"/>
              <a:gd name="connsiteY95" fmla="*/ 504758 h 4939827"/>
              <a:gd name="connsiteX96" fmla="*/ 155244 w 12192000"/>
              <a:gd name="connsiteY96" fmla="*/ 525130 h 4939827"/>
              <a:gd name="connsiteX97" fmla="*/ 254366 w 12192000"/>
              <a:gd name="connsiteY97" fmla="*/ 534449 h 4939827"/>
              <a:gd name="connsiteX98" fmla="*/ 447292 w 12192000"/>
              <a:gd name="connsiteY98" fmla="*/ 542725 h 4939827"/>
              <a:gd name="connsiteX99" fmla="*/ 628105 w 12192000"/>
              <a:gd name="connsiteY99" fmla="*/ 547853 h 4939827"/>
              <a:gd name="connsiteX100" fmla="*/ 783146 w 12192000"/>
              <a:gd name="connsiteY100" fmla="*/ 591799 h 4939827"/>
              <a:gd name="connsiteX101" fmla="*/ 1043676 w 12192000"/>
              <a:gd name="connsiteY101" fmla="*/ 591887 h 4939827"/>
              <a:gd name="connsiteX102" fmla="*/ 1281816 w 12192000"/>
              <a:gd name="connsiteY102" fmla="*/ 520946 h 4939827"/>
              <a:gd name="connsiteX103" fmla="*/ 1486347 w 12192000"/>
              <a:gd name="connsiteY103" fmla="*/ 487310 h 4939827"/>
              <a:gd name="connsiteX104" fmla="*/ 1568079 w 12192000"/>
              <a:gd name="connsiteY104" fmla="*/ 462531 h 4939827"/>
              <a:gd name="connsiteX105" fmla="*/ 1622516 w 12192000"/>
              <a:gd name="connsiteY105" fmla="*/ 466058 h 4939827"/>
              <a:gd name="connsiteX106" fmla="*/ 1655457 w 12192000"/>
              <a:gd name="connsiteY106" fmla="*/ 465359 h 4939827"/>
              <a:gd name="connsiteX107" fmla="*/ 1717454 w 12192000"/>
              <a:gd name="connsiteY107" fmla="*/ 417203 h 4939827"/>
              <a:gd name="connsiteX108" fmla="*/ 1913794 w 12192000"/>
              <a:gd name="connsiteY108" fmla="*/ 365255 h 4939827"/>
              <a:gd name="connsiteX109" fmla="*/ 2129762 w 12192000"/>
              <a:gd name="connsiteY109" fmla="*/ 367832 h 4939827"/>
              <a:gd name="connsiteX110" fmla="*/ 2376970 w 12192000"/>
              <a:gd name="connsiteY110" fmla="*/ 350129 h 4939827"/>
              <a:gd name="connsiteX111" fmla="*/ 2480155 w 12192000"/>
              <a:gd name="connsiteY111" fmla="*/ 359227 h 4939827"/>
              <a:gd name="connsiteX112" fmla="*/ 2586782 w 12192000"/>
              <a:gd name="connsiteY112" fmla="*/ 339352 h 4939827"/>
              <a:gd name="connsiteX113" fmla="*/ 2654496 w 12192000"/>
              <a:gd name="connsiteY113" fmla="*/ 315431 h 4939827"/>
              <a:gd name="connsiteX114" fmla="*/ 2788947 w 12192000"/>
              <a:gd name="connsiteY114" fmla="*/ 250375 h 4939827"/>
              <a:gd name="connsiteX115" fmla="*/ 2885389 w 12192000"/>
              <a:gd name="connsiteY115" fmla="*/ 255259 h 4939827"/>
              <a:gd name="connsiteX116" fmla="*/ 3045916 w 12192000"/>
              <a:gd name="connsiteY116" fmla="*/ 261030 h 4939827"/>
              <a:gd name="connsiteX117" fmla="*/ 3074187 w 12192000"/>
              <a:gd name="connsiteY117" fmla="*/ 243226 h 4939827"/>
              <a:gd name="connsiteX118" fmla="*/ 3103677 w 12192000"/>
              <a:gd name="connsiteY118" fmla="*/ 209527 h 4939827"/>
              <a:gd name="connsiteX119" fmla="*/ 3126759 w 12192000"/>
              <a:gd name="connsiteY119" fmla="*/ 211226 h 4939827"/>
              <a:gd name="connsiteX120" fmla="*/ 3164020 w 12192000"/>
              <a:gd name="connsiteY120" fmla="*/ 212779 h 4939827"/>
              <a:gd name="connsiteX121" fmla="*/ 3285019 w 12192000"/>
              <a:gd name="connsiteY121" fmla="*/ 220535 h 4939827"/>
              <a:gd name="connsiteX122" fmla="*/ 3365154 w 12192000"/>
              <a:gd name="connsiteY122" fmla="*/ 226416 h 4939827"/>
              <a:gd name="connsiteX123" fmla="*/ 3367507 w 12192000"/>
              <a:gd name="connsiteY123" fmla="*/ 225416 h 4939827"/>
              <a:gd name="connsiteX124" fmla="*/ 3387567 w 12192000"/>
              <a:gd name="connsiteY124" fmla="*/ 227103 h 4939827"/>
              <a:gd name="connsiteX125" fmla="*/ 3424753 w 12192000"/>
              <a:gd name="connsiteY125" fmla="*/ 244380 h 4939827"/>
              <a:gd name="connsiteX126" fmla="*/ 3498001 w 12192000"/>
              <a:gd name="connsiteY126" fmla="*/ 231941 h 4939827"/>
              <a:gd name="connsiteX127" fmla="*/ 3561557 w 12192000"/>
              <a:gd name="connsiteY127" fmla="*/ 228095 h 4939827"/>
              <a:gd name="connsiteX128" fmla="*/ 3611920 w 12192000"/>
              <a:gd name="connsiteY128" fmla="*/ 218094 h 4939827"/>
              <a:gd name="connsiteX129" fmla="*/ 3620528 w 12192000"/>
              <a:gd name="connsiteY129" fmla="*/ 218788 h 4939827"/>
              <a:gd name="connsiteX130" fmla="*/ 3620766 w 12192000"/>
              <a:gd name="connsiteY130" fmla="*/ 218511 h 4939827"/>
              <a:gd name="connsiteX131" fmla="*/ 3629977 w 12192000"/>
              <a:gd name="connsiteY131" fmla="*/ 218664 h 4939827"/>
              <a:gd name="connsiteX132" fmla="*/ 3636217 w 12192000"/>
              <a:gd name="connsiteY132" fmla="*/ 220048 h 4939827"/>
              <a:gd name="connsiteX133" fmla="*/ 3709484 w 12192000"/>
              <a:gd name="connsiteY133" fmla="*/ 186927 h 4939827"/>
              <a:gd name="connsiteX134" fmla="*/ 3761342 w 12192000"/>
              <a:gd name="connsiteY134" fmla="*/ 177474 h 4939827"/>
              <a:gd name="connsiteX135" fmla="*/ 3799748 w 12192000"/>
              <a:gd name="connsiteY135" fmla="*/ 167154 h 4939827"/>
              <a:gd name="connsiteX136" fmla="*/ 3812225 w 12192000"/>
              <a:gd name="connsiteY136" fmla="*/ 189020 h 4939827"/>
              <a:gd name="connsiteX137" fmla="*/ 3864537 w 12192000"/>
              <a:gd name="connsiteY137" fmla="*/ 200742 h 4939827"/>
              <a:gd name="connsiteX138" fmla="*/ 4028476 w 12192000"/>
              <a:gd name="connsiteY138" fmla="*/ 223679 h 4939827"/>
              <a:gd name="connsiteX139" fmla="*/ 4191582 w 12192000"/>
              <a:gd name="connsiteY139" fmla="*/ 238952 h 4939827"/>
              <a:gd name="connsiteX140" fmla="*/ 4251024 w 12192000"/>
              <a:gd name="connsiteY140" fmla="*/ 240874 h 4939827"/>
              <a:gd name="connsiteX141" fmla="*/ 4355275 w 12192000"/>
              <a:gd name="connsiteY141" fmla="*/ 260205 h 4939827"/>
              <a:gd name="connsiteX142" fmla="*/ 4423807 w 12192000"/>
              <a:gd name="connsiteY142" fmla="*/ 270366 h 4939827"/>
              <a:gd name="connsiteX143" fmla="*/ 4558432 w 12192000"/>
              <a:gd name="connsiteY143" fmla="*/ 269194 h 4939827"/>
              <a:gd name="connsiteX144" fmla="*/ 4635061 w 12192000"/>
              <a:gd name="connsiteY144" fmla="*/ 280682 h 4939827"/>
              <a:gd name="connsiteX145" fmla="*/ 4807427 w 12192000"/>
              <a:gd name="connsiteY145" fmla="*/ 276835 h 4939827"/>
              <a:gd name="connsiteX146" fmla="*/ 5028933 w 12192000"/>
              <a:gd name="connsiteY146" fmla="*/ 183887 h 4939827"/>
              <a:gd name="connsiteX147" fmla="*/ 5093642 w 12192000"/>
              <a:gd name="connsiteY147" fmla="*/ 177214 h 4939827"/>
              <a:gd name="connsiteX148" fmla="*/ 5102642 w 12192000"/>
              <a:gd name="connsiteY148" fmla="*/ 186816 h 4939827"/>
              <a:gd name="connsiteX149" fmla="*/ 5193590 w 12192000"/>
              <a:gd name="connsiteY149" fmla="*/ 136361 h 4939827"/>
              <a:gd name="connsiteX150" fmla="*/ 5323922 w 12192000"/>
              <a:gd name="connsiteY150" fmla="*/ 146332 h 4939827"/>
              <a:gd name="connsiteX151" fmla="*/ 5421860 w 12192000"/>
              <a:gd name="connsiteY151" fmla="*/ 167298 h 4939827"/>
              <a:gd name="connsiteX152" fmla="*/ 5476948 w 12192000"/>
              <a:gd name="connsiteY152" fmla="*/ 173249 h 4939827"/>
              <a:gd name="connsiteX153" fmla="*/ 5516842 w 12192000"/>
              <a:gd name="connsiteY153" fmla="*/ 184018 h 4939827"/>
              <a:gd name="connsiteX154" fmla="*/ 5619415 w 12192000"/>
              <a:gd name="connsiteY154" fmla="*/ 176781 h 4939827"/>
              <a:gd name="connsiteX155" fmla="*/ 5789867 w 12192000"/>
              <a:gd name="connsiteY155" fmla="*/ 150304 h 4939827"/>
              <a:gd name="connsiteX156" fmla="*/ 5825953 w 12192000"/>
              <a:gd name="connsiteY156" fmla="*/ 147907 h 4939827"/>
              <a:gd name="connsiteX157" fmla="*/ 5856168 w 12192000"/>
              <a:gd name="connsiteY157" fmla="*/ 158719 h 4939827"/>
              <a:gd name="connsiteX158" fmla="*/ 5862476 w 12192000"/>
              <a:gd name="connsiteY158" fmla="*/ 172447 h 4939827"/>
              <a:gd name="connsiteX159" fmla="*/ 5882195 w 12192000"/>
              <a:gd name="connsiteY159" fmla="*/ 173195 h 4939827"/>
              <a:gd name="connsiteX160" fmla="*/ 5887271 w 12192000"/>
              <a:gd name="connsiteY160" fmla="*/ 176084 h 4939827"/>
              <a:gd name="connsiteX161" fmla="*/ 5916552 w 12192000"/>
              <a:gd name="connsiteY161" fmla="*/ 189955 h 4939827"/>
              <a:gd name="connsiteX162" fmla="*/ 5983240 w 12192000"/>
              <a:gd name="connsiteY162" fmla="*/ 152755 h 4939827"/>
              <a:gd name="connsiteX163" fmla="*/ 6061852 w 12192000"/>
              <a:gd name="connsiteY163" fmla="*/ 161953 h 4939827"/>
              <a:gd name="connsiteX164" fmla="*/ 6531386 w 12192000"/>
              <a:gd name="connsiteY164" fmla="*/ 156103 h 4939827"/>
              <a:gd name="connsiteX165" fmla="*/ 6721509 w 12192000"/>
              <a:gd name="connsiteY165" fmla="*/ 54829 h 4939827"/>
              <a:gd name="connsiteX166" fmla="*/ 6947884 w 12192000"/>
              <a:gd name="connsiteY166" fmla="*/ 47587 h 4939827"/>
              <a:gd name="connsiteX167" fmla="*/ 6965101 w 12192000"/>
              <a:gd name="connsiteY167" fmla="*/ 25718 h 4939827"/>
              <a:gd name="connsiteX168" fmla="*/ 6986370 w 12192000"/>
              <a:gd name="connsiteY168" fmla="*/ 12659 h 4939827"/>
              <a:gd name="connsiteX169" fmla="*/ 6989536 w 12192000"/>
              <a:gd name="connsiteY169" fmla="*/ 14528 h 4939827"/>
              <a:gd name="connsiteX170" fmla="*/ 7015933 w 12192000"/>
              <a:gd name="connsiteY170" fmla="*/ 9653 h 4939827"/>
              <a:gd name="connsiteX171" fmla="*/ 7020592 w 12192000"/>
              <a:gd name="connsiteY171" fmla="*/ 1651 h 4939827"/>
              <a:gd name="connsiteX172" fmla="*/ 7025905 w 12192000"/>
              <a:gd name="connsiteY172" fmla="*/ 0 h 4939827"/>
              <a:gd name="connsiteX0" fmla="*/ 7025905 w 12192000"/>
              <a:gd name="connsiteY0" fmla="*/ 0 h 4939827"/>
              <a:gd name="connsiteX1" fmla="*/ 7032579 w 12192000"/>
              <a:gd name="connsiteY1" fmla="*/ 2808 h 4939827"/>
              <a:gd name="connsiteX2" fmla="*/ 7079505 w 12192000"/>
              <a:gd name="connsiteY2" fmla="*/ 12971 h 4939827"/>
              <a:gd name="connsiteX3" fmla="*/ 7158791 w 12192000"/>
              <a:gd name="connsiteY3" fmla="*/ 12462 h 4939827"/>
              <a:gd name="connsiteX4" fmla="*/ 7233338 w 12192000"/>
              <a:gd name="connsiteY4" fmla="*/ 24846 h 4939827"/>
              <a:gd name="connsiteX5" fmla="*/ 7259791 w 12192000"/>
              <a:gd name="connsiteY5" fmla="*/ 29557 h 4939827"/>
              <a:gd name="connsiteX6" fmla="*/ 7263923 w 12192000"/>
              <a:gd name="connsiteY6" fmla="*/ 35029 h 4939827"/>
              <a:gd name="connsiteX7" fmla="*/ 7281549 w 12192000"/>
              <a:gd name="connsiteY7" fmla="*/ 39654 h 4939827"/>
              <a:gd name="connsiteX8" fmla="*/ 7374735 w 12192000"/>
              <a:gd name="connsiteY8" fmla="*/ 65326 h 4939827"/>
              <a:gd name="connsiteX9" fmla="*/ 7376078 w 12192000"/>
              <a:gd name="connsiteY9" fmla="*/ 63849 h 4939827"/>
              <a:gd name="connsiteX10" fmla="*/ 7402026 w 12192000"/>
              <a:gd name="connsiteY10" fmla="*/ 60308 h 4939827"/>
              <a:gd name="connsiteX11" fmla="*/ 7415091 w 12192000"/>
              <a:gd name="connsiteY11" fmla="*/ 77403 h 4939827"/>
              <a:gd name="connsiteX12" fmla="*/ 7443464 w 12192000"/>
              <a:gd name="connsiteY12" fmla="*/ 68367 h 4939827"/>
              <a:gd name="connsiteX13" fmla="*/ 7588044 w 12192000"/>
              <a:gd name="connsiteY13" fmla="*/ 110756 h 4939827"/>
              <a:gd name="connsiteX14" fmla="*/ 7732750 w 12192000"/>
              <a:gd name="connsiteY14" fmla="*/ 145456 h 4939827"/>
              <a:gd name="connsiteX15" fmla="*/ 7785900 w 12192000"/>
              <a:gd name="connsiteY15" fmla="*/ 154493 h 4939827"/>
              <a:gd name="connsiteX16" fmla="*/ 7877301 w 12192000"/>
              <a:gd name="connsiteY16" fmla="*/ 186153 h 4939827"/>
              <a:gd name="connsiteX17" fmla="*/ 7937675 w 12192000"/>
              <a:gd name="connsiteY17" fmla="*/ 204438 h 4939827"/>
              <a:gd name="connsiteX18" fmla="*/ 7952584 w 12192000"/>
              <a:gd name="connsiteY18" fmla="*/ 170181 h 4939827"/>
              <a:gd name="connsiteX19" fmla="*/ 8009534 w 12192000"/>
              <a:gd name="connsiteY19" fmla="*/ 176441 h 4939827"/>
              <a:gd name="connsiteX20" fmla="*/ 8058681 w 12192000"/>
              <a:gd name="connsiteY20" fmla="*/ 219431 h 4939827"/>
              <a:gd name="connsiteX21" fmla="*/ 8126175 w 12192000"/>
              <a:gd name="connsiteY21" fmla="*/ 240005 h 4939827"/>
              <a:gd name="connsiteX22" fmla="*/ 8166439 w 12192000"/>
              <a:gd name="connsiteY22" fmla="*/ 252699 h 4939827"/>
              <a:gd name="connsiteX23" fmla="*/ 8281371 w 12192000"/>
              <a:gd name="connsiteY23" fmla="*/ 256875 h 4939827"/>
              <a:gd name="connsiteX24" fmla="*/ 8381609 w 12192000"/>
              <a:gd name="connsiteY24" fmla="*/ 240618 h 4939827"/>
              <a:gd name="connsiteX25" fmla="*/ 8406759 w 12192000"/>
              <a:gd name="connsiteY25" fmla="*/ 232517 h 4939827"/>
              <a:gd name="connsiteX26" fmla="*/ 8426506 w 12192000"/>
              <a:gd name="connsiteY26" fmla="*/ 241842 h 4939827"/>
              <a:gd name="connsiteX27" fmla="*/ 8427949 w 12192000"/>
              <a:gd name="connsiteY27" fmla="*/ 240981 h 4939827"/>
              <a:gd name="connsiteX28" fmla="*/ 8441468 w 12192000"/>
              <a:gd name="connsiteY28" fmla="*/ 241157 h 4939827"/>
              <a:gd name="connsiteX29" fmla="*/ 8565757 w 12192000"/>
              <a:gd name="connsiteY29" fmla="*/ 255317 h 4939827"/>
              <a:gd name="connsiteX30" fmla="*/ 8573171 w 12192000"/>
              <a:gd name="connsiteY30" fmla="*/ 258426 h 4939827"/>
              <a:gd name="connsiteX31" fmla="*/ 8573548 w 12192000"/>
              <a:gd name="connsiteY31" fmla="*/ 258241 h 4939827"/>
              <a:gd name="connsiteX32" fmla="*/ 8581827 w 12192000"/>
              <a:gd name="connsiteY32" fmla="*/ 261028 h 4939827"/>
              <a:gd name="connsiteX33" fmla="*/ 8586687 w 12192000"/>
              <a:gd name="connsiteY33" fmla="*/ 264089 h 4939827"/>
              <a:gd name="connsiteX34" fmla="*/ 8601067 w 12192000"/>
              <a:gd name="connsiteY34" fmla="*/ 270114 h 4939827"/>
              <a:gd name="connsiteX35" fmla="*/ 8672650 w 12192000"/>
              <a:gd name="connsiteY35" fmla="*/ 254821 h 4939827"/>
              <a:gd name="connsiteX36" fmla="*/ 8785543 w 12192000"/>
              <a:gd name="connsiteY36" fmla="*/ 263406 h 4939827"/>
              <a:gd name="connsiteX37" fmla="*/ 8830588 w 12192000"/>
              <a:gd name="connsiteY37" fmla="*/ 265483 h 4939827"/>
              <a:gd name="connsiteX38" fmla="*/ 8905142 w 12192000"/>
              <a:gd name="connsiteY38" fmla="*/ 264958 h 4939827"/>
              <a:gd name="connsiteX39" fmla="*/ 8968582 w 12192000"/>
              <a:gd name="connsiteY39" fmla="*/ 262728 h 4939827"/>
              <a:gd name="connsiteX40" fmla="*/ 8972994 w 12192000"/>
              <a:gd name="connsiteY40" fmla="*/ 263284 h 4939827"/>
              <a:gd name="connsiteX41" fmla="*/ 9004605 w 12192000"/>
              <a:gd name="connsiteY41" fmla="*/ 258041 h 4939827"/>
              <a:gd name="connsiteX42" fmla="*/ 9016165 w 12192000"/>
              <a:gd name="connsiteY42" fmla="*/ 261258 h 4939827"/>
              <a:gd name="connsiteX43" fmla="*/ 9043297 w 12192000"/>
              <a:gd name="connsiteY43" fmla="*/ 281547 h 4939827"/>
              <a:gd name="connsiteX44" fmla="*/ 9048315 w 12192000"/>
              <a:gd name="connsiteY44" fmla="*/ 279264 h 4939827"/>
              <a:gd name="connsiteX45" fmla="*/ 9054706 w 12192000"/>
              <a:gd name="connsiteY45" fmla="*/ 278538 h 4939827"/>
              <a:gd name="connsiteX46" fmla="*/ 9070919 w 12192000"/>
              <a:gd name="connsiteY46" fmla="*/ 281810 h 4939827"/>
              <a:gd name="connsiteX47" fmla="*/ 9076813 w 12192000"/>
              <a:gd name="connsiteY47" fmla="*/ 283909 h 4939827"/>
              <a:gd name="connsiteX48" fmla="*/ 9085871 w 12192000"/>
              <a:gd name="connsiteY48" fmla="*/ 285133 h 4939827"/>
              <a:gd name="connsiteX49" fmla="*/ 9086159 w 12192000"/>
              <a:gd name="connsiteY49" fmla="*/ 284887 h 4939827"/>
              <a:gd name="connsiteX50" fmla="*/ 9134606 w 12192000"/>
              <a:gd name="connsiteY50" fmla="*/ 288168 h 4939827"/>
              <a:gd name="connsiteX51" fmla="*/ 9195590 w 12192000"/>
              <a:gd name="connsiteY51" fmla="*/ 279568 h 4939827"/>
              <a:gd name="connsiteX52" fmla="*/ 9219336 w 12192000"/>
              <a:gd name="connsiteY52" fmla="*/ 278133 h 4939827"/>
              <a:gd name="connsiteX53" fmla="*/ 9232362 w 12192000"/>
              <a:gd name="connsiteY53" fmla="*/ 275894 h 4939827"/>
              <a:gd name="connsiteX54" fmla="*/ 9233396 w 12192000"/>
              <a:gd name="connsiteY54" fmla="*/ 274803 h 4939827"/>
              <a:gd name="connsiteX55" fmla="*/ 9256213 w 12192000"/>
              <a:gd name="connsiteY55" fmla="*/ 281576 h 4939827"/>
              <a:gd name="connsiteX56" fmla="*/ 9262377 w 12192000"/>
              <a:gd name="connsiteY56" fmla="*/ 286635 h 4939827"/>
              <a:gd name="connsiteX57" fmla="*/ 9287089 w 12192000"/>
              <a:gd name="connsiteY57" fmla="*/ 303891 h 4939827"/>
              <a:gd name="connsiteX58" fmla="*/ 9371484 w 12192000"/>
              <a:gd name="connsiteY58" fmla="*/ 329634 h 4939827"/>
              <a:gd name="connsiteX59" fmla="*/ 9404829 w 12192000"/>
              <a:gd name="connsiteY59" fmla="*/ 339038 h 4939827"/>
              <a:gd name="connsiteX60" fmla="*/ 9427021 w 12192000"/>
              <a:gd name="connsiteY60" fmla="*/ 358784 h 4939827"/>
              <a:gd name="connsiteX61" fmla="*/ 9670844 w 12192000"/>
              <a:gd name="connsiteY61" fmla="*/ 405128 h 4939827"/>
              <a:gd name="connsiteX62" fmla="*/ 9816083 w 12192000"/>
              <a:gd name="connsiteY62" fmla="*/ 416573 h 4939827"/>
              <a:gd name="connsiteX63" fmla="*/ 9936741 w 12192000"/>
              <a:gd name="connsiteY63" fmla="*/ 437044 h 4939827"/>
              <a:gd name="connsiteX64" fmla="*/ 10050093 w 12192000"/>
              <a:gd name="connsiteY64" fmla="*/ 443783 h 4939827"/>
              <a:gd name="connsiteX65" fmla="*/ 10130090 w 12192000"/>
              <a:gd name="connsiteY65" fmla="*/ 459520 h 4939827"/>
              <a:gd name="connsiteX66" fmla="*/ 10173456 w 12192000"/>
              <a:gd name="connsiteY66" fmla="*/ 457749 h 4939827"/>
              <a:gd name="connsiteX67" fmla="*/ 10218232 w 12192000"/>
              <a:gd name="connsiteY67" fmla="*/ 459820 h 4939827"/>
              <a:gd name="connsiteX68" fmla="*/ 10354176 w 12192000"/>
              <a:gd name="connsiteY68" fmla="*/ 471377 h 4939827"/>
              <a:gd name="connsiteX69" fmla="*/ 10430681 w 12192000"/>
              <a:gd name="connsiteY69" fmla="*/ 481226 h 4939827"/>
              <a:gd name="connsiteX70" fmla="*/ 10478169 w 12192000"/>
              <a:gd name="connsiteY70" fmla="*/ 481774 h 4939827"/>
              <a:gd name="connsiteX71" fmla="*/ 10540907 w 12192000"/>
              <a:gd name="connsiteY71" fmla="*/ 485607 h 4939827"/>
              <a:gd name="connsiteX72" fmla="*/ 10614941 w 12192000"/>
              <a:gd name="connsiteY72" fmla="*/ 487592 h 4939827"/>
              <a:gd name="connsiteX73" fmla="*/ 10674098 w 12192000"/>
              <a:gd name="connsiteY73" fmla="*/ 521656 h 4939827"/>
              <a:gd name="connsiteX74" fmla="*/ 10874834 w 12192000"/>
              <a:gd name="connsiteY74" fmla="*/ 574867 h 4939827"/>
              <a:gd name="connsiteX75" fmla="*/ 10944981 w 12192000"/>
              <a:gd name="connsiteY75" fmla="*/ 615042 h 4939827"/>
              <a:gd name="connsiteX76" fmla="*/ 11006376 w 12192000"/>
              <a:gd name="connsiteY76" fmla="*/ 645957 h 4939827"/>
              <a:gd name="connsiteX77" fmla="*/ 11076308 w 12192000"/>
              <a:gd name="connsiteY77" fmla="*/ 675698 h 4939827"/>
              <a:gd name="connsiteX78" fmla="*/ 11148789 w 12192000"/>
              <a:gd name="connsiteY78" fmla="*/ 685041 h 4939827"/>
              <a:gd name="connsiteX79" fmla="*/ 11249129 w 12192000"/>
              <a:gd name="connsiteY79" fmla="*/ 684218 h 4939827"/>
              <a:gd name="connsiteX80" fmla="*/ 11299915 w 12192000"/>
              <a:gd name="connsiteY80" fmla="*/ 692177 h 4939827"/>
              <a:gd name="connsiteX81" fmla="*/ 11386973 w 12192000"/>
              <a:gd name="connsiteY81" fmla="*/ 708209 h 4939827"/>
              <a:gd name="connsiteX82" fmla="*/ 11500105 w 12192000"/>
              <a:gd name="connsiteY82" fmla="*/ 735014 h 4939827"/>
              <a:gd name="connsiteX83" fmla="*/ 11621735 w 12192000"/>
              <a:gd name="connsiteY83" fmla="*/ 789584 h 4939827"/>
              <a:gd name="connsiteX84" fmla="*/ 11691200 w 12192000"/>
              <a:gd name="connsiteY84" fmla="*/ 867902 h 4939827"/>
              <a:gd name="connsiteX85" fmla="*/ 11819427 w 12192000"/>
              <a:gd name="connsiteY85" fmla="*/ 911634 h 4939827"/>
              <a:gd name="connsiteX86" fmla="*/ 11969720 w 12192000"/>
              <a:gd name="connsiteY86" fmla="*/ 964737 h 4939827"/>
              <a:gd name="connsiteX87" fmla="*/ 12055766 w 12192000"/>
              <a:gd name="connsiteY87" fmla="*/ 991268 h 4939827"/>
              <a:gd name="connsiteX88" fmla="*/ 12171539 w 12192000"/>
              <a:gd name="connsiteY88" fmla="*/ 995427 h 4939827"/>
              <a:gd name="connsiteX89" fmla="*/ 12187831 w 12192000"/>
              <a:gd name="connsiteY89" fmla="*/ 996580 h 4939827"/>
              <a:gd name="connsiteX90" fmla="*/ 12192000 w 12192000"/>
              <a:gd name="connsiteY90" fmla="*/ 996726 h 4939827"/>
              <a:gd name="connsiteX91" fmla="*/ 12192000 w 12192000"/>
              <a:gd name="connsiteY91" fmla="*/ 4939827 h 4939827"/>
              <a:gd name="connsiteX92" fmla="*/ 0 w 12192000"/>
              <a:gd name="connsiteY92" fmla="*/ 4939827 h 4939827"/>
              <a:gd name="connsiteX93" fmla="*/ 0 w 12192000"/>
              <a:gd name="connsiteY93" fmla="*/ 512043 h 4939827"/>
              <a:gd name="connsiteX94" fmla="*/ 7381 w 12192000"/>
              <a:gd name="connsiteY94" fmla="*/ 512580 h 4939827"/>
              <a:gd name="connsiteX95" fmla="*/ 100029 w 12192000"/>
              <a:gd name="connsiteY95" fmla="*/ 504758 h 4939827"/>
              <a:gd name="connsiteX96" fmla="*/ 155244 w 12192000"/>
              <a:gd name="connsiteY96" fmla="*/ 525130 h 4939827"/>
              <a:gd name="connsiteX97" fmla="*/ 254366 w 12192000"/>
              <a:gd name="connsiteY97" fmla="*/ 534449 h 4939827"/>
              <a:gd name="connsiteX98" fmla="*/ 447292 w 12192000"/>
              <a:gd name="connsiteY98" fmla="*/ 542725 h 4939827"/>
              <a:gd name="connsiteX99" fmla="*/ 628105 w 12192000"/>
              <a:gd name="connsiteY99" fmla="*/ 547853 h 4939827"/>
              <a:gd name="connsiteX100" fmla="*/ 783146 w 12192000"/>
              <a:gd name="connsiteY100" fmla="*/ 591799 h 4939827"/>
              <a:gd name="connsiteX101" fmla="*/ 1043676 w 12192000"/>
              <a:gd name="connsiteY101" fmla="*/ 591887 h 4939827"/>
              <a:gd name="connsiteX102" fmla="*/ 1281816 w 12192000"/>
              <a:gd name="connsiteY102" fmla="*/ 520946 h 4939827"/>
              <a:gd name="connsiteX103" fmla="*/ 1486347 w 12192000"/>
              <a:gd name="connsiteY103" fmla="*/ 487310 h 4939827"/>
              <a:gd name="connsiteX104" fmla="*/ 1568079 w 12192000"/>
              <a:gd name="connsiteY104" fmla="*/ 462531 h 4939827"/>
              <a:gd name="connsiteX105" fmla="*/ 1622516 w 12192000"/>
              <a:gd name="connsiteY105" fmla="*/ 466058 h 4939827"/>
              <a:gd name="connsiteX106" fmla="*/ 1655457 w 12192000"/>
              <a:gd name="connsiteY106" fmla="*/ 465359 h 4939827"/>
              <a:gd name="connsiteX107" fmla="*/ 1717454 w 12192000"/>
              <a:gd name="connsiteY107" fmla="*/ 417203 h 4939827"/>
              <a:gd name="connsiteX108" fmla="*/ 1913794 w 12192000"/>
              <a:gd name="connsiteY108" fmla="*/ 365255 h 4939827"/>
              <a:gd name="connsiteX109" fmla="*/ 2129762 w 12192000"/>
              <a:gd name="connsiteY109" fmla="*/ 367832 h 4939827"/>
              <a:gd name="connsiteX110" fmla="*/ 2376970 w 12192000"/>
              <a:gd name="connsiteY110" fmla="*/ 350129 h 4939827"/>
              <a:gd name="connsiteX111" fmla="*/ 2480155 w 12192000"/>
              <a:gd name="connsiteY111" fmla="*/ 359227 h 4939827"/>
              <a:gd name="connsiteX112" fmla="*/ 2586782 w 12192000"/>
              <a:gd name="connsiteY112" fmla="*/ 339352 h 4939827"/>
              <a:gd name="connsiteX113" fmla="*/ 2654496 w 12192000"/>
              <a:gd name="connsiteY113" fmla="*/ 315431 h 4939827"/>
              <a:gd name="connsiteX114" fmla="*/ 2788947 w 12192000"/>
              <a:gd name="connsiteY114" fmla="*/ 250375 h 4939827"/>
              <a:gd name="connsiteX115" fmla="*/ 2885389 w 12192000"/>
              <a:gd name="connsiteY115" fmla="*/ 255259 h 4939827"/>
              <a:gd name="connsiteX116" fmla="*/ 3045916 w 12192000"/>
              <a:gd name="connsiteY116" fmla="*/ 261030 h 4939827"/>
              <a:gd name="connsiteX117" fmla="*/ 3074187 w 12192000"/>
              <a:gd name="connsiteY117" fmla="*/ 243226 h 4939827"/>
              <a:gd name="connsiteX118" fmla="*/ 3103677 w 12192000"/>
              <a:gd name="connsiteY118" fmla="*/ 209527 h 4939827"/>
              <a:gd name="connsiteX119" fmla="*/ 3126759 w 12192000"/>
              <a:gd name="connsiteY119" fmla="*/ 211226 h 4939827"/>
              <a:gd name="connsiteX120" fmla="*/ 3164020 w 12192000"/>
              <a:gd name="connsiteY120" fmla="*/ 212779 h 4939827"/>
              <a:gd name="connsiteX121" fmla="*/ 3285019 w 12192000"/>
              <a:gd name="connsiteY121" fmla="*/ 220535 h 4939827"/>
              <a:gd name="connsiteX122" fmla="*/ 3365154 w 12192000"/>
              <a:gd name="connsiteY122" fmla="*/ 226416 h 4939827"/>
              <a:gd name="connsiteX123" fmla="*/ 3367507 w 12192000"/>
              <a:gd name="connsiteY123" fmla="*/ 225416 h 4939827"/>
              <a:gd name="connsiteX124" fmla="*/ 3387567 w 12192000"/>
              <a:gd name="connsiteY124" fmla="*/ 227103 h 4939827"/>
              <a:gd name="connsiteX125" fmla="*/ 3424753 w 12192000"/>
              <a:gd name="connsiteY125" fmla="*/ 244380 h 4939827"/>
              <a:gd name="connsiteX126" fmla="*/ 3498001 w 12192000"/>
              <a:gd name="connsiteY126" fmla="*/ 231941 h 4939827"/>
              <a:gd name="connsiteX127" fmla="*/ 3561557 w 12192000"/>
              <a:gd name="connsiteY127" fmla="*/ 228095 h 4939827"/>
              <a:gd name="connsiteX128" fmla="*/ 3611920 w 12192000"/>
              <a:gd name="connsiteY128" fmla="*/ 218094 h 4939827"/>
              <a:gd name="connsiteX129" fmla="*/ 3620528 w 12192000"/>
              <a:gd name="connsiteY129" fmla="*/ 218788 h 4939827"/>
              <a:gd name="connsiteX130" fmla="*/ 3620766 w 12192000"/>
              <a:gd name="connsiteY130" fmla="*/ 218511 h 4939827"/>
              <a:gd name="connsiteX131" fmla="*/ 3629977 w 12192000"/>
              <a:gd name="connsiteY131" fmla="*/ 218664 h 4939827"/>
              <a:gd name="connsiteX132" fmla="*/ 3636217 w 12192000"/>
              <a:gd name="connsiteY132" fmla="*/ 220048 h 4939827"/>
              <a:gd name="connsiteX133" fmla="*/ 3709484 w 12192000"/>
              <a:gd name="connsiteY133" fmla="*/ 186927 h 4939827"/>
              <a:gd name="connsiteX134" fmla="*/ 3761342 w 12192000"/>
              <a:gd name="connsiteY134" fmla="*/ 177474 h 4939827"/>
              <a:gd name="connsiteX135" fmla="*/ 3799748 w 12192000"/>
              <a:gd name="connsiteY135" fmla="*/ 167154 h 4939827"/>
              <a:gd name="connsiteX136" fmla="*/ 3812225 w 12192000"/>
              <a:gd name="connsiteY136" fmla="*/ 189020 h 4939827"/>
              <a:gd name="connsiteX137" fmla="*/ 3864537 w 12192000"/>
              <a:gd name="connsiteY137" fmla="*/ 200742 h 4939827"/>
              <a:gd name="connsiteX138" fmla="*/ 4028476 w 12192000"/>
              <a:gd name="connsiteY138" fmla="*/ 223679 h 4939827"/>
              <a:gd name="connsiteX139" fmla="*/ 4191582 w 12192000"/>
              <a:gd name="connsiteY139" fmla="*/ 238952 h 4939827"/>
              <a:gd name="connsiteX140" fmla="*/ 4251024 w 12192000"/>
              <a:gd name="connsiteY140" fmla="*/ 240874 h 4939827"/>
              <a:gd name="connsiteX141" fmla="*/ 4355275 w 12192000"/>
              <a:gd name="connsiteY141" fmla="*/ 260205 h 4939827"/>
              <a:gd name="connsiteX142" fmla="*/ 4423807 w 12192000"/>
              <a:gd name="connsiteY142" fmla="*/ 270366 h 4939827"/>
              <a:gd name="connsiteX143" fmla="*/ 4558432 w 12192000"/>
              <a:gd name="connsiteY143" fmla="*/ 269194 h 4939827"/>
              <a:gd name="connsiteX144" fmla="*/ 4635061 w 12192000"/>
              <a:gd name="connsiteY144" fmla="*/ 280682 h 4939827"/>
              <a:gd name="connsiteX145" fmla="*/ 4807427 w 12192000"/>
              <a:gd name="connsiteY145" fmla="*/ 276835 h 4939827"/>
              <a:gd name="connsiteX146" fmla="*/ 5028933 w 12192000"/>
              <a:gd name="connsiteY146" fmla="*/ 183887 h 4939827"/>
              <a:gd name="connsiteX147" fmla="*/ 5093642 w 12192000"/>
              <a:gd name="connsiteY147" fmla="*/ 177214 h 4939827"/>
              <a:gd name="connsiteX148" fmla="*/ 5102642 w 12192000"/>
              <a:gd name="connsiteY148" fmla="*/ 186816 h 4939827"/>
              <a:gd name="connsiteX149" fmla="*/ 5193590 w 12192000"/>
              <a:gd name="connsiteY149" fmla="*/ 136361 h 4939827"/>
              <a:gd name="connsiteX150" fmla="*/ 5323922 w 12192000"/>
              <a:gd name="connsiteY150" fmla="*/ 146332 h 4939827"/>
              <a:gd name="connsiteX151" fmla="*/ 5421860 w 12192000"/>
              <a:gd name="connsiteY151" fmla="*/ 167298 h 4939827"/>
              <a:gd name="connsiteX152" fmla="*/ 5476948 w 12192000"/>
              <a:gd name="connsiteY152" fmla="*/ 173249 h 4939827"/>
              <a:gd name="connsiteX153" fmla="*/ 5516842 w 12192000"/>
              <a:gd name="connsiteY153" fmla="*/ 184018 h 4939827"/>
              <a:gd name="connsiteX154" fmla="*/ 5619415 w 12192000"/>
              <a:gd name="connsiteY154" fmla="*/ 176781 h 4939827"/>
              <a:gd name="connsiteX155" fmla="*/ 5789867 w 12192000"/>
              <a:gd name="connsiteY155" fmla="*/ 150304 h 4939827"/>
              <a:gd name="connsiteX156" fmla="*/ 5825953 w 12192000"/>
              <a:gd name="connsiteY156" fmla="*/ 147907 h 4939827"/>
              <a:gd name="connsiteX157" fmla="*/ 5856168 w 12192000"/>
              <a:gd name="connsiteY157" fmla="*/ 158719 h 4939827"/>
              <a:gd name="connsiteX158" fmla="*/ 5862476 w 12192000"/>
              <a:gd name="connsiteY158" fmla="*/ 172447 h 4939827"/>
              <a:gd name="connsiteX159" fmla="*/ 5882195 w 12192000"/>
              <a:gd name="connsiteY159" fmla="*/ 173195 h 4939827"/>
              <a:gd name="connsiteX160" fmla="*/ 5887271 w 12192000"/>
              <a:gd name="connsiteY160" fmla="*/ 176084 h 4939827"/>
              <a:gd name="connsiteX161" fmla="*/ 5916552 w 12192000"/>
              <a:gd name="connsiteY161" fmla="*/ 189955 h 4939827"/>
              <a:gd name="connsiteX162" fmla="*/ 5983240 w 12192000"/>
              <a:gd name="connsiteY162" fmla="*/ 152755 h 4939827"/>
              <a:gd name="connsiteX163" fmla="*/ 6061852 w 12192000"/>
              <a:gd name="connsiteY163" fmla="*/ 161953 h 4939827"/>
              <a:gd name="connsiteX164" fmla="*/ 6531386 w 12192000"/>
              <a:gd name="connsiteY164" fmla="*/ 156103 h 4939827"/>
              <a:gd name="connsiteX165" fmla="*/ 6947884 w 12192000"/>
              <a:gd name="connsiteY165" fmla="*/ 47587 h 4939827"/>
              <a:gd name="connsiteX166" fmla="*/ 6965101 w 12192000"/>
              <a:gd name="connsiteY166" fmla="*/ 25718 h 4939827"/>
              <a:gd name="connsiteX167" fmla="*/ 6986370 w 12192000"/>
              <a:gd name="connsiteY167" fmla="*/ 12659 h 4939827"/>
              <a:gd name="connsiteX168" fmla="*/ 6989536 w 12192000"/>
              <a:gd name="connsiteY168" fmla="*/ 14528 h 4939827"/>
              <a:gd name="connsiteX169" fmla="*/ 7015933 w 12192000"/>
              <a:gd name="connsiteY169" fmla="*/ 9653 h 4939827"/>
              <a:gd name="connsiteX170" fmla="*/ 7020592 w 12192000"/>
              <a:gd name="connsiteY170" fmla="*/ 1651 h 4939827"/>
              <a:gd name="connsiteX171" fmla="*/ 7025905 w 12192000"/>
              <a:gd name="connsiteY171" fmla="*/ 0 h 4939827"/>
              <a:gd name="connsiteX0" fmla="*/ 7025905 w 12192000"/>
              <a:gd name="connsiteY0" fmla="*/ 0 h 4939827"/>
              <a:gd name="connsiteX1" fmla="*/ 7032579 w 12192000"/>
              <a:gd name="connsiteY1" fmla="*/ 2808 h 4939827"/>
              <a:gd name="connsiteX2" fmla="*/ 7079505 w 12192000"/>
              <a:gd name="connsiteY2" fmla="*/ 12971 h 4939827"/>
              <a:gd name="connsiteX3" fmla="*/ 7158791 w 12192000"/>
              <a:gd name="connsiteY3" fmla="*/ 12462 h 4939827"/>
              <a:gd name="connsiteX4" fmla="*/ 7233338 w 12192000"/>
              <a:gd name="connsiteY4" fmla="*/ 24846 h 4939827"/>
              <a:gd name="connsiteX5" fmla="*/ 7259791 w 12192000"/>
              <a:gd name="connsiteY5" fmla="*/ 29557 h 4939827"/>
              <a:gd name="connsiteX6" fmla="*/ 7263923 w 12192000"/>
              <a:gd name="connsiteY6" fmla="*/ 35029 h 4939827"/>
              <a:gd name="connsiteX7" fmla="*/ 7281549 w 12192000"/>
              <a:gd name="connsiteY7" fmla="*/ 39654 h 4939827"/>
              <a:gd name="connsiteX8" fmla="*/ 7374735 w 12192000"/>
              <a:gd name="connsiteY8" fmla="*/ 65326 h 4939827"/>
              <a:gd name="connsiteX9" fmla="*/ 7376078 w 12192000"/>
              <a:gd name="connsiteY9" fmla="*/ 63849 h 4939827"/>
              <a:gd name="connsiteX10" fmla="*/ 7402026 w 12192000"/>
              <a:gd name="connsiteY10" fmla="*/ 60308 h 4939827"/>
              <a:gd name="connsiteX11" fmla="*/ 7415091 w 12192000"/>
              <a:gd name="connsiteY11" fmla="*/ 77403 h 4939827"/>
              <a:gd name="connsiteX12" fmla="*/ 7443464 w 12192000"/>
              <a:gd name="connsiteY12" fmla="*/ 68367 h 4939827"/>
              <a:gd name="connsiteX13" fmla="*/ 7588044 w 12192000"/>
              <a:gd name="connsiteY13" fmla="*/ 110756 h 4939827"/>
              <a:gd name="connsiteX14" fmla="*/ 7732750 w 12192000"/>
              <a:gd name="connsiteY14" fmla="*/ 145456 h 4939827"/>
              <a:gd name="connsiteX15" fmla="*/ 7785900 w 12192000"/>
              <a:gd name="connsiteY15" fmla="*/ 154493 h 4939827"/>
              <a:gd name="connsiteX16" fmla="*/ 7877301 w 12192000"/>
              <a:gd name="connsiteY16" fmla="*/ 186153 h 4939827"/>
              <a:gd name="connsiteX17" fmla="*/ 7937675 w 12192000"/>
              <a:gd name="connsiteY17" fmla="*/ 204438 h 4939827"/>
              <a:gd name="connsiteX18" fmla="*/ 7952584 w 12192000"/>
              <a:gd name="connsiteY18" fmla="*/ 170181 h 4939827"/>
              <a:gd name="connsiteX19" fmla="*/ 8009534 w 12192000"/>
              <a:gd name="connsiteY19" fmla="*/ 176441 h 4939827"/>
              <a:gd name="connsiteX20" fmla="*/ 8058681 w 12192000"/>
              <a:gd name="connsiteY20" fmla="*/ 219431 h 4939827"/>
              <a:gd name="connsiteX21" fmla="*/ 8126175 w 12192000"/>
              <a:gd name="connsiteY21" fmla="*/ 240005 h 4939827"/>
              <a:gd name="connsiteX22" fmla="*/ 8166439 w 12192000"/>
              <a:gd name="connsiteY22" fmla="*/ 252699 h 4939827"/>
              <a:gd name="connsiteX23" fmla="*/ 8281371 w 12192000"/>
              <a:gd name="connsiteY23" fmla="*/ 256875 h 4939827"/>
              <a:gd name="connsiteX24" fmla="*/ 8381609 w 12192000"/>
              <a:gd name="connsiteY24" fmla="*/ 240618 h 4939827"/>
              <a:gd name="connsiteX25" fmla="*/ 8406759 w 12192000"/>
              <a:gd name="connsiteY25" fmla="*/ 232517 h 4939827"/>
              <a:gd name="connsiteX26" fmla="*/ 8426506 w 12192000"/>
              <a:gd name="connsiteY26" fmla="*/ 241842 h 4939827"/>
              <a:gd name="connsiteX27" fmla="*/ 8427949 w 12192000"/>
              <a:gd name="connsiteY27" fmla="*/ 240981 h 4939827"/>
              <a:gd name="connsiteX28" fmla="*/ 8441468 w 12192000"/>
              <a:gd name="connsiteY28" fmla="*/ 241157 h 4939827"/>
              <a:gd name="connsiteX29" fmla="*/ 8565757 w 12192000"/>
              <a:gd name="connsiteY29" fmla="*/ 255317 h 4939827"/>
              <a:gd name="connsiteX30" fmla="*/ 8573171 w 12192000"/>
              <a:gd name="connsiteY30" fmla="*/ 258426 h 4939827"/>
              <a:gd name="connsiteX31" fmla="*/ 8573548 w 12192000"/>
              <a:gd name="connsiteY31" fmla="*/ 258241 h 4939827"/>
              <a:gd name="connsiteX32" fmla="*/ 8581827 w 12192000"/>
              <a:gd name="connsiteY32" fmla="*/ 261028 h 4939827"/>
              <a:gd name="connsiteX33" fmla="*/ 8586687 w 12192000"/>
              <a:gd name="connsiteY33" fmla="*/ 264089 h 4939827"/>
              <a:gd name="connsiteX34" fmla="*/ 8601067 w 12192000"/>
              <a:gd name="connsiteY34" fmla="*/ 270114 h 4939827"/>
              <a:gd name="connsiteX35" fmla="*/ 8672650 w 12192000"/>
              <a:gd name="connsiteY35" fmla="*/ 254821 h 4939827"/>
              <a:gd name="connsiteX36" fmla="*/ 8785543 w 12192000"/>
              <a:gd name="connsiteY36" fmla="*/ 263406 h 4939827"/>
              <a:gd name="connsiteX37" fmla="*/ 8830588 w 12192000"/>
              <a:gd name="connsiteY37" fmla="*/ 265483 h 4939827"/>
              <a:gd name="connsiteX38" fmla="*/ 8905142 w 12192000"/>
              <a:gd name="connsiteY38" fmla="*/ 264958 h 4939827"/>
              <a:gd name="connsiteX39" fmla="*/ 8968582 w 12192000"/>
              <a:gd name="connsiteY39" fmla="*/ 262728 h 4939827"/>
              <a:gd name="connsiteX40" fmla="*/ 8972994 w 12192000"/>
              <a:gd name="connsiteY40" fmla="*/ 263284 h 4939827"/>
              <a:gd name="connsiteX41" fmla="*/ 9004605 w 12192000"/>
              <a:gd name="connsiteY41" fmla="*/ 258041 h 4939827"/>
              <a:gd name="connsiteX42" fmla="*/ 9016165 w 12192000"/>
              <a:gd name="connsiteY42" fmla="*/ 261258 h 4939827"/>
              <a:gd name="connsiteX43" fmla="*/ 9043297 w 12192000"/>
              <a:gd name="connsiteY43" fmla="*/ 281547 h 4939827"/>
              <a:gd name="connsiteX44" fmla="*/ 9048315 w 12192000"/>
              <a:gd name="connsiteY44" fmla="*/ 279264 h 4939827"/>
              <a:gd name="connsiteX45" fmla="*/ 9054706 w 12192000"/>
              <a:gd name="connsiteY45" fmla="*/ 278538 h 4939827"/>
              <a:gd name="connsiteX46" fmla="*/ 9070919 w 12192000"/>
              <a:gd name="connsiteY46" fmla="*/ 281810 h 4939827"/>
              <a:gd name="connsiteX47" fmla="*/ 9076813 w 12192000"/>
              <a:gd name="connsiteY47" fmla="*/ 283909 h 4939827"/>
              <a:gd name="connsiteX48" fmla="*/ 9085871 w 12192000"/>
              <a:gd name="connsiteY48" fmla="*/ 285133 h 4939827"/>
              <a:gd name="connsiteX49" fmla="*/ 9086159 w 12192000"/>
              <a:gd name="connsiteY49" fmla="*/ 284887 h 4939827"/>
              <a:gd name="connsiteX50" fmla="*/ 9134606 w 12192000"/>
              <a:gd name="connsiteY50" fmla="*/ 288168 h 4939827"/>
              <a:gd name="connsiteX51" fmla="*/ 9195590 w 12192000"/>
              <a:gd name="connsiteY51" fmla="*/ 279568 h 4939827"/>
              <a:gd name="connsiteX52" fmla="*/ 9219336 w 12192000"/>
              <a:gd name="connsiteY52" fmla="*/ 278133 h 4939827"/>
              <a:gd name="connsiteX53" fmla="*/ 9232362 w 12192000"/>
              <a:gd name="connsiteY53" fmla="*/ 275894 h 4939827"/>
              <a:gd name="connsiteX54" fmla="*/ 9233396 w 12192000"/>
              <a:gd name="connsiteY54" fmla="*/ 274803 h 4939827"/>
              <a:gd name="connsiteX55" fmla="*/ 9256213 w 12192000"/>
              <a:gd name="connsiteY55" fmla="*/ 281576 h 4939827"/>
              <a:gd name="connsiteX56" fmla="*/ 9262377 w 12192000"/>
              <a:gd name="connsiteY56" fmla="*/ 286635 h 4939827"/>
              <a:gd name="connsiteX57" fmla="*/ 9287089 w 12192000"/>
              <a:gd name="connsiteY57" fmla="*/ 303891 h 4939827"/>
              <a:gd name="connsiteX58" fmla="*/ 9371484 w 12192000"/>
              <a:gd name="connsiteY58" fmla="*/ 329634 h 4939827"/>
              <a:gd name="connsiteX59" fmla="*/ 9404829 w 12192000"/>
              <a:gd name="connsiteY59" fmla="*/ 339038 h 4939827"/>
              <a:gd name="connsiteX60" fmla="*/ 9427021 w 12192000"/>
              <a:gd name="connsiteY60" fmla="*/ 358784 h 4939827"/>
              <a:gd name="connsiteX61" fmla="*/ 9670844 w 12192000"/>
              <a:gd name="connsiteY61" fmla="*/ 405128 h 4939827"/>
              <a:gd name="connsiteX62" fmla="*/ 9816083 w 12192000"/>
              <a:gd name="connsiteY62" fmla="*/ 416573 h 4939827"/>
              <a:gd name="connsiteX63" fmla="*/ 9936741 w 12192000"/>
              <a:gd name="connsiteY63" fmla="*/ 437044 h 4939827"/>
              <a:gd name="connsiteX64" fmla="*/ 10050093 w 12192000"/>
              <a:gd name="connsiteY64" fmla="*/ 443783 h 4939827"/>
              <a:gd name="connsiteX65" fmla="*/ 10130090 w 12192000"/>
              <a:gd name="connsiteY65" fmla="*/ 459520 h 4939827"/>
              <a:gd name="connsiteX66" fmla="*/ 10173456 w 12192000"/>
              <a:gd name="connsiteY66" fmla="*/ 457749 h 4939827"/>
              <a:gd name="connsiteX67" fmla="*/ 10218232 w 12192000"/>
              <a:gd name="connsiteY67" fmla="*/ 459820 h 4939827"/>
              <a:gd name="connsiteX68" fmla="*/ 10354176 w 12192000"/>
              <a:gd name="connsiteY68" fmla="*/ 471377 h 4939827"/>
              <a:gd name="connsiteX69" fmla="*/ 10430681 w 12192000"/>
              <a:gd name="connsiteY69" fmla="*/ 481226 h 4939827"/>
              <a:gd name="connsiteX70" fmla="*/ 10478169 w 12192000"/>
              <a:gd name="connsiteY70" fmla="*/ 481774 h 4939827"/>
              <a:gd name="connsiteX71" fmla="*/ 10540907 w 12192000"/>
              <a:gd name="connsiteY71" fmla="*/ 485607 h 4939827"/>
              <a:gd name="connsiteX72" fmla="*/ 10614941 w 12192000"/>
              <a:gd name="connsiteY72" fmla="*/ 487592 h 4939827"/>
              <a:gd name="connsiteX73" fmla="*/ 10674098 w 12192000"/>
              <a:gd name="connsiteY73" fmla="*/ 521656 h 4939827"/>
              <a:gd name="connsiteX74" fmla="*/ 10874834 w 12192000"/>
              <a:gd name="connsiteY74" fmla="*/ 574867 h 4939827"/>
              <a:gd name="connsiteX75" fmla="*/ 10944981 w 12192000"/>
              <a:gd name="connsiteY75" fmla="*/ 615042 h 4939827"/>
              <a:gd name="connsiteX76" fmla="*/ 11006376 w 12192000"/>
              <a:gd name="connsiteY76" fmla="*/ 645957 h 4939827"/>
              <a:gd name="connsiteX77" fmla="*/ 11076308 w 12192000"/>
              <a:gd name="connsiteY77" fmla="*/ 675698 h 4939827"/>
              <a:gd name="connsiteX78" fmla="*/ 11148789 w 12192000"/>
              <a:gd name="connsiteY78" fmla="*/ 685041 h 4939827"/>
              <a:gd name="connsiteX79" fmla="*/ 11249129 w 12192000"/>
              <a:gd name="connsiteY79" fmla="*/ 684218 h 4939827"/>
              <a:gd name="connsiteX80" fmla="*/ 11299915 w 12192000"/>
              <a:gd name="connsiteY80" fmla="*/ 692177 h 4939827"/>
              <a:gd name="connsiteX81" fmla="*/ 11386973 w 12192000"/>
              <a:gd name="connsiteY81" fmla="*/ 708209 h 4939827"/>
              <a:gd name="connsiteX82" fmla="*/ 11500105 w 12192000"/>
              <a:gd name="connsiteY82" fmla="*/ 735014 h 4939827"/>
              <a:gd name="connsiteX83" fmla="*/ 11621735 w 12192000"/>
              <a:gd name="connsiteY83" fmla="*/ 789584 h 4939827"/>
              <a:gd name="connsiteX84" fmla="*/ 11691200 w 12192000"/>
              <a:gd name="connsiteY84" fmla="*/ 867902 h 4939827"/>
              <a:gd name="connsiteX85" fmla="*/ 11819427 w 12192000"/>
              <a:gd name="connsiteY85" fmla="*/ 911634 h 4939827"/>
              <a:gd name="connsiteX86" fmla="*/ 11969720 w 12192000"/>
              <a:gd name="connsiteY86" fmla="*/ 964737 h 4939827"/>
              <a:gd name="connsiteX87" fmla="*/ 12055766 w 12192000"/>
              <a:gd name="connsiteY87" fmla="*/ 991268 h 4939827"/>
              <a:gd name="connsiteX88" fmla="*/ 12171539 w 12192000"/>
              <a:gd name="connsiteY88" fmla="*/ 995427 h 4939827"/>
              <a:gd name="connsiteX89" fmla="*/ 12187831 w 12192000"/>
              <a:gd name="connsiteY89" fmla="*/ 996580 h 4939827"/>
              <a:gd name="connsiteX90" fmla="*/ 12192000 w 12192000"/>
              <a:gd name="connsiteY90" fmla="*/ 996726 h 4939827"/>
              <a:gd name="connsiteX91" fmla="*/ 12192000 w 12192000"/>
              <a:gd name="connsiteY91" fmla="*/ 4939827 h 4939827"/>
              <a:gd name="connsiteX92" fmla="*/ 0 w 12192000"/>
              <a:gd name="connsiteY92" fmla="*/ 4939827 h 4939827"/>
              <a:gd name="connsiteX93" fmla="*/ 0 w 12192000"/>
              <a:gd name="connsiteY93" fmla="*/ 512043 h 4939827"/>
              <a:gd name="connsiteX94" fmla="*/ 7381 w 12192000"/>
              <a:gd name="connsiteY94" fmla="*/ 512580 h 4939827"/>
              <a:gd name="connsiteX95" fmla="*/ 100029 w 12192000"/>
              <a:gd name="connsiteY95" fmla="*/ 504758 h 4939827"/>
              <a:gd name="connsiteX96" fmla="*/ 155244 w 12192000"/>
              <a:gd name="connsiteY96" fmla="*/ 525130 h 4939827"/>
              <a:gd name="connsiteX97" fmla="*/ 254366 w 12192000"/>
              <a:gd name="connsiteY97" fmla="*/ 534449 h 4939827"/>
              <a:gd name="connsiteX98" fmla="*/ 447292 w 12192000"/>
              <a:gd name="connsiteY98" fmla="*/ 542725 h 4939827"/>
              <a:gd name="connsiteX99" fmla="*/ 628105 w 12192000"/>
              <a:gd name="connsiteY99" fmla="*/ 547853 h 4939827"/>
              <a:gd name="connsiteX100" fmla="*/ 783146 w 12192000"/>
              <a:gd name="connsiteY100" fmla="*/ 591799 h 4939827"/>
              <a:gd name="connsiteX101" fmla="*/ 1043676 w 12192000"/>
              <a:gd name="connsiteY101" fmla="*/ 591887 h 4939827"/>
              <a:gd name="connsiteX102" fmla="*/ 1281816 w 12192000"/>
              <a:gd name="connsiteY102" fmla="*/ 520946 h 4939827"/>
              <a:gd name="connsiteX103" fmla="*/ 1486347 w 12192000"/>
              <a:gd name="connsiteY103" fmla="*/ 487310 h 4939827"/>
              <a:gd name="connsiteX104" fmla="*/ 1568079 w 12192000"/>
              <a:gd name="connsiteY104" fmla="*/ 462531 h 4939827"/>
              <a:gd name="connsiteX105" fmla="*/ 1622516 w 12192000"/>
              <a:gd name="connsiteY105" fmla="*/ 466058 h 4939827"/>
              <a:gd name="connsiteX106" fmla="*/ 1655457 w 12192000"/>
              <a:gd name="connsiteY106" fmla="*/ 465359 h 4939827"/>
              <a:gd name="connsiteX107" fmla="*/ 1717454 w 12192000"/>
              <a:gd name="connsiteY107" fmla="*/ 417203 h 4939827"/>
              <a:gd name="connsiteX108" fmla="*/ 1913794 w 12192000"/>
              <a:gd name="connsiteY108" fmla="*/ 365255 h 4939827"/>
              <a:gd name="connsiteX109" fmla="*/ 2129762 w 12192000"/>
              <a:gd name="connsiteY109" fmla="*/ 367832 h 4939827"/>
              <a:gd name="connsiteX110" fmla="*/ 2376970 w 12192000"/>
              <a:gd name="connsiteY110" fmla="*/ 350129 h 4939827"/>
              <a:gd name="connsiteX111" fmla="*/ 2480155 w 12192000"/>
              <a:gd name="connsiteY111" fmla="*/ 359227 h 4939827"/>
              <a:gd name="connsiteX112" fmla="*/ 2586782 w 12192000"/>
              <a:gd name="connsiteY112" fmla="*/ 339352 h 4939827"/>
              <a:gd name="connsiteX113" fmla="*/ 2654496 w 12192000"/>
              <a:gd name="connsiteY113" fmla="*/ 315431 h 4939827"/>
              <a:gd name="connsiteX114" fmla="*/ 2788947 w 12192000"/>
              <a:gd name="connsiteY114" fmla="*/ 250375 h 4939827"/>
              <a:gd name="connsiteX115" fmla="*/ 2885389 w 12192000"/>
              <a:gd name="connsiteY115" fmla="*/ 255259 h 4939827"/>
              <a:gd name="connsiteX116" fmla="*/ 3045916 w 12192000"/>
              <a:gd name="connsiteY116" fmla="*/ 261030 h 4939827"/>
              <a:gd name="connsiteX117" fmla="*/ 3074187 w 12192000"/>
              <a:gd name="connsiteY117" fmla="*/ 243226 h 4939827"/>
              <a:gd name="connsiteX118" fmla="*/ 3103677 w 12192000"/>
              <a:gd name="connsiteY118" fmla="*/ 209527 h 4939827"/>
              <a:gd name="connsiteX119" fmla="*/ 3126759 w 12192000"/>
              <a:gd name="connsiteY119" fmla="*/ 211226 h 4939827"/>
              <a:gd name="connsiteX120" fmla="*/ 3164020 w 12192000"/>
              <a:gd name="connsiteY120" fmla="*/ 212779 h 4939827"/>
              <a:gd name="connsiteX121" fmla="*/ 3285019 w 12192000"/>
              <a:gd name="connsiteY121" fmla="*/ 220535 h 4939827"/>
              <a:gd name="connsiteX122" fmla="*/ 3365154 w 12192000"/>
              <a:gd name="connsiteY122" fmla="*/ 226416 h 4939827"/>
              <a:gd name="connsiteX123" fmla="*/ 3367507 w 12192000"/>
              <a:gd name="connsiteY123" fmla="*/ 225416 h 4939827"/>
              <a:gd name="connsiteX124" fmla="*/ 3387567 w 12192000"/>
              <a:gd name="connsiteY124" fmla="*/ 227103 h 4939827"/>
              <a:gd name="connsiteX125" fmla="*/ 3424753 w 12192000"/>
              <a:gd name="connsiteY125" fmla="*/ 244380 h 4939827"/>
              <a:gd name="connsiteX126" fmla="*/ 3498001 w 12192000"/>
              <a:gd name="connsiteY126" fmla="*/ 231941 h 4939827"/>
              <a:gd name="connsiteX127" fmla="*/ 3561557 w 12192000"/>
              <a:gd name="connsiteY127" fmla="*/ 228095 h 4939827"/>
              <a:gd name="connsiteX128" fmla="*/ 3611920 w 12192000"/>
              <a:gd name="connsiteY128" fmla="*/ 218094 h 4939827"/>
              <a:gd name="connsiteX129" fmla="*/ 3620528 w 12192000"/>
              <a:gd name="connsiteY129" fmla="*/ 218788 h 4939827"/>
              <a:gd name="connsiteX130" fmla="*/ 3620766 w 12192000"/>
              <a:gd name="connsiteY130" fmla="*/ 218511 h 4939827"/>
              <a:gd name="connsiteX131" fmla="*/ 3629977 w 12192000"/>
              <a:gd name="connsiteY131" fmla="*/ 218664 h 4939827"/>
              <a:gd name="connsiteX132" fmla="*/ 3636217 w 12192000"/>
              <a:gd name="connsiteY132" fmla="*/ 220048 h 4939827"/>
              <a:gd name="connsiteX133" fmla="*/ 3709484 w 12192000"/>
              <a:gd name="connsiteY133" fmla="*/ 186927 h 4939827"/>
              <a:gd name="connsiteX134" fmla="*/ 3761342 w 12192000"/>
              <a:gd name="connsiteY134" fmla="*/ 177474 h 4939827"/>
              <a:gd name="connsiteX135" fmla="*/ 3799748 w 12192000"/>
              <a:gd name="connsiteY135" fmla="*/ 167154 h 4939827"/>
              <a:gd name="connsiteX136" fmla="*/ 3812225 w 12192000"/>
              <a:gd name="connsiteY136" fmla="*/ 189020 h 4939827"/>
              <a:gd name="connsiteX137" fmla="*/ 3864537 w 12192000"/>
              <a:gd name="connsiteY137" fmla="*/ 200742 h 4939827"/>
              <a:gd name="connsiteX138" fmla="*/ 4028476 w 12192000"/>
              <a:gd name="connsiteY138" fmla="*/ 223679 h 4939827"/>
              <a:gd name="connsiteX139" fmla="*/ 4191582 w 12192000"/>
              <a:gd name="connsiteY139" fmla="*/ 238952 h 4939827"/>
              <a:gd name="connsiteX140" fmla="*/ 4251024 w 12192000"/>
              <a:gd name="connsiteY140" fmla="*/ 240874 h 4939827"/>
              <a:gd name="connsiteX141" fmla="*/ 4355275 w 12192000"/>
              <a:gd name="connsiteY141" fmla="*/ 260205 h 4939827"/>
              <a:gd name="connsiteX142" fmla="*/ 4423807 w 12192000"/>
              <a:gd name="connsiteY142" fmla="*/ 270366 h 4939827"/>
              <a:gd name="connsiteX143" fmla="*/ 4558432 w 12192000"/>
              <a:gd name="connsiteY143" fmla="*/ 269194 h 4939827"/>
              <a:gd name="connsiteX144" fmla="*/ 4635061 w 12192000"/>
              <a:gd name="connsiteY144" fmla="*/ 280682 h 4939827"/>
              <a:gd name="connsiteX145" fmla="*/ 4807427 w 12192000"/>
              <a:gd name="connsiteY145" fmla="*/ 276835 h 4939827"/>
              <a:gd name="connsiteX146" fmla="*/ 5028933 w 12192000"/>
              <a:gd name="connsiteY146" fmla="*/ 183887 h 4939827"/>
              <a:gd name="connsiteX147" fmla="*/ 5093642 w 12192000"/>
              <a:gd name="connsiteY147" fmla="*/ 177214 h 4939827"/>
              <a:gd name="connsiteX148" fmla="*/ 5102642 w 12192000"/>
              <a:gd name="connsiteY148" fmla="*/ 186816 h 4939827"/>
              <a:gd name="connsiteX149" fmla="*/ 5193590 w 12192000"/>
              <a:gd name="connsiteY149" fmla="*/ 136361 h 4939827"/>
              <a:gd name="connsiteX150" fmla="*/ 5323922 w 12192000"/>
              <a:gd name="connsiteY150" fmla="*/ 146332 h 4939827"/>
              <a:gd name="connsiteX151" fmla="*/ 5421860 w 12192000"/>
              <a:gd name="connsiteY151" fmla="*/ 167298 h 4939827"/>
              <a:gd name="connsiteX152" fmla="*/ 5476948 w 12192000"/>
              <a:gd name="connsiteY152" fmla="*/ 173249 h 4939827"/>
              <a:gd name="connsiteX153" fmla="*/ 5516842 w 12192000"/>
              <a:gd name="connsiteY153" fmla="*/ 184018 h 4939827"/>
              <a:gd name="connsiteX154" fmla="*/ 5619415 w 12192000"/>
              <a:gd name="connsiteY154" fmla="*/ 176781 h 4939827"/>
              <a:gd name="connsiteX155" fmla="*/ 5789867 w 12192000"/>
              <a:gd name="connsiteY155" fmla="*/ 150304 h 4939827"/>
              <a:gd name="connsiteX156" fmla="*/ 5825953 w 12192000"/>
              <a:gd name="connsiteY156" fmla="*/ 147907 h 4939827"/>
              <a:gd name="connsiteX157" fmla="*/ 5856168 w 12192000"/>
              <a:gd name="connsiteY157" fmla="*/ 158719 h 4939827"/>
              <a:gd name="connsiteX158" fmla="*/ 5862476 w 12192000"/>
              <a:gd name="connsiteY158" fmla="*/ 172447 h 4939827"/>
              <a:gd name="connsiteX159" fmla="*/ 5882195 w 12192000"/>
              <a:gd name="connsiteY159" fmla="*/ 173195 h 4939827"/>
              <a:gd name="connsiteX160" fmla="*/ 5887271 w 12192000"/>
              <a:gd name="connsiteY160" fmla="*/ 176084 h 4939827"/>
              <a:gd name="connsiteX161" fmla="*/ 5916552 w 12192000"/>
              <a:gd name="connsiteY161" fmla="*/ 189955 h 4939827"/>
              <a:gd name="connsiteX162" fmla="*/ 5983240 w 12192000"/>
              <a:gd name="connsiteY162" fmla="*/ 152755 h 4939827"/>
              <a:gd name="connsiteX163" fmla="*/ 6061852 w 12192000"/>
              <a:gd name="connsiteY163" fmla="*/ 161953 h 4939827"/>
              <a:gd name="connsiteX164" fmla="*/ 6531386 w 12192000"/>
              <a:gd name="connsiteY164" fmla="*/ 156103 h 4939827"/>
              <a:gd name="connsiteX165" fmla="*/ 6756965 w 12192000"/>
              <a:gd name="connsiteY165" fmla="*/ 57636 h 4939827"/>
              <a:gd name="connsiteX166" fmla="*/ 6965101 w 12192000"/>
              <a:gd name="connsiteY166" fmla="*/ 25718 h 4939827"/>
              <a:gd name="connsiteX167" fmla="*/ 6986370 w 12192000"/>
              <a:gd name="connsiteY167" fmla="*/ 12659 h 4939827"/>
              <a:gd name="connsiteX168" fmla="*/ 6989536 w 12192000"/>
              <a:gd name="connsiteY168" fmla="*/ 14528 h 4939827"/>
              <a:gd name="connsiteX169" fmla="*/ 7015933 w 12192000"/>
              <a:gd name="connsiteY169" fmla="*/ 9653 h 4939827"/>
              <a:gd name="connsiteX170" fmla="*/ 7020592 w 12192000"/>
              <a:gd name="connsiteY170" fmla="*/ 1651 h 4939827"/>
              <a:gd name="connsiteX171" fmla="*/ 7025905 w 12192000"/>
              <a:gd name="connsiteY171" fmla="*/ 0 h 4939827"/>
              <a:gd name="connsiteX0" fmla="*/ 7025905 w 12192000"/>
              <a:gd name="connsiteY0" fmla="*/ 0 h 4939827"/>
              <a:gd name="connsiteX1" fmla="*/ 7032579 w 12192000"/>
              <a:gd name="connsiteY1" fmla="*/ 2808 h 4939827"/>
              <a:gd name="connsiteX2" fmla="*/ 7079505 w 12192000"/>
              <a:gd name="connsiteY2" fmla="*/ 12971 h 4939827"/>
              <a:gd name="connsiteX3" fmla="*/ 7158791 w 12192000"/>
              <a:gd name="connsiteY3" fmla="*/ 12462 h 4939827"/>
              <a:gd name="connsiteX4" fmla="*/ 7233338 w 12192000"/>
              <a:gd name="connsiteY4" fmla="*/ 24846 h 4939827"/>
              <a:gd name="connsiteX5" fmla="*/ 7259791 w 12192000"/>
              <a:gd name="connsiteY5" fmla="*/ 29557 h 4939827"/>
              <a:gd name="connsiteX6" fmla="*/ 7263923 w 12192000"/>
              <a:gd name="connsiteY6" fmla="*/ 35029 h 4939827"/>
              <a:gd name="connsiteX7" fmla="*/ 7281549 w 12192000"/>
              <a:gd name="connsiteY7" fmla="*/ 39654 h 4939827"/>
              <a:gd name="connsiteX8" fmla="*/ 7374735 w 12192000"/>
              <a:gd name="connsiteY8" fmla="*/ 65326 h 4939827"/>
              <a:gd name="connsiteX9" fmla="*/ 7376078 w 12192000"/>
              <a:gd name="connsiteY9" fmla="*/ 63849 h 4939827"/>
              <a:gd name="connsiteX10" fmla="*/ 7402026 w 12192000"/>
              <a:gd name="connsiteY10" fmla="*/ 60308 h 4939827"/>
              <a:gd name="connsiteX11" fmla="*/ 7415091 w 12192000"/>
              <a:gd name="connsiteY11" fmla="*/ 77403 h 4939827"/>
              <a:gd name="connsiteX12" fmla="*/ 7443464 w 12192000"/>
              <a:gd name="connsiteY12" fmla="*/ 68367 h 4939827"/>
              <a:gd name="connsiteX13" fmla="*/ 7588044 w 12192000"/>
              <a:gd name="connsiteY13" fmla="*/ 110756 h 4939827"/>
              <a:gd name="connsiteX14" fmla="*/ 7732750 w 12192000"/>
              <a:gd name="connsiteY14" fmla="*/ 145456 h 4939827"/>
              <a:gd name="connsiteX15" fmla="*/ 7785900 w 12192000"/>
              <a:gd name="connsiteY15" fmla="*/ 154493 h 4939827"/>
              <a:gd name="connsiteX16" fmla="*/ 7877301 w 12192000"/>
              <a:gd name="connsiteY16" fmla="*/ 186153 h 4939827"/>
              <a:gd name="connsiteX17" fmla="*/ 7937675 w 12192000"/>
              <a:gd name="connsiteY17" fmla="*/ 204438 h 4939827"/>
              <a:gd name="connsiteX18" fmla="*/ 7952584 w 12192000"/>
              <a:gd name="connsiteY18" fmla="*/ 170181 h 4939827"/>
              <a:gd name="connsiteX19" fmla="*/ 8009534 w 12192000"/>
              <a:gd name="connsiteY19" fmla="*/ 176441 h 4939827"/>
              <a:gd name="connsiteX20" fmla="*/ 8058681 w 12192000"/>
              <a:gd name="connsiteY20" fmla="*/ 219431 h 4939827"/>
              <a:gd name="connsiteX21" fmla="*/ 8126175 w 12192000"/>
              <a:gd name="connsiteY21" fmla="*/ 240005 h 4939827"/>
              <a:gd name="connsiteX22" fmla="*/ 8166439 w 12192000"/>
              <a:gd name="connsiteY22" fmla="*/ 252699 h 4939827"/>
              <a:gd name="connsiteX23" fmla="*/ 8281371 w 12192000"/>
              <a:gd name="connsiteY23" fmla="*/ 256875 h 4939827"/>
              <a:gd name="connsiteX24" fmla="*/ 8381609 w 12192000"/>
              <a:gd name="connsiteY24" fmla="*/ 240618 h 4939827"/>
              <a:gd name="connsiteX25" fmla="*/ 8406759 w 12192000"/>
              <a:gd name="connsiteY25" fmla="*/ 232517 h 4939827"/>
              <a:gd name="connsiteX26" fmla="*/ 8426506 w 12192000"/>
              <a:gd name="connsiteY26" fmla="*/ 241842 h 4939827"/>
              <a:gd name="connsiteX27" fmla="*/ 8427949 w 12192000"/>
              <a:gd name="connsiteY27" fmla="*/ 240981 h 4939827"/>
              <a:gd name="connsiteX28" fmla="*/ 8441468 w 12192000"/>
              <a:gd name="connsiteY28" fmla="*/ 241157 h 4939827"/>
              <a:gd name="connsiteX29" fmla="*/ 8565757 w 12192000"/>
              <a:gd name="connsiteY29" fmla="*/ 255317 h 4939827"/>
              <a:gd name="connsiteX30" fmla="*/ 8573171 w 12192000"/>
              <a:gd name="connsiteY30" fmla="*/ 258426 h 4939827"/>
              <a:gd name="connsiteX31" fmla="*/ 8573548 w 12192000"/>
              <a:gd name="connsiteY31" fmla="*/ 258241 h 4939827"/>
              <a:gd name="connsiteX32" fmla="*/ 8581827 w 12192000"/>
              <a:gd name="connsiteY32" fmla="*/ 261028 h 4939827"/>
              <a:gd name="connsiteX33" fmla="*/ 8586687 w 12192000"/>
              <a:gd name="connsiteY33" fmla="*/ 264089 h 4939827"/>
              <a:gd name="connsiteX34" fmla="*/ 8601067 w 12192000"/>
              <a:gd name="connsiteY34" fmla="*/ 270114 h 4939827"/>
              <a:gd name="connsiteX35" fmla="*/ 8672650 w 12192000"/>
              <a:gd name="connsiteY35" fmla="*/ 254821 h 4939827"/>
              <a:gd name="connsiteX36" fmla="*/ 8785543 w 12192000"/>
              <a:gd name="connsiteY36" fmla="*/ 263406 h 4939827"/>
              <a:gd name="connsiteX37" fmla="*/ 8830588 w 12192000"/>
              <a:gd name="connsiteY37" fmla="*/ 265483 h 4939827"/>
              <a:gd name="connsiteX38" fmla="*/ 8905142 w 12192000"/>
              <a:gd name="connsiteY38" fmla="*/ 264958 h 4939827"/>
              <a:gd name="connsiteX39" fmla="*/ 8968582 w 12192000"/>
              <a:gd name="connsiteY39" fmla="*/ 262728 h 4939827"/>
              <a:gd name="connsiteX40" fmla="*/ 8972994 w 12192000"/>
              <a:gd name="connsiteY40" fmla="*/ 263284 h 4939827"/>
              <a:gd name="connsiteX41" fmla="*/ 9004605 w 12192000"/>
              <a:gd name="connsiteY41" fmla="*/ 258041 h 4939827"/>
              <a:gd name="connsiteX42" fmla="*/ 9016165 w 12192000"/>
              <a:gd name="connsiteY42" fmla="*/ 261258 h 4939827"/>
              <a:gd name="connsiteX43" fmla="*/ 9043297 w 12192000"/>
              <a:gd name="connsiteY43" fmla="*/ 281547 h 4939827"/>
              <a:gd name="connsiteX44" fmla="*/ 9048315 w 12192000"/>
              <a:gd name="connsiteY44" fmla="*/ 279264 h 4939827"/>
              <a:gd name="connsiteX45" fmla="*/ 9054706 w 12192000"/>
              <a:gd name="connsiteY45" fmla="*/ 278538 h 4939827"/>
              <a:gd name="connsiteX46" fmla="*/ 9070919 w 12192000"/>
              <a:gd name="connsiteY46" fmla="*/ 281810 h 4939827"/>
              <a:gd name="connsiteX47" fmla="*/ 9076813 w 12192000"/>
              <a:gd name="connsiteY47" fmla="*/ 283909 h 4939827"/>
              <a:gd name="connsiteX48" fmla="*/ 9085871 w 12192000"/>
              <a:gd name="connsiteY48" fmla="*/ 285133 h 4939827"/>
              <a:gd name="connsiteX49" fmla="*/ 9086159 w 12192000"/>
              <a:gd name="connsiteY49" fmla="*/ 284887 h 4939827"/>
              <a:gd name="connsiteX50" fmla="*/ 9134606 w 12192000"/>
              <a:gd name="connsiteY50" fmla="*/ 288168 h 4939827"/>
              <a:gd name="connsiteX51" fmla="*/ 9195590 w 12192000"/>
              <a:gd name="connsiteY51" fmla="*/ 279568 h 4939827"/>
              <a:gd name="connsiteX52" fmla="*/ 9219336 w 12192000"/>
              <a:gd name="connsiteY52" fmla="*/ 278133 h 4939827"/>
              <a:gd name="connsiteX53" fmla="*/ 9232362 w 12192000"/>
              <a:gd name="connsiteY53" fmla="*/ 275894 h 4939827"/>
              <a:gd name="connsiteX54" fmla="*/ 9233396 w 12192000"/>
              <a:gd name="connsiteY54" fmla="*/ 274803 h 4939827"/>
              <a:gd name="connsiteX55" fmla="*/ 9256213 w 12192000"/>
              <a:gd name="connsiteY55" fmla="*/ 281576 h 4939827"/>
              <a:gd name="connsiteX56" fmla="*/ 9262377 w 12192000"/>
              <a:gd name="connsiteY56" fmla="*/ 286635 h 4939827"/>
              <a:gd name="connsiteX57" fmla="*/ 9287089 w 12192000"/>
              <a:gd name="connsiteY57" fmla="*/ 303891 h 4939827"/>
              <a:gd name="connsiteX58" fmla="*/ 9371484 w 12192000"/>
              <a:gd name="connsiteY58" fmla="*/ 329634 h 4939827"/>
              <a:gd name="connsiteX59" fmla="*/ 9404829 w 12192000"/>
              <a:gd name="connsiteY59" fmla="*/ 339038 h 4939827"/>
              <a:gd name="connsiteX60" fmla="*/ 9427021 w 12192000"/>
              <a:gd name="connsiteY60" fmla="*/ 358784 h 4939827"/>
              <a:gd name="connsiteX61" fmla="*/ 9670844 w 12192000"/>
              <a:gd name="connsiteY61" fmla="*/ 405128 h 4939827"/>
              <a:gd name="connsiteX62" fmla="*/ 9816083 w 12192000"/>
              <a:gd name="connsiteY62" fmla="*/ 416573 h 4939827"/>
              <a:gd name="connsiteX63" fmla="*/ 9936741 w 12192000"/>
              <a:gd name="connsiteY63" fmla="*/ 437044 h 4939827"/>
              <a:gd name="connsiteX64" fmla="*/ 10050093 w 12192000"/>
              <a:gd name="connsiteY64" fmla="*/ 443783 h 4939827"/>
              <a:gd name="connsiteX65" fmla="*/ 10130090 w 12192000"/>
              <a:gd name="connsiteY65" fmla="*/ 459520 h 4939827"/>
              <a:gd name="connsiteX66" fmla="*/ 10173456 w 12192000"/>
              <a:gd name="connsiteY66" fmla="*/ 457749 h 4939827"/>
              <a:gd name="connsiteX67" fmla="*/ 10218232 w 12192000"/>
              <a:gd name="connsiteY67" fmla="*/ 459820 h 4939827"/>
              <a:gd name="connsiteX68" fmla="*/ 10354176 w 12192000"/>
              <a:gd name="connsiteY68" fmla="*/ 471377 h 4939827"/>
              <a:gd name="connsiteX69" fmla="*/ 10430681 w 12192000"/>
              <a:gd name="connsiteY69" fmla="*/ 481226 h 4939827"/>
              <a:gd name="connsiteX70" fmla="*/ 10478169 w 12192000"/>
              <a:gd name="connsiteY70" fmla="*/ 481774 h 4939827"/>
              <a:gd name="connsiteX71" fmla="*/ 10540907 w 12192000"/>
              <a:gd name="connsiteY71" fmla="*/ 485607 h 4939827"/>
              <a:gd name="connsiteX72" fmla="*/ 10614941 w 12192000"/>
              <a:gd name="connsiteY72" fmla="*/ 487592 h 4939827"/>
              <a:gd name="connsiteX73" fmla="*/ 10674098 w 12192000"/>
              <a:gd name="connsiteY73" fmla="*/ 521656 h 4939827"/>
              <a:gd name="connsiteX74" fmla="*/ 10874834 w 12192000"/>
              <a:gd name="connsiteY74" fmla="*/ 574867 h 4939827"/>
              <a:gd name="connsiteX75" fmla="*/ 10944981 w 12192000"/>
              <a:gd name="connsiteY75" fmla="*/ 615042 h 4939827"/>
              <a:gd name="connsiteX76" fmla="*/ 11006376 w 12192000"/>
              <a:gd name="connsiteY76" fmla="*/ 645957 h 4939827"/>
              <a:gd name="connsiteX77" fmla="*/ 11076308 w 12192000"/>
              <a:gd name="connsiteY77" fmla="*/ 675698 h 4939827"/>
              <a:gd name="connsiteX78" fmla="*/ 11148789 w 12192000"/>
              <a:gd name="connsiteY78" fmla="*/ 685041 h 4939827"/>
              <a:gd name="connsiteX79" fmla="*/ 11249129 w 12192000"/>
              <a:gd name="connsiteY79" fmla="*/ 684218 h 4939827"/>
              <a:gd name="connsiteX80" fmla="*/ 11299915 w 12192000"/>
              <a:gd name="connsiteY80" fmla="*/ 692177 h 4939827"/>
              <a:gd name="connsiteX81" fmla="*/ 11386973 w 12192000"/>
              <a:gd name="connsiteY81" fmla="*/ 708209 h 4939827"/>
              <a:gd name="connsiteX82" fmla="*/ 11500105 w 12192000"/>
              <a:gd name="connsiteY82" fmla="*/ 735014 h 4939827"/>
              <a:gd name="connsiteX83" fmla="*/ 11621735 w 12192000"/>
              <a:gd name="connsiteY83" fmla="*/ 789584 h 4939827"/>
              <a:gd name="connsiteX84" fmla="*/ 11691200 w 12192000"/>
              <a:gd name="connsiteY84" fmla="*/ 867902 h 4939827"/>
              <a:gd name="connsiteX85" fmla="*/ 11819427 w 12192000"/>
              <a:gd name="connsiteY85" fmla="*/ 911634 h 4939827"/>
              <a:gd name="connsiteX86" fmla="*/ 11969720 w 12192000"/>
              <a:gd name="connsiteY86" fmla="*/ 964737 h 4939827"/>
              <a:gd name="connsiteX87" fmla="*/ 12055766 w 12192000"/>
              <a:gd name="connsiteY87" fmla="*/ 991268 h 4939827"/>
              <a:gd name="connsiteX88" fmla="*/ 12171539 w 12192000"/>
              <a:gd name="connsiteY88" fmla="*/ 995427 h 4939827"/>
              <a:gd name="connsiteX89" fmla="*/ 12187831 w 12192000"/>
              <a:gd name="connsiteY89" fmla="*/ 996580 h 4939827"/>
              <a:gd name="connsiteX90" fmla="*/ 12192000 w 12192000"/>
              <a:gd name="connsiteY90" fmla="*/ 996726 h 4939827"/>
              <a:gd name="connsiteX91" fmla="*/ 12192000 w 12192000"/>
              <a:gd name="connsiteY91" fmla="*/ 4939827 h 4939827"/>
              <a:gd name="connsiteX92" fmla="*/ 0 w 12192000"/>
              <a:gd name="connsiteY92" fmla="*/ 4939827 h 4939827"/>
              <a:gd name="connsiteX93" fmla="*/ 0 w 12192000"/>
              <a:gd name="connsiteY93" fmla="*/ 512043 h 4939827"/>
              <a:gd name="connsiteX94" fmla="*/ 7381 w 12192000"/>
              <a:gd name="connsiteY94" fmla="*/ 512580 h 4939827"/>
              <a:gd name="connsiteX95" fmla="*/ 100029 w 12192000"/>
              <a:gd name="connsiteY95" fmla="*/ 504758 h 4939827"/>
              <a:gd name="connsiteX96" fmla="*/ 155244 w 12192000"/>
              <a:gd name="connsiteY96" fmla="*/ 525130 h 4939827"/>
              <a:gd name="connsiteX97" fmla="*/ 254366 w 12192000"/>
              <a:gd name="connsiteY97" fmla="*/ 534449 h 4939827"/>
              <a:gd name="connsiteX98" fmla="*/ 447292 w 12192000"/>
              <a:gd name="connsiteY98" fmla="*/ 542725 h 4939827"/>
              <a:gd name="connsiteX99" fmla="*/ 628105 w 12192000"/>
              <a:gd name="connsiteY99" fmla="*/ 547853 h 4939827"/>
              <a:gd name="connsiteX100" fmla="*/ 783146 w 12192000"/>
              <a:gd name="connsiteY100" fmla="*/ 591799 h 4939827"/>
              <a:gd name="connsiteX101" fmla="*/ 1043676 w 12192000"/>
              <a:gd name="connsiteY101" fmla="*/ 591887 h 4939827"/>
              <a:gd name="connsiteX102" fmla="*/ 1281816 w 12192000"/>
              <a:gd name="connsiteY102" fmla="*/ 520946 h 4939827"/>
              <a:gd name="connsiteX103" fmla="*/ 1486347 w 12192000"/>
              <a:gd name="connsiteY103" fmla="*/ 487310 h 4939827"/>
              <a:gd name="connsiteX104" fmla="*/ 1568079 w 12192000"/>
              <a:gd name="connsiteY104" fmla="*/ 462531 h 4939827"/>
              <a:gd name="connsiteX105" fmla="*/ 1622516 w 12192000"/>
              <a:gd name="connsiteY105" fmla="*/ 466058 h 4939827"/>
              <a:gd name="connsiteX106" fmla="*/ 1655457 w 12192000"/>
              <a:gd name="connsiteY106" fmla="*/ 465359 h 4939827"/>
              <a:gd name="connsiteX107" fmla="*/ 1717454 w 12192000"/>
              <a:gd name="connsiteY107" fmla="*/ 417203 h 4939827"/>
              <a:gd name="connsiteX108" fmla="*/ 1913794 w 12192000"/>
              <a:gd name="connsiteY108" fmla="*/ 365255 h 4939827"/>
              <a:gd name="connsiteX109" fmla="*/ 2129762 w 12192000"/>
              <a:gd name="connsiteY109" fmla="*/ 367832 h 4939827"/>
              <a:gd name="connsiteX110" fmla="*/ 2376970 w 12192000"/>
              <a:gd name="connsiteY110" fmla="*/ 350129 h 4939827"/>
              <a:gd name="connsiteX111" fmla="*/ 2480155 w 12192000"/>
              <a:gd name="connsiteY111" fmla="*/ 359227 h 4939827"/>
              <a:gd name="connsiteX112" fmla="*/ 2586782 w 12192000"/>
              <a:gd name="connsiteY112" fmla="*/ 339352 h 4939827"/>
              <a:gd name="connsiteX113" fmla="*/ 2654496 w 12192000"/>
              <a:gd name="connsiteY113" fmla="*/ 315431 h 4939827"/>
              <a:gd name="connsiteX114" fmla="*/ 2788947 w 12192000"/>
              <a:gd name="connsiteY114" fmla="*/ 250375 h 4939827"/>
              <a:gd name="connsiteX115" fmla="*/ 2885389 w 12192000"/>
              <a:gd name="connsiteY115" fmla="*/ 255259 h 4939827"/>
              <a:gd name="connsiteX116" fmla="*/ 3045916 w 12192000"/>
              <a:gd name="connsiteY116" fmla="*/ 261030 h 4939827"/>
              <a:gd name="connsiteX117" fmla="*/ 3074187 w 12192000"/>
              <a:gd name="connsiteY117" fmla="*/ 243226 h 4939827"/>
              <a:gd name="connsiteX118" fmla="*/ 3103677 w 12192000"/>
              <a:gd name="connsiteY118" fmla="*/ 209527 h 4939827"/>
              <a:gd name="connsiteX119" fmla="*/ 3126759 w 12192000"/>
              <a:gd name="connsiteY119" fmla="*/ 211226 h 4939827"/>
              <a:gd name="connsiteX120" fmla="*/ 3164020 w 12192000"/>
              <a:gd name="connsiteY120" fmla="*/ 212779 h 4939827"/>
              <a:gd name="connsiteX121" fmla="*/ 3285019 w 12192000"/>
              <a:gd name="connsiteY121" fmla="*/ 220535 h 4939827"/>
              <a:gd name="connsiteX122" fmla="*/ 3365154 w 12192000"/>
              <a:gd name="connsiteY122" fmla="*/ 226416 h 4939827"/>
              <a:gd name="connsiteX123" fmla="*/ 3367507 w 12192000"/>
              <a:gd name="connsiteY123" fmla="*/ 225416 h 4939827"/>
              <a:gd name="connsiteX124" fmla="*/ 3387567 w 12192000"/>
              <a:gd name="connsiteY124" fmla="*/ 227103 h 4939827"/>
              <a:gd name="connsiteX125" fmla="*/ 3424753 w 12192000"/>
              <a:gd name="connsiteY125" fmla="*/ 244380 h 4939827"/>
              <a:gd name="connsiteX126" fmla="*/ 3498001 w 12192000"/>
              <a:gd name="connsiteY126" fmla="*/ 231941 h 4939827"/>
              <a:gd name="connsiteX127" fmla="*/ 3561557 w 12192000"/>
              <a:gd name="connsiteY127" fmla="*/ 228095 h 4939827"/>
              <a:gd name="connsiteX128" fmla="*/ 3611920 w 12192000"/>
              <a:gd name="connsiteY128" fmla="*/ 218094 h 4939827"/>
              <a:gd name="connsiteX129" fmla="*/ 3620528 w 12192000"/>
              <a:gd name="connsiteY129" fmla="*/ 218788 h 4939827"/>
              <a:gd name="connsiteX130" fmla="*/ 3620766 w 12192000"/>
              <a:gd name="connsiteY130" fmla="*/ 218511 h 4939827"/>
              <a:gd name="connsiteX131" fmla="*/ 3629977 w 12192000"/>
              <a:gd name="connsiteY131" fmla="*/ 218664 h 4939827"/>
              <a:gd name="connsiteX132" fmla="*/ 3636217 w 12192000"/>
              <a:gd name="connsiteY132" fmla="*/ 220048 h 4939827"/>
              <a:gd name="connsiteX133" fmla="*/ 3709484 w 12192000"/>
              <a:gd name="connsiteY133" fmla="*/ 186927 h 4939827"/>
              <a:gd name="connsiteX134" fmla="*/ 3761342 w 12192000"/>
              <a:gd name="connsiteY134" fmla="*/ 177474 h 4939827"/>
              <a:gd name="connsiteX135" fmla="*/ 3799748 w 12192000"/>
              <a:gd name="connsiteY135" fmla="*/ 167154 h 4939827"/>
              <a:gd name="connsiteX136" fmla="*/ 3812225 w 12192000"/>
              <a:gd name="connsiteY136" fmla="*/ 189020 h 4939827"/>
              <a:gd name="connsiteX137" fmla="*/ 3864537 w 12192000"/>
              <a:gd name="connsiteY137" fmla="*/ 200742 h 4939827"/>
              <a:gd name="connsiteX138" fmla="*/ 4028476 w 12192000"/>
              <a:gd name="connsiteY138" fmla="*/ 223679 h 4939827"/>
              <a:gd name="connsiteX139" fmla="*/ 4191582 w 12192000"/>
              <a:gd name="connsiteY139" fmla="*/ 238952 h 4939827"/>
              <a:gd name="connsiteX140" fmla="*/ 4251024 w 12192000"/>
              <a:gd name="connsiteY140" fmla="*/ 240874 h 4939827"/>
              <a:gd name="connsiteX141" fmla="*/ 4355275 w 12192000"/>
              <a:gd name="connsiteY141" fmla="*/ 260205 h 4939827"/>
              <a:gd name="connsiteX142" fmla="*/ 4423807 w 12192000"/>
              <a:gd name="connsiteY142" fmla="*/ 270366 h 4939827"/>
              <a:gd name="connsiteX143" fmla="*/ 4558432 w 12192000"/>
              <a:gd name="connsiteY143" fmla="*/ 269194 h 4939827"/>
              <a:gd name="connsiteX144" fmla="*/ 4635061 w 12192000"/>
              <a:gd name="connsiteY144" fmla="*/ 280682 h 4939827"/>
              <a:gd name="connsiteX145" fmla="*/ 4807427 w 12192000"/>
              <a:gd name="connsiteY145" fmla="*/ 276835 h 4939827"/>
              <a:gd name="connsiteX146" fmla="*/ 5028933 w 12192000"/>
              <a:gd name="connsiteY146" fmla="*/ 183887 h 4939827"/>
              <a:gd name="connsiteX147" fmla="*/ 5093642 w 12192000"/>
              <a:gd name="connsiteY147" fmla="*/ 177214 h 4939827"/>
              <a:gd name="connsiteX148" fmla="*/ 5102642 w 12192000"/>
              <a:gd name="connsiteY148" fmla="*/ 186816 h 4939827"/>
              <a:gd name="connsiteX149" fmla="*/ 5193590 w 12192000"/>
              <a:gd name="connsiteY149" fmla="*/ 136361 h 4939827"/>
              <a:gd name="connsiteX150" fmla="*/ 5323922 w 12192000"/>
              <a:gd name="connsiteY150" fmla="*/ 146332 h 4939827"/>
              <a:gd name="connsiteX151" fmla="*/ 5421860 w 12192000"/>
              <a:gd name="connsiteY151" fmla="*/ 167298 h 4939827"/>
              <a:gd name="connsiteX152" fmla="*/ 5476948 w 12192000"/>
              <a:gd name="connsiteY152" fmla="*/ 173249 h 4939827"/>
              <a:gd name="connsiteX153" fmla="*/ 5516842 w 12192000"/>
              <a:gd name="connsiteY153" fmla="*/ 184018 h 4939827"/>
              <a:gd name="connsiteX154" fmla="*/ 5619415 w 12192000"/>
              <a:gd name="connsiteY154" fmla="*/ 176781 h 4939827"/>
              <a:gd name="connsiteX155" fmla="*/ 5789867 w 12192000"/>
              <a:gd name="connsiteY155" fmla="*/ 150304 h 4939827"/>
              <a:gd name="connsiteX156" fmla="*/ 5825953 w 12192000"/>
              <a:gd name="connsiteY156" fmla="*/ 147907 h 4939827"/>
              <a:gd name="connsiteX157" fmla="*/ 5856168 w 12192000"/>
              <a:gd name="connsiteY157" fmla="*/ 158719 h 4939827"/>
              <a:gd name="connsiteX158" fmla="*/ 5862476 w 12192000"/>
              <a:gd name="connsiteY158" fmla="*/ 172447 h 4939827"/>
              <a:gd name="connsiteX159" fmla="*/ 5882195 w 12192000"/>
              <a:gd name="connsiteY159" fmla="*/ 173195 h 4939827"/>
              <a:gd name="connsiteX160" fmla="*/ 5887271 w 12192000"/>
              <a:gd name="connsiteY160" fmla="*/ 176084 h 4939827"/>
              <a:gd name="connsiteX161" fmla="*/ 5916552 w 12192000"/>
              <a:gd name="connsiteY161" fmla="*/ 189955 h 4939827"/>
              <a:gd name="connsiteX162" fmla="*/ 5983240 w 12192000"/>
              <a:gd name="connsiteY162" fmla="*/ 152755 h 4939827"/>
              <a:gd name="connsiteX163" fmla="*/ 6061852 w 12192000"/>
              <a:gd name="connsiteY163" fmla="*/ 161953 h 4939827"/>
              <a:gd name="connsiteX164" fmla="*/ 6415830 w 12192000"/>
              <a:gd name="connsiteY164" fmla="*/ 136006 h 4939827"/>
              <a:gd name="connsiteX165" fmla="*/ 6756965 w 12192000"/>
              <a:gd name="connsiteY165" fmla="*/ 57636 h 4939827"/>
              <a:gd name="connsiteX166" fmla="*/ 6965101 w 12192000"/>
              <a:gd name="connsiteY166" fmla="*/ 25718 h 4939827"/>
              <a:gd name="connsiteX167" fmla="*/ 6986370 w 12192000"/>
              <a:gd name="connsiteY167" fmla="*/ 12659 h 4939827"/>
              <a:gd name="connsiteX168" fmla="*/ 6989536 w 12192000"/>
              <a:gd name="connsiteY168" fmla="*/ 14528 h 4939827"/>
              <a:gd name="connsiteX169" fmla="*/ 7015933 w 12192000"/>
              <a:gd name="connsiteY169" fmla="*/ 9653 h 4939827"/>
              <a:gd name="connsiteX170" fmla="*/ 7020592 w 12192000"/>
              <a:gd name="connsiteY170" fmla="*/ 1651 h 4939827"/>
              <a:gd name="connsiteX171" fmla="*/ 7025905 w 12192000"/>
              <a:gd name="connsiteY171" fmla="*/ 0 h 4939827"/>
              <a:gd name="connsiteX0" fmla="*/ 7025905 w 12192000"/>
              <a:gd name="connsiteY0" fmla="*/ 0 h 4939827"/>
              <a:gd name="connsiteX1" fmla="*/ 7032579 w 12192000"/>
              <a:gd name="connsiteY1" fmla="*/ 2808 h 4939827"/>
              <a:gd name="connsiteX2" fmla="*/ 7079505 w 12192000"/>
              <a:gd name="connsiteY2" fmla="*/ 12971 h 4939827"/>
              <a:gd name="connsiteX3" fmla="*/ 7158791 w 12192000"/>
              <a:gd name="connsiteY3" fmla="*/ 12462 h 4939827"/>
              <a:gd name="connsiteX4" fmla="*/ 7233338 w 12192000"/>
              <a:gd name="connsiteY4" fmla="*/ 24846 h 4939827"/>
              <a:gd name="connsiteX5" fmla="*/ 7259791 w 12192000"/>
              <a:gd name="connsiteY5" fmla="*/ 29557 h 4939827"/>
              <a:gd name="connsiteX6" fmla="*/ 7263923 w 12192000"/>
              <a:gd name="connsiteY6" fmla="*/ 35029 h 4939827"/>
              <a:gd name="connsiteX7" fmla="*/ 7281549 w 12192000"/>
              <a:gd name="connsiteY7" fmla="*/ 39654 h 4939827"/>
              <a:gd name="connsiteX8" fmla="*/ 7374735 w 12192000"/>
              <a:gd name="connsiteY8" fmla="*/ 65326 h 4939827"/>
              <a:gd name="connsiteX9" fmla="*/ 7376078 w 12192000"/>
              <a:gd name="connsiteY9" fmla="*/ 63849 h 4939827"/>
              <a:gd name="connsiteX10" fmla="*/ 7402026 w 12192000"/>
              <a:gd name="connsiteY10" fmla="*/ 60308 h 4939827"/>
              <a:gd name="connsiteX11" fmla="*/ 7415091 w 12192000"/>
              <a:gd name="connsiteY11" fmla="*/ 77403 h 4939827"/>
              <a:gd name="connsiteX12" fmla="*/ 7443464 w 12192000"/>
              <a:gd name="connsiteY12" fmla="*/ 68367 h 4939827"/>
              <a:gd name="connsiteX13" fmla="*/ 7588044 w 12192000"/>
              <a:gd name="connsiteY13" fmla="*/ 110756 h 4939827"/>
              <a:gd name="connsiteX14" fmla="*/ 7732750 w 12192000"/>
              <a:gd name="connsiteY14" fmla="*/ 145456 h 4939827"/>
              <a:gd name="connsiteX15" fmla="*/ 7785900 w 12192000"/>
              <a:gd name="connsiteY15" fmla="*/ 154493 h 4939827"/>
              <a:gd name="connsiteX16" fmla="*/ 7877301 w 12192000"/>
              <a:gd name="connsiteY16" fmla="*/ 186153 h 4939827"/>
              <a:gd name="connsiteX17" fmla="*/ 7937675 w 12192000"/>
              <a:gd name="connsiteY17" fmla="*/ 204438 h 4939827"/>
              <a:gd name="connsiteX18" fmla="*/ 7952584 w 12192000"/>
              <a:gd name="connsiteY18" fmla="*/ 170181 h 4939827"/>
              <a:gd name="connsiteX19" fmla="*/ 8009534 w 12192000"/>
              <a:gd name="connsiteY19" fmla="*/ 176441 h 4939827"/>
              <a:gd name="connsiteX20" fmla="*/ 8058681 w 12192000"/>
              <a:gd name="connsiteY20" fmla="*/ 219431 h 4939827"/>
              <a:gd name="connsiteX21" fmla="*/ 8126175 w 12192000"/>
              <a:gd name="connsiteY21" fmla="*/ 240005 h 4939827"/>
              <a:gd name="connsiteX22" fmla="*/ 8166439 w 12192000"/>
              <a:gd name="connsiteY22" fmla="*/ 252699 h 4939827"/>
              <a:gd name="connsiteX23" fmla="*/ 8281371 w 12192000"/>
              <a:gd name="connsiteY23" fmla="*/ 256875 h 4939827"/>
              <a:gd name="connsiteX24" fmla="*/ 8381609 w 12192000"/>
              <a:gd name="connsiteY24" fmla="*/ 240618 h 4939827"/>
              <a:gd name="connsiteX25" fmla="*/ 8406759 w 12192000"/>
              <a:gd name="connsiteY25" fmla="*/ 232517 h 4939827"/>
              <a:gd name="connsiteX26" fmla="*/ 8426506 w 12192000"/>
              <a:gd name="connsiteY26" fmla="*/ 241842 h 4939827"/>
              <a:gd name="connsiteX27" fmla="*/ 8427949 w 12192000"/>
              <a:gd name="connsiteY27" fmla="*/ 240981 h 4939827"/>
              <a:gd name="connsiteX28" fmla="*/ 8441468 w 12192000"/>
              <a:gd name="connsiteY28" fmla="*/ 241157 h 4939827"/>
              <a:gd name="connsiteX29" fmla="*/ 8565757 w 12192000"/>
              <a:gd name="connsiteY29" fmla="*/ 255317 h 4939827"/>
              <a:gd name="connsiteX30" fmla="*/ 8573171 w 12192000"/>
              <a:gd name="connsiteY30" fmla="*/ 258426 h 4939827"/>
              <a:gd name="connsiteX31" fmla="*/ 8573548 w 12192000"/>
              <a:gd name="connsiteY31" fmla="*/ 258241 h 4939827"/>
              <a:gd name="connsiteX32" fmla="*/ 8581827 w 12192000"/>
              <a:gd name="connsiteY32" fmla="*/ 261028 h 4939827"/>
              <a:gd name="connsiteX33" fmla="*/ 8586687 w 12192000"/>
              <a:gd name="connsiteY33" fmla="*/ 264089 h 4939827"/>
              <a:gd name="connsiteX34" fmla="*/ 8601067 w 12192000"/>
              <a:gd name="connsiteY34" fmla="*/ 270114 h 4939827"/>
              <a:gd name="connsiteX35" fmla="*/ 8672650 w 12192000"/>
              <a:gd name="connsiteY35" fmla="*/ 254821 h 4939827"/>
              <a:gd name="connsiteX36" fmla="*/ 8785543 w 12192000"/>
              <a:gd name="connsiteY36" fmla="*/ 263406 h 4939827"/>
              <a:gd name="connsiteX37" fmla="*/ 8830588 w 12192000"/>
              <a:gd name="connsiteY37" fmla="*/ 265483 h 4939827"/>
              <a:gd name="connsiteX38" fmla="*/ 8905142 w 12192000"/>
              <a:gd name="connsiteY38" fmla="*/ 264958 h 4939827"/>
              <a:gd name="connsiteX39" fmla="*/ 8968582 w 12192000"/>
              <a:gd name="connsiteY39" fmla="*/ 262728 h 4939827"/>
              <a:gd name="connsiteX40" fmla="*/ 8972994 w 12192000"/>
              <a:gd name="connsiteY40" fmla="*/ 263284 h 4939827"/>
              <a:gd name="connsiteX41" fmla="*/ 9004605 w 12192000"/>
              <a:gd name="connsiteY41" fmla="*/ 258041 h 4939827"/>
              <a:gd name="connsiteX42" fmla="*/ 9016165 w 12192000"/>
              <a:gd name="connsiteY42" fmla="*/ 261258 h 4939827"/>
              <a:gd name="connsiteX43" fmla="*/ 9043297 w 12192000"/>
              <a:gd name="connsiteY43" fmla="*/ 281547 h 4939827"/>
              <a:gd name="connsiteX44" fmla="*/ 9048315 w 12192000"/>
              <a:gd name="connsiteY44" fmla="*/ 279264 h 4939827"/>
              <a:gd name="connsiteX45" fmla="*/ 9054706 w 12192000"/>
              <a:gd name="connsiteY45" fmla="*/ 278538 h 4939827"/>
              <a:gd name="connsiteX46" fmla="*/ 9070919 w 12192000"/>
              <a:gd name="connsiteY46" fmla="*/ 281810 h 4939827"/>
              <a:gd name="connsiteX47" fmla="*/ 9076813 w 12192000"/>
              <a:gd name="connsiteY47" fmla="*/ 283909 h 4939827"/>
              <a:gd name="connsiteX48" fmla="*/ 9085871 w 12192000"/>
              <a:gd name="connsiteY48" fmla="*/ 285133 h 4939827"/>
              <a:gd name="connsiteX49" fmla="*/ 9086159 w 12192000"/>
              <a:gd name="connsiteY49" fmla="*/ 284887 h 4939827"/>
              <a:gd name="connsiteX50" fmla="*/ 9134606 w 12192000"/>
              <a:gd name="connsiteY50" fmla="*/ 288168 h 4939827"/>
              <a:gd name="connsiteX51" fmla="*/ 9195590 w 12192000"/>
              <a:gd name="connsiteY51" fmla="*/ 279568 h 4939827"/>
              <a:gd name="connsiteX52" fmla="*/ 9219336 w 12192000"/>
              <a:gd name="connsiteY52" fmla="*/ 278133 h 4939827"/>
              <a:gd name="connsiteX53" fmla="*/ 9232362 w 12192000"/>
              <a:gd name="connsiteY53" fmla="*/ 275894 h 4939827"/>
              <a:gd name="connsiteX54" fmla="*/ 9233396 w 12192000"/>
              <a:gd name="connsiteY54" fmla="*/ 274803 h 4939827"/>
              <a:gd name="connsiteX55" fmla="*/ 9256213 w 12192000"/>
              <a:gd name="connsiteY55" fmla="*/ 281576 h 4939827"/>
              <a:gd name="connsiteX56" fmla="*/ 9262377 w 12192000"/>
              <a:gd name="connsiteY56" fmla="*/ 286635 h 4939827"/>
              <a:gd name="connsiteX57" fmla="*/ 9287089 w 12192000"/>
              <a:gd name="connsiteY57" fmla="*/ 303891 h 4939827"/>
              <a:gd name="connsiteX58" fmla="*/ 9371484 w 12192000"/>
              <a:gd name="connsiteY58" fmla="*/ 329634 h 4939827"/>
              <a:gd name="connsiteX59" fmla="*/ 9404829 w 12192000"/>
              <a:gd name="connsiteY59" fmla="*/ 339038 h 4939827"/>
              <a:gd name="connsiteX60" fmla="*/ 9427021 w 12192000"/>
              <a:gd name="connsiteY60" fmla="*/ 358784 h 4939827"/>
              <a:gd name="connsiteX61" fmla="*/ 9670844 w 12192000"/>
              <a:gd name="connsiteY61" fmla="*/ 405128 h 4939827"/>
              <a:gd name="connsiteX62" fmla="*/ 9816083 w 12192000"/>
              <a:gd name="connsiteY62" fmla="*/ 416573 h 4939827"/>
              <a:gd name="connsiteX63" fmla="*/ 9936741 w 12192000"/>
              <a:gd name="connsiteY63" fmla="*/ 437044 h 4939827"/>
              <a:gd name="connsiteX64" fmla="*/ 10050093 w 12192000"/>
              <a:gd name="connsiteY64" fmla="*/ 443783 h 4939827"/>
              <a:gd name="connsiteX65" fmla="*/ 10130090 w 12192000"/>
              <a:gd name="connsiteY65" fmla="*/ 459520 h 4939827"/>
              <a:gd name="connsiteX66" fmla="*/ 10173456 w 12192000"/>
              <a:gd name="connsiteY66" fmla="*/ 457749 h 4939827"/>
              <a:gd name="connsiteX67" fmla="*/ 10218232 w 12192000"/>
              <a:gd name="connsiteY67" fmla="*/ 459820 h 4939827"/>
              <a:gd name="connsiteX68" fmla="*/ 10354176 w 12192000"/>
              <a:gd name="connsiteY68" fmla="*/ 471377 h 4939827"/>
              <a:gd name="connsiteX69" fmla="*/ 10430681 w 12192000"/>
              <a:gd name="connsiteY69" fmla="*/ 481226 h 4939827"/>
              <a:gd name="connsiteX70" fmla="*/ 10478169 w 12192000"/>
              <a:gd name="connsiteY70" fmla="*/ 481774 h 4939827"/>
              <a:gd name="connsiteX71" fmla="*/ 10540907 w 12192000"/>
              <a:gd name="connsiteY71" fmla="*/ 485607 h 4939827"/>
              <a:gd name="connsiteX72" fmla="*/ 10614941 w 12192000"/>
              <a:gd name="connsiteY72" fmla="*/ 487592 h 4939827"/>
              <a:gd name="connsiteX73" fmla="*/ 10674098 w 12192000"/>
              <a:gd name="connsiteY73" fmla="*/ 521656 h 4939827"/>
              <a:gd name="connsiteX74" fmla="*/ 10874834 w 12192000"/>
              <a:gd name="connsiteY74" fmla="*/ 574867 h 4939827"/>
              <a:gd name="connsiteX75" fmla="*/ 10944981 w 12192000"/>
              <a:gd name="connsiteY75" fmla="*/ 615042 h 4939827"/>
              <a:gd name="connsiteX76" fmla="*/ 11006376 w 12192000"/>
              <a:gd name="connsiteY76" fmla="*/ 645957 h 4939827"/>
              <a:gd name="connsiteX77" fmla="*/ 11076308 w 12192000"/>
              <a:gd name="connsiteY77" fmla="*/ 675698 h 4939827"/>
              <a:gd name="connsiteX78" fmla="*/ 11148789 w 12192000"/>
              <a:gd name="connsiteY78" fmla="*/ 685041 h 4939827"/>
              <a:gd name="connsiteX79" fmla="*/ 11249129 w 12192000"/>
              <a:gd name="connsiteY79" fmla="*/ 684218 h 4939827"/>
              <a:gd name="connsiteX80" fmla="*/ 11299915 w 12192000"/>
              <a:gd name="connsiteY80" fmla="*/ 692177 h 4939827"/>
              <a:gd name="connsiteX81" fmla="*/ 11386973 w 12192000"/>
              <a:gd name="connsiteY81" fmla="*/ 708209 h 4939827"/>
              <a:gd name="connsiteX82" fmla="*/ 11500105 w 12192000"/>
              <a:gd name="connsiteY82" fmla="*/ 735014 h 4939827"/>
              <a:gd name="connsiteX83" fmla="*/ 11621735 w 12192000"/>
              <a:gd name="connsiteY83" fmla="*/ 789584 h 4939827"/>
              <a:gd name="connsiteX84" fmla="*/ 11691200 w 12192000"/>
              <a:gd name="connsiteY84" fmla="*/ 867902 h 4939827"/>
              <a:gd name="connsiteX85" fmla="*/ 11819427 w 12192000"/>
              <a:gd name="connsiteY85" fmla="*/ 911634 h 4939827"/>
              <a:gd name="connsiteX86" fmla="*/ 11969720 w 12192000"/>
              <a:gd name="connsiteY86" fmla="*/ 964737 h 4939827"/>
              <a:gd name="connsiteX87" fmla="*/ 12055766 w 12192000"/>
              <a:gd name="connsiteY87" fmla="*/ 991268 h 4939827"/>
              <a:gd name="connsiteX88" fmla="*/ 12171539 w 12192000"/>
              <a:gd name="connsiteY88" fmla="*/ 995427 h 4939827"/>
              <a:gd name="connsiteX89" fmla="*/ 12187831 w 12192000"/>
              <a:gd name="connsiteY89" fmla="*/ 996580 h 4939827"/>
              <a:gd name="connsiteX90" fmla="*/ 12192000 w 12192000"/>
              <a:gd name="connsiteY90" fmla="*/ 996726 h 4939827"/>
              <a:gd name="connsiteX91" fmla="*/ 12192000 w 12192000"/>
              <a:gd name="connsiteY91" fmla="*/ 4939827 h 4939827"/>
              <a:gd name="connsiteX92" fmla="*/ 0 w 12192000"/>
              <a:gd name="connsiteY92" fmla="*/ 4939827 h 4939827"/>
              <a:gd name="connsiteX93" fmla="*/ 0 w 12192000"/>
              <a:gd name="connsiteY93" fmla="*/ 512043 h 4939827"/>
              <a:gd name="connsiteX94" fmla="*/ 7381 w 12192000"/>
              <a:gd name="connsiteY94" fmla="*/ 512580 h 4939827"/>
              <a:gd name="connsiteX95" fmla="*/ 100029 w 12192000"/>
              <a:gd name="connsiteY95" fmla="*/ 504758 h 4939827"/>
              <a:gd name="connsiteX96" fmla="*/ 155244 w 12192000"/>
              <a:gd name="connsiteY96" fmla="*/ 525130 h 4939827"/>
              <a:gd name="connsiteX97" fmla="*/ 254366 w 12192000"/>
              <a:gd name="connsiteY97" fmla="*/ 534449 h 4939827"/>
              <a:gd name="connsiteX98" fmla="*/ 447292 w 12192000"/>
              <a:gd name="connsiteY98" fmla="*/ 542725 h 4939827"/>
              <a:gd name="connsiteX99" fmla="*/ 628105 w 12192000"/>
              <a:gd name="connsiteY99" fmla="*/ 547853 h 4939827"/>
              <a:gd name="connsiteX100" fmla="*/ 783146 w 12192000"/>
              <a:gd name="connsiteY100" fmla="*/ 591799 h 4939827"/>
              <a:gd name="connsiteX101" fmla="*/ 1043676 w 12192000"/>
              <a:gd name="connsiteY101" fmla="*/ 591887 h 4939827"/>
              <a:gd name="connsiteX102" fmla="*/ 1281816 w 12192000"/>
              <a:gd name="connsiteY102" fmla="*/ 520946 h 4939827"/>
              <a:gd name="connsiteX103" fmla="*/ 1486347 w 12192000"/>
              <a:gd name="connsiteY103" fmla="*/ 487310 h 4939827"/>
              <a:gd name="connsiteX104" fmla="*/ 1568079 w 12192000"/>
              <a:gd name="connsiteY104" fmla="*/ 462531 h 4939827"/>
              <a:gd name="connsiteX105" fmla="*/ 1622516 w 12192000"/>
              <a:gd name="connsiteY105" fmla="*/ 466058 h 4939827"/>
              <a:gd name="connsiteX106" fmla="*/ 1655457 w 12192000"/>
              <a:gd name="connsiteY106" fmla="*/ 465359 h 4939827"/>
              <a:gd name="connsiteX107" fmla="*/ 1717454 w 12192000"/>
              <a:gd name="connsiteY107" fmla="*/ 417203 h 4939827"/>
              <a:gd name="connsiteX108" fmla="*/ 1913794 w 12192000"/>
              <a:gd name="connsiteY108" fmla="*/ 365255 h 4939827"/>
              <a:gd name="connsiteX109" fmla="*/ 2129762 w 12192000"/>
              <a:gd name="connsiteY109" fmla="*/ 367832 h 4939827"/>
              <a:gd name="connsiteX110" fmla="*/ 2376970 w 12192000"/>
              <a:gd name="connsiteY110" fmla="*/ 350129 h 4939827"/>
              <a:gd name="connsiteX111" fmla="*/ 2480155 w 12192000"/>
              <a:gd name="connsiteY111" fmla="*/ 359227 h 4939827"/>
              <a:gd name="connsiteX112" fmla="*/ 2586782 w 12192000"/>
              <a:gd name="connsiteY112" fmla="*/ 339352 h 4939827"/>
              <a:gd name="connsiteX113" fmla="*/ 2654496 w 12192000"/>
              <a:gd name="connsiteY113" fmla="*/ 315431 h 4939827"/>
              <a:gd name="connsiteX114" fmla="*/ 2788947 w 12192000"/>
              <a:gd name="connsiteY114" fmla="*/ 250375 h 4939827"/>
              <a:gd name="connsiteX115" fmla="*/ 2885389 w 12192000"/>
              <a:gd name="connsiteY115" fmla="*/ 255259 h 4939827"/>
              <a:gd name="connsiteX116" fmla="*/ 3045916 w 12192000"/>
              <a:gd name="connsiteY116" fmla="*/ 261030 h 4939827"/>
              <a:gd name="connsiteX117" fmla="*/ 3074187 w 12192000"/>
              <a:gd name="connsiteY117" fmla="*/ 243226 h 4939827"/>
              <a:gd name="connsiteX118" fmla="*/ 3103677 w 12192000"/>
              <a:gd name="connsiteY118" fmla="*/ 209527 h 4939827"/>
              <a:gd name="connsiteX119" fmla="*/ 3126759 w 12192000"/>
              <a:gd name="connsiteY119" fmla="*/ 211226 h 4939827"/>
              <a:gd name="connsiteX120" fmla="*/ 3164020 w 12192000"/>
              <a:gd name="connsiteY120" fmla="*/ 212779 h 4939827"/>
              <a:gd name="connsiteX121" fmla="*/ 3285019 w 12192000"/>
              <a:gd name="connsiteY121" fmla="*/ 220535 h 4939827"/>
              <a:gd name="connsiteX122" fmla="*/ 3365154 w 12192000"/>
              <a:gd name="connsiteY122" fmla="*/ 226416 h 4939827"/>
              <a:gd name="connsiteX123" fmla="*/ 3367507 w 12192000"/>
              <a:gd name="connsiteY123" fmla="*/ 225416 h 4939827"/>
              <a:gd name="connsiteX124" fmla="*/ 3387567 w 12192000"/>
              <a:gd name="connsiteY124" fmla="*/ 227103 h 4939827"/>
              <a:gd name="connsiteX125" fmla="*/ 3424753 w 12192000"/>
              <a:gd name="connsiteY125" fmla="*/ 244380 h 4939827"/>
              <a:gd name="connsiteX126" fmla="*/ 3498001 w 12192000"/>
              <a:gd name="connsiteY126" fmla="*/ 231941 h 4939827"/>
              <a:gd name="connsiteX127" fmla="*/ 3561557 w 12192000"/>
              <a:gd name="connsiteY127" fmla="*/ 228095 h 4939827"/>
              <a:gd name="connsiteX128" fmla="*/ 3611920 w 12192000"/>
              <a:gd name="connsiteY128" fmla="*/ 218094 h 4939827"/>
              <a:gd name="connsiteX129" fmla="*/ 3620528 w 12192000"/>
              <a:gd name="connsiteY129" fmla="*/ 218788 h 4939827"/>
              <a:gd name="connsiteX130" fmla="*/ 3620766 w 12192000"/>
              <a:gd name="connsiteY130" fmla="*/ 218511 h 4939827"/>
              <a:gd name="connsiteX131" fmla="*/ 3629977 w 12192000"/>
              <a:gd name="connsiteY131" fmla="*/ 218664 h 4939827"/>
              <a:gd name="connsiteX132" fmla="*/ 3636217 w 12192000"/>
              <a:gd name="connsiteY132" fmla="*/ 220048 h 4939827"/>
              <a:gd name="connsiteX133" fmla="*/ 3709484 w 12192000"/>
              <a:gd name="connsiteY133" fmla="*/ 186927 h 4939827"/>
              <a:gd name="connsiteX134" fmla="*/ 3761342 w 12192000"/>
              <a:gd name="connsiteY134" fmla="*/ 177474 h 4939827"/>
              <a:gd name="connsiteX135" fmla="*/ 3799748 w 12192000"/>
              <a:gd name="connsiteY135" fmla="*/ 167154 h 4939827"/>
              <a:gd name="connsiteX136" fmla="*/ 3812225 w 12192000"/>
              <a:gd name="connsiteY136" fmla="*/ 189020 h 4939827"/>
              <a:gd name="connsiteX137" fmla="*/ 3864537 w 12192000"/>
              <a:gd name="connsiteY137" fmla="*/ 200742 h 4939827"/>
              <a:gd name="connsiteX138" fmla="*/ 4028476 w 12192000"/>
              <a:gd name="connsiteY138" fmla="*/ 223679 h 4939827"/>
              <a:gd name="connsiteX139" fmla="*/ 4191582 w 12192000"/>
              <a:gd name="connsiteY139" fmla="*/ 238952 h 4939827"/>
              <a:gd name="connsiteX140" fmla="*/ 4251024 w 12192000"/>
              <a:gd name="connsiteY140" fmla="*/ 240874 h 4939827"/>
              <a:gd name="connsiteX141" fmla="*/ 4355275 w 12192000"/>
              <a:gd name="connsiteY141" fmla="*/ 260205 h 4939827"/>
              <a:gd name="connsiteX142" fmla="*/ 4423807 w 12192000"/>
              <a:gd name="connsiteY142" fmla="*/ 270366 h 4939827"/>
              <a:gd name="connsiteX143" fmla="*/ 4558432 w 12192000"/>
              <a:gd name="connsiteY143" fmla="*/ 269194 h 4939827"/>
              <a:gd name="connsiteX144" fmla="*/ 4635061 w 12192000"/>
              <a:gd name="connsiteY144" fmla="*/ 280682 h 4939827"/>
              <a:gd name="connsiteX145" fmla="*/ 4807427 w 12192000"/>
              <a:gd name="connsiteY145" fmla="*/ 276835 h 4939827"/>
              <a:gd name="connsiteX146" fmla="*/ 5028933 w 12192000"/>
              <a:gd name="connsiteY146" fmla="*/ 183887 h 4939827"/>
              <a:gd name="connsiteX147" fmla="*/ 5093642 w 12192000"/>
              <a:gd name="connsiteY147" fmla="*/ 177214 h 4939827"/>
              <a:gd name="connsiteX148" fmla="*/ 5102642 w 12192000"/>
              <a:gd name="connsiteY148" fmla="*/ 186816 h 4939827"/>
              <a:gd name="connsiteX149" fmla="*/ 5193590 w 12192000"/>
              <a:gd name="connsiteY149" fmla="*/ 136361 h 4939827"/>
              <a:gd name="connsiteX150" fmla="*/ 5323922 w 12192000"/>
              <a:gd name="connsiteY150" fmla="*/ 146332 h 4939827"/>
              <a:gd name="connsiteX151" fmla="*/ 5421860 w 12192000"/>
              <a:gd name="connsiteY151" fmla="*/ 167298 h 4939827"/>
              <a:gd name="connsiteX152" fmla="*/ 5476948 w 12192000"/>
              <a:gd name="connsiteY152" fmla="*/ 173249 h 4939827"/>
              <a:gd name="connsiteX153" fmla="*/ 5516842 w 12192000"/>
              <a:gd name="connsiteY153" fmla="*/ 184018 h 4939827"/>
              <a:gd name="connsiteX154" fmla="*/ 5619415 w 12192000"/>
              <a:gd name="connsiteY154" fmla="*/ 176781 h 4939827"/>
              <a:gd name="connsiteX155" fmla="*/ 5789867 w 12192000"/>
              <a:gd name="connsiteY155" fmla="*/ 150304 h 4939827"/>
              <a:gd name="connsiteX156" fmla="*/ 5825953 w 12192000"/>
              <a:gd name="connsiteY156" fmla="*/ 147907 h 4939827"/>
              <a:gd name="connsiteX157" fmla="*/ 5856168 w 12192000"/>
              <a:gd name="connsiteY157" fmla="*/ 158719 h 4939827"/>
              <a:gd name="connsiteX158" fmla="*/ 5862476 w 12192000"/>
              <a:gd name="connsiteY158" fmla="*/ 172447 h 4939827"/>
              <a:gd name="connsiteX159" fmla="*/ 5882195 w 12192000"/>
              <a:gd name="connsiteY159" fmla="*/ 173195 h 4939827"/>
              <a:gd name="connsiteX160" fmla="*/ 5887271 w 12192000"/>
              <a:gd name="connsiteY160" fmla="*/ 176084 h 4939827"/>
              <a:gd name="connsiteX161" fmla="*/ 5916552 w 12192000"/>
              <a:gd name="connsiteY161" fmla="*/ 189955 h 4939827"/>
              <a:gd name="connsiteX162" fmla="*/ 5983240 w 12192000"/>
              <a:gd name="connsiteY162" fmla="*/ 152755 h 4939827"/>
              <a:gd name="connsiteX163" fmla="*/ 6152287 w 12192000"/>
              <a:gd name="connsiteY163" fmla="*/ 116736 h 4939827"/>
              <a:gd name="connsiteX164" fmla="*/ 6415830 w 12192000"/>
              <a:gd name="connsiteY164" fmla="*/ 136006 h 4939827"/>
              <a:gd name="connsiteX165" fmla="*/ 6756965 w 12192000"/>
              <a:gd name="connsiteY165" fmla="*/ 57636 h 4939827"/>
              <a:gd name="connsiteX166" fmla="*/ 6965101 w 12192000"/>
              <a:gd name="connsiteY166" fmla="*/ 25718 h 4939827"/>
              <a:gd name="connsiteX167" fmla="*/ 6986370 w 12192000"/>
              <a:gd name="connsiteY167" fmla="*/ 12659 h 4939827"/>
              <a:gd name="connsiteX168" fmla="*/ 6989536 w 12192000"/>
              <a:gd name="connsiteY168" fmla="*/ 14528 h 4939827"/>
              <a:gd name="connsiteX169" fmla="*/ 7015933 w 12192000"/>
              <a:gd name="connsiteY169" fmla="*/ 9653 h 4939827"/>
              <a:gd name="connsiteX170" fmla="*/ 7020592 w 12192000"/>
              <a:gd name="connsiteY170" fmla="*/ 1651 h 4939827"/>
              <a:gd name="connsiteX171" fmla="*/ 7025905 w 12192000"/>
              <a:gd name="connsiteY171" fmla="*/ 0 h 4939827"/>
              <a:gd name="connsiteX0" fmla="*/ 7025905 w 12192000"/>
              <a:gd name="connsiteY0" fmla="*/ 0 h 4939827"/>
              <a:gd name="connsiteX1" fmla="*/ 7032579 w 12192000"/>
              <a:gd name="connsiteY1" fmla="*/ 2808 h 4939827"/>
              <a:gd name="connsiteX2" fmla="*/ 7079505 w 12192000"/>
              <a:gd name="connsiteY2" fmla="*/ 12971 h 4939827"/>
              <a:gd name="connsiteX3" fmla="*/ 7158791 w 12192000"/>
              <a:gd name="connsiteY3" fmla="*/ 12462 h 4939827"/>
              <a:gd name="connsiteX4" fmla="*/ 7233338 w 12192000"/>
              <a:gd name="connsiteY4" fmla="*/ 24846 h 4939827"/>
              <a:gd name="connsiteX5" fmla="*/ 7259791 w 12192000"/>
              <a:gd name="connsiteY5" fmla="*/ 29557 h 4939827"/>
              <a:gd name="connsiteX6" fmla="*/ 7263923 w 12192000"/>
              <a:gd name="connsiteY6" fmla="*/ 35029 h 4939827"/>
              <a:gd name="connsiteX7" fmla="*/ 7281549 w 12192000"/>
              <a:gd name="connsiteY7" fmla="*/ 39654 h 4939827"/>
              <a:gd name="connsiteX8" fmla="*/ 7374735 w 12192000"/>
              <a:gd name="connsiteY8" fmla="*/ 65326 h 4939827"/>
              <a:gd name="connsiteX9" fmla="*/ 7376078 w 12192000"/>
              <a:gd name="connsiteY9" fmla="*/ 63849 h 4939827"/>
              <a:gd name="connsiteX10" fmla="*/ 7402026 w 12192000"/>
              <a:gd name="connsiteY10" fmla="*/ 60308 h 4939827"/>
              <a:gd name="connsiteX11" fmla="*/ 7415091 w 12192000"/>
              <a:gd name="connsiteY11" fmla="*/ 77403 h 4939827"/>
              <a:gd name="connsiteX12" fmla="*/ 7443464 w 12192000"/>
              <a:gd name="connsiteY12" fmla="*/ 68367 h 4939827"/>
              <a:gd name="connsiteX13" fmla="*/ 7588044 w 12192000"/>
              <a:gd name="connsiteY13" fmla="*/ 110756 h 4939827"/>
              <a:gd name="connsiteX14" fmla="*/ 7732750 w 12192000"/>
              <a:gd name="connsiteY14" fmla="*/ 145456 h 4939827"/>
              <a:gd name="connsiteX15" fmla="*/ 7785900 w 12192000"/>
              <a:gd name="connsiteY15" fmla="*/ 154493 h 4939827"/>
              <a:gd name="connsiteX16" fmla="*/ 7877301 w 12192000"/>
              <a:gd name="connsiteY16" fmla="*/ 186153 h 4939827"/>
              <a:gd name="connsiteX17" fmla="*/ 7952584 w 12192000"/>
              <a:gd name="connsiteY17" fmla="*/ 170181 h 4939827"/>
              <a:gd name="connsiteX18" fmla="*/ 8009534 w 12192000"/>
              <a:gd name="connsiteY18" fmla="*/ 176441 h 4939827"/>
              <a:gd name="connsiteX19" fmla="*/ 8058681 w 12192000"/>
              <a:gd name="connsiteY19" fmla="*/ 219431 h 4939827"/>
              <a:gd name="connsiteX20" fmla="*/ 8126175 w 12192000"/>
              <a:gd name="connsiteY20" fmla="*/ 240005 h 4939827"/>
              <a:gd name="connsiteX21" fmla="*/ 8166439 w 12192000"/>
              <a:gd name="connsiteY21" fmla="*/ 252699 h 4939827"/>
              <a:gd name="connsiteX22" fmla="*/ 8281371 w 12192000"/>
              <a:gd name="connsiteY22" fmla="*/ 256875 h 4939827"/>
              <a:gd name="connsiteX23" fmla="*/ 8381609 w 12192000"/>
              <a:gd name="connsiteY23" fmla="*/ 240618 h 4939827"/>
              <a:gd name="connsiteX24" fmla="*/ 8406759 w 12192000"/>
              <a:gd name="connsiteY24" fmla="*/ 232517 h 4939827"/>
              <a:gd name="connsiteX25" fmla="*/ 8426506 w 12192000"/>
              <a:gd name="connsiteY25" fmla="*/ 241842 h 4939827"/>
              <a:gd name="connsiteX26" fmla="*/ 8427949 w 12192000"/>
              <a:gd name="connsiteY26" fmla="*/ 240981 h 4939827"/>
              <a:gd name="connsiteX27" fmla="*/ 8441468 w 12192000"/>
              <a:gd name="connsiteY27" fmla="*/ 241157 h 4939827"/>
              <a:gd name="connsiteX28" fmla="*/ 8565757 w 12192000"/>
              <a:gd name="connsiteY28" fmla="*/ 255317 h 4939827"/>
              <a:gd name="connsiteX29" fmla="*/ 8573171 w 12192000"/>
              <a:gd name="connsiteY29" fmla="*/ 258426 h 4939827"/>
              <a:gd name="connsiteX30" fmla="*/ 8573548 w 12192000"/>
              <a:gd name="connsiteY30" fmla="*/ 258241 h 4939827"/>
              <a:gd name="connsiteX31" fmla="*/ 8581827 w 12192000"/>
              <a:gd name="connsiteY31" fmla="*/ 261028 h 4939827"/>
              <a:gd name="connsiteX32" fmla="*/ 8586687 w 12192000"/>
              <a:gd name="connsiteY32" fmla="*/ 264089 h 4939827"/>
              <a:gd name="connsiteX33" fmla="*/ 8601067 w 12192000"/>
              <a:gd name="connsiteY33" fmla="*/ 270114 h 4939827"/>
              <a:gd name="connsiteX34" fmla="*/ 8672650 w 12192000"/>
              <a:gd name="connsiteY34" fmla="*/ 254821 h 4939827"/>
              <a:gd name="connsiteX35" fmla="*/ 8785543 w 12192000"/>
              <a:gd name="connsiteY35" fmla="*/ 263406 h 4939827"/>
              <a:gd name="connsiteX36" fmla="*/ 8830588 w 12192000"/>
              <a:gd name="connsiteY36" fmla="*/ 265483 h 4939827"/>
              <a:gd name="connsiteX37" fmla="*/ 8905142 w 12192000"/>
              <a:gd name="connsiteY37" fmla="*/ 264958 h 4939827"/>
              <a:gd name="connsiteX38" fmla="*/ 8968582 w 12192000"/>
              <a:gd name="connsiteY38" fmla="*/ 262728 h 4939827"/>
              <a:gd name="connsiteX39" fmla="*/ 8972994 w 12192000"/>
              <a:gd name="connsiteY39" fmla="*/ 263284 h 4939827"/>
              <a:gd name="connsiteX40" fmla="*/ 9004605 w 12192000"/>
              <a:gd name="connsiteY40" fmla="*/ 258041 h 4939827"/>
              <a:gd name="connsiteX41" fmla="*/ 9016165 w 12192000"/>
              <a:gd name="connsiteY41" fmla="*/ 261258 h 4939827"/>
              <a:gd name="connsiteX42" fmla="*/ 9043297 w 12192000"/>
              <a:gd name="connsiteY42" fmla="*/ 281547 h 4939827"/>
              <a:gd name="connsiteX43" fmla="*/ 9048315 w 12192000"/>
              <a:gd name="connsiteY43" fmla="*/ 279264 h 4939827"/>
              <a:gd name="connsiteX44" fmla="*/ 9054706 w 12192000"/>
              <a:gd name="connsiteY44" fmla="*/ 278538 h 4939827"/>
              <a:gd name="connsiteX45" fmla="*/ 9070919 w 12192000"/>
              <a:gd name="connsiteY45" fmla="*/ 281810 h 4939827"/>
              <a:gd name="connsiteX46" fmla="*/ 9076813 w 12192000"/>
              <a:gd name="connsiteY46" fmla="*/ 283909 h 4939827"/>
              <a:gd name="connsiteX47" fmla="*/ 9085871 w 12192000"/>
              <a:gd name="connsiteY47" fmla="*/ 285133 h 4939827"/>
              <a:gd name="connsiteX48" fmla="*/ 9086159 w 12192000"/>
              <a:gd name="connsiteY48" fmla="*/ 284887 h 4939827"/>
              <a:gd name="connsiteX49" fmla="*/ 9134606 w 12192000"/>
              <a:gd name="connsiteY49" fmla="*/ 288168 h 4939827"/>
              <a:gd name="connsiteX50" fmla="*/ 9195590 w 12192000"/>
              <a:gd name="connsiteY50" fmla="*/ 279568 h 4939827"/>
              <a:gd name="connsiteX51" fmla="*/ 9219336 w 12192000"/>
              <a:gd name="connsiteY51" fmla="*/ 278133 h 4939827"/>
              <a:gd name="connsiteX52" fmla="*/ 9232362 w 12192000"/>
              <a:gd name="connsiteY52" fmla="*/ 275894 h 4939827"/>
              <a:gd name="connsiteX53" fmla="*/ 9233396 w 12192000"/>
              <a:gd name="connsiteY53" fmla="*/ 274803 h 4939827"/>
              <a:gd name="connsiteX54" fmla="*/ 9256213 w 12192000"/>
              <a:gd name="connsiteY54" fmla="*/ 281576 h 4939827"/>
              <a:gd name="connsiteX55" fmla="*/ 9262377 w 12192000"/>
              <a:gd name="connsiteY55" fmla="*/ 286635 h 4939827"/>
              <a:gd name="connsiteX56" fmla="*/ 9287089 w 12192000"/>
              <a:gd name="connsiteY56" fmla="*/ 303891 h 4939827"/>
              <a:gd name="connsiteX57" fmla="*/ 9371484 w 12192000"/>
              <a:gd name="connsiteY57" fmla="*/ 329634 h 4939827"/>
              <a:gd name="connsiteX58" fmla="*/ 9404829 w 12192000"/>
              <a:gd name="connsiteY58" fmla="*/ 339038 h 4939827"/>
              <a:gd name="connsiteX59" fmla="*/ 9427021 w 12192000"/>
              <a:gd name="connsiteY59" fmla="*/ 358784 h 4939827"/>
              <a:gd name="connsiteX60" fmla="*/ 9670844 w 12192000"/>
              <a:gd name="connsiteY60" fmla="*/ 405128 h 4939827"/>
              <a:gd name="connsiteX61" fmla="*/ 9816083 w 12192000"/>
              <a:gd name="connsiteY61" fmla="*/ 416573 h 4939827"/>
              <a:gd name="connsiteX62" fmla="*/ 9936741 w 12192000"/>
              <a:gd name="connsiteY62" fmla="*/ 437044 h 4939827"/>
              <a:gd name="connsiteX63" fmla="*/ 10050093 w 12192000"/>
              <a:gd name="connsiteY63" fmla="*/ 443783 h 4939827"/>
              <a:gd name="connsiteX64" fmla="*/ 10130090 w 12192000"/>
              <a:gd name="connsiteY64" fmla="*/ 459520 h 4939827"/>
              <a:gd name="connsiteX65" fmla="*/ 10173456 w 12192000"/>
              <a:gd name="connsiteY65" fmla="*/ 457749 h 4939827"/>
              <a:gd name="connsiteX66" fmla="*/ 10218232 w 12192000"/>
              <a:gd name="connsiteY66" fmla="*/ 459820 h 4939827"/>
              <a:gd name="connsiteX67" fmla="*/ 10354176 w 12192000"/>
              <a:gd name="connsiteY67" fmla="*/ 471377 h 4939827"/>
              <a:gd name="connsiteX68" fmla="*/ 10430681 w 12192000"/>
              <a:gd name="connsiteY68" fmla="*/ 481226 h 4939827"/>
              <a:gd name="connsiteX69" fmla="*/ 10478169 w 12192000"/>
              <a:gd name="connsiteY69" fmla="*/ 481774 h 4939827"/>
              <a:gd name="connsiteX70" fmla="*/ 10540907 w 12192000"/>
              <a:gd name="connsiteY70" fmla="*/ 485607 h 4939827"/>
              <a:gd name="connsiteX71" fmla="*/ 10614941 w 12192000"/>
              <a:gd name="connsiteY71" fmla="*/ 487592 h 4939827"/>
              <a:gd name="connsiteX72" fmla="*/ 10674098 w 12192000"/>
              <a:gd name="connsiteY72" fmla="*/ 521656 h 4939827"/>
              <a:gd name="connsiteX73" fmla="*/ 10874834 w 12192000"/>
              <a:gd name="connsiteY73" fmla="*/ 574867 h 4939827"/>
              <a:gd name="connsiteX74" fmla="*/ 10944981 w 12192000"/>
              <a:gd name="connsiteY74" fmla="*/ 615042 h 4939827"/>
              <a:gd name="connsiteX75" fmla="*/ 11006376 w 12192000"/>
              <a:gd name="connsiteY75" fmla="*/ 645957 h 4939827"/>
              <a:gd name="connsiteX76" fmla="*/ 11076308 w 12192000"/>
              <a:gd name="connsiteY76" fmla="*/ 675698 h 4939827"/>
              <a:gd name="connsiteX77" fmla="*/ 11148789 w 12192000"/>
              <a:gd name="connsiteY77" fmla="*/ 685041 h 4939827"/>
              <a:gd name="connsiteX78" fmla="*/ 11249129 w 12192000"/>
              <a:gd name="connsiteY78" fmla="*/ 684218 h 4939827"/>
              <a:gd name="connsiteX79" fmla="*/ 11299915 w 12192000"/>
              <a:gd name="connsiteY79" fmla="*/ 692177 h 4939827"/>
              <a:gd name="connsiteX80" fmla="*/ 11386973 w 12192000"/>
              <a:gd name="connsiteY80" fmla="*/ 708209 h 4939827"/>
              <a:gd name="connsiteX81" fmla="*/ 11500105 w 12192000"/>
              <a:gd name="connsiteY81" fmla="*/ 735014 h 4939827"/>
              <a:gd name="connsiteX82" fmla="*/ 11621735 w 12192000"/>
              <a:gd name="connsiteY82" fmla="*/ 789584 h 4939827"/>
              <a:gd name="connsiteX83" fmla="*/ 11691200 w 12192000"/>
              <a:gd name="connsiteY83" fmla="*/ 867902 h 4939827"/>
              <a:gd name="connsiteX84" fmla="*/ 11819427 w 12192000"/>
              <a:gd name="connsiteY84" fmla="*/ 911634 h 4939827"/>
              <a:gd name="connsiteX85" fmla="*/ 11969720 w 12192000"/>
              <a:gd name="connsiteY85" fmla="*/ 964737 h 4939827"/>
              <a:gd name="connsiteX86" fmla="*/ 12055766 w 12192000"/>
              <a:gd name="connsiteY86" fmla="*/ 991268 h 4939827"/>
              <a:gd name="connsiteX87" fmla="*/ 12171539 w 12192000"/>
              <a:gd name="connsiteY87" fmla="*/ 995427 h 4939827"/>
              <a:gd name="connsiteX88" fmla="*/ 12187831 w 12192000"/>
              <a:gd name="connsiteY88" fmla="*/ 996580 h 4939827"/>
              <a:gd name="connsiteX89" fmla="*/ 12192000 w 12192000"/>
              <a:gd name="connsiteY89" fmla="*/ 996726 h 4939827"/>
              <a:gd name="connsiteX90" fmla="*/ 12192000 w 12192000"/>
              <a:gd name="connsiteY90" fmla="*/ 4939827 h 4939827"/>
              <a:gd name="connsiteX91" fmla="*/ 0 w 12192000"/>
              <a:gd name="connsiteY91" fmla="*/ 4939827 h 4939827"/>
              <a:gd name="connsiteX92" fmla="*/ 0 w 12192000"/>
              <a:gd name="connsiteY92" fmla="*/ 512043 h 4939827"/>
              <a:gd name="connsiteX93" fmla="*/ 7381 w 12192000"/>
              <a:gd name="connsiteY93" fmla="*/ 512580 h 4939827"/>
              <a:gd name="connsiteX94" fmla="*/ 100029 w 12192000"/>
              <a:gd name="connsiteY94" fmla="*/ 504758 h 4939827"/>
              <a:gd name="connsiteX95" fmla="*/ 155244 w 12192000"/>
              <a:gd name="connsiteY95" fmla="*/ 525130 h 4939827"/>
              <a:gd name="connsiteX96" fmla="*/ 254366 w 12192000"/>
              <a:gd name="connsiteY96" fmla="*/ 534449 h 4939827"/>
              <a:gd name="connsiteX97" fmla="*/ 447292 w 12192000"/>
              <a:gd name="connsiteY97" fmla="*/ 542725 h 4939827"/>
              <a:gd name="connsiteX98" fmla="*/ 628105 w 12192000"/>
              <a:gd name="connsiteY98" fmla="*/ 547853 h 4939827"/>
              <a:gd name="connsiteX99" fmla="*/ 783146 w 12192000"/>
              <a:gd name="connsiteY99" fmla="*/ 591799 h 4939827"/>
              <a:gd name="connsiteX100" fmla="*/ 1043676 w 12192000"/>
              <a:gd name="connsiteY100" fmla="*/ 591887 h 4939827"/>
              <a:gd name="connsiteX101" fmla="*/ 1281816 w 12192000"/>
              <a:gd name="connsiteY101" fmla="*/ 520946 h 4939827"/>
              <a:gd name="connsiteX102" fmla="*/ 1486347 w 12192000"/>
              <a:gd name="connsiteY102" fmla="*/ 487310 h 4939827"/>
              <a:gd name="connsiteX103" fmla="*/ 1568079 w 12192000"/>
              <a:gd name="connsiteY103" fmla="*/ 462531 h 4939827"/>
              <a:gd name="connsiteX104" fmla="*/ 1622516 w 12192000"/>
              <a:gd name="connsiteY104" fmla="*/ 466058 h 4939827"/>
              <a:gd name="connsiteX105" fmla="*/ 1655457 w 12192000"/>
              <a:gd name="connsiteY105" fmla="*/ 465359 h 4939827"/>
              <a:gd name="connsiteX106" fmla="*/ 1717454 w 12192000"/>
              <a:gd name="connsiteY106" fmla="*/ 417203 h 4939827"/>
              <a:gd name="connsiteX107" fmla="*/ 1913794 w 12192000"/>
              <a:gd name="connsiteY107" fmla="*/ 365255 h 4939827"/>
              <a:gd name="connsiteX108" fmla="*/ 2129762 w 12192000"/>
              <a:gd name="connsiteY108" fmla="*/ 367832 h 4939827"/>
              <a:gd name="connsiteX109" fmla="*/ 2376970 w 12192000"/>
              <a:gd name="connsiteY109" fmla="*/ 350129 h 4939827"/>
              <a:gd name="connsiteX110" fmla="*/ 2480155 w 12192000"/>
              <a:gd name="connsiteY110" fmla="*/ 359227 h 4939827"/>
              <a:gd name="connsiteX111" fmla="*/ 2586782 w 12192000"/>
              <a:gd name="connsiteY111" fmla="*/ 339352 h 4939827"/>
              <a:gd name="connsiteX112" fmla="*/ 2654496 w 12192000"/>
              <a:gd name="connsiteY112" fmla="*/ 315431 h 4939827"/>
              <a:gd name="connsiteX113" fmla="*/ 2788947 w 12192000"/>
              <a:gd name="connsiteY113" fmla="*/ 250375 h 4939827"/>
              <a:gd name="connsiteX114" fmla="*/ 2885389 w 12192000"/>
              <a:gd name="connsiteY114" fmla="*/ 255259 h 4939827"/>
              <a:gd name="connsiteX115" fmla="*/ 3045916 w 12192000"/>
              <a:gd name="connsiteY115" fmla="*/ 261030 h 4939827"/>
              <a:gd name="connsiteX116" fmla="*/ 3074187 w 12192000"/>
              <a:gd name="connsiteY116" fmla="*/ 243226 h 4939827"/>
              <a:gd name="connsiteX117" fmla="*/ 3103677 w 12192000"/>
              <a:gd name="connsiteY117" fmla="*/ 209527 h 4939827"/>
              <a:gd name="connsiteX118" fmla="*/ 3126759 w 12192000"/>
              <a:gd name="connsiteY118" fmla="*/ 211226 h 4939827"/>
              <a:gd name="connsiteX119" fmla="*/ 3164020 w 12192000"/>
              <a:gd name="connsiteY119" fmla="*/ 212779 h 4939827"/>
              <a:gd name="connsiteX120" fmla="*/ 3285019 w 12192000"/>
              <a:gd name="connsiteY120" fmla="*/ 220535 h 4939827"/>
              <a:gd name="connsiteX121" fmla="*/ 3365154 w 12192000"/>
              <a:gd name="connsiteY121" fmla="*/ 226416 h 4939827"/>
              <a:gd name="connsiteX122" fmla="*/ 3367507 w 12192000"/>
              <a:gd name="connsiteY122" fmla="*/ 225416 h 4939827"/>
              <a:gd name="connsiteX123" fmla="*/ 3387567 w 12192000"/>
              <a:gd name="connsiteY123" fmla="*/ 227103 h 4939827"/>
              <a:gd name="connsiteX124" fmla="*/ 3424753 w 12192000"/>
              <a:gd name="connsiteY124" fmla="*/ 244380 h 4939827"/>
              <a:gd name="connsiteX125" fmla="*/ 3498001 w 12192000"/>
              <a:gd name="connsiteY125" fmla="*/ 231941 h 4939827"/>
              <a:gd name="connsiteX126" fmla="*/ 3561557 w 12192000"/>
              <a:gd name="connsiteY126" fmla="*/ 228095 h 4939827"/>
              <a:gd name="connsiteX127" fmla="*/ 3611920 w 12192000"/>
              <a:gd name="connsiteY127" fmla="*/ 218094 h 4939827"/>
              <a:gd name="connsiteX128" fmla="*/ 3620528 w 12192000"/>
              <a:gd name="connsiteY128" fmla="*/ 218788 h 4939827"/>
              <a:gd name="connsiteX129" fmla="*/ 3620766 w 12192000"/>
              <a:gd name="connsiteY129" fmla="*/ 218511 h 4939827"/>
              <a:gd name="connsiteX130" fmla="*/ 3629977 w 12192000"/>
              <a:gd name="connsiteY130" fmla="*/ 218664 h 4939827"/>
              <a:gd name="connsiteX131" fmla="*/ 3636217 w 12192000"/>
              <a:gd name="connsiteY131" fmla="*/ 220048 h 4939827"/>
              <a:gd name="connsiteX132" fmla="*/ 3709484 w 12192000"/>
              <a:gd name="connsiteY132" fmla="*/ 186927 h 4939827"/>
              <a:gd name="connsiteX133" fmla="*/ 3761342 w 12192000"/>
              <a:gd name="connsiteY133" fmla="*/ 177474 h 4939827"/>
              <a:gd name="connsiteX134" fmla="*/ 3799748 w 12192000"/>
              <a:gd name="connsiteY134" fmla="*/ 167154 h 4939827"/>
              <a:gd name="connsiteX135" fmla="*/ 3812225 w 12192000"/>
              <a:gd name="connsiteY135" fmla="*/ 189020 h 4939827"/>
              <a:gd name="connsiteX136" fmla="*/ 3864537 w 12192000"/>
              <a:gd name="connsiteY136" fmla="*/ 200742 h 4939827"/>
              <a:gd name="connsiteX137" fmla="*/ 4028476 w 12192000"/>
              <a:gd name="connsiteY137" fmla="*/ 223679 h 4939827"/>
              <a:gd name="connsiteX138" fmla="*/ 4191582 w 12192000"/>
              <a:gd name="connsiteY138" fmla="*/ 238952 h 4939827"/>
              <a:gd name="connsiteX139" fmla="*/ 4251024 w 12192000"/>
              <a:gd name="connsiteY139" fmla="*/ 240874 h 4939827"/>
              <a:gd name="connsiteX140" fmla="*/ 4355275 w 12192000"/>
              <a:gd name="connsiteY140" fmla="*/ 260205 h 4939827"/>
              <a:gd name="connsiteX141" fmla="*/ 4423807 w 12192000"/>
              <a:gd name="connsiteY141" fmla="*/ 270366 h 4939827"/>
              <a:gd name="connsiteX142" fmla="*/ 4558432 w 12192000"/>
              <a:gd name="connsiteY142" fmla="*/ 269194 h 4939827"/>
              <a:gd name="connsiteX143" fmla="*/ 4635061 w 12192000"/>
              <a:gd name="connsiteY143" fmla="*/ 280682 h 4939827"/>
              <a:gd name="connsiteX144" fmla="*/ 4807427 w 12192000"/>
              <a:gd name="connsiteY144" fmla="*/ 276835 h 4939827"/>
              <a:gd name="connsiteX145" fmla="*/ 5028933 w 12192000"/>
              <a:gd name="connsiteY145" fmla="*/ 183887 h 4939827"/>
              <a:gd name="connsiteX146" fmla="*/ 5093642 w 12192000"/>
              <a:gd name="connsiteY146" fmla="*/ 177214 h 4939827"/>
              <a:gd name="connsiteX147" fmla="*/ 5102642 w 12192000"/>
              <a:gd name="connsiteY147" fmla="*/ 186816 h 4939827"/>
              <a:gd name="connsiteX148" fmla="*/ 5193590 w 12192000"/>
              <a:gd name="connsiteY148" fmla="*/ 136361 h 4939827"/>
              <a:gd name="connsiteX149" fmla="*/ 5323922 w 12192000"/>
              <a:gd name="connsiteY149" fmla="*/ 146332 h 4939827"/>
              <a:gd name="connsiteX150" fmla="*/ 5421860 w 12192000"/>
              <a:gd name="connsiteY150" fmla="*/ 167298 h 4939827"/>
              <a:gd name="connsiteX151" fmla="*/ 5476948 w 12192000"/>
              <a:gd name="connsiteY151" fmla="*/ 173249 h 4939827"/>
              <a:gd name="connsiteX152" fmla="*/ 5516842 w 12192000"/>
              <a:gd name="connsiteY152" fmla="*/ 184018 h 4939827"/>
              <a:gd name="connsiteX153" fmla="*/ 5619415 w 12192000"/>
              <a:gd name="connsiteY153" fmla="*/ 176781 h 4939827"/>
              <a:gd name="connsiteX154" fmla="*/ 5789867 w 12192000"/>
              <a:gd name="connsiteY154" fmla="*/ 150304 h 4939827"/>
              <a:gd name="connsiteX155" fmla="*/ 5825953 w 12192000"/>
              <a:gd name="connsiteY155" fmla="*/ 147907 h 4939827"/>
              <a:gd name="connsiteX156" fmla="*/ 5856168 w 12192000"/>
              <a:gd name="connsiteY156" fmla="*/ 158719 h 4939827"/>
              <a:gd name="connsiteX157" fmla="*/ 5862476 w 12192000"/>
              <a:gd name="connsiteY157" fmla="*/ 172447 h 4939827"/>
              <a:gd name="connsiteX158" fmla="*/ 5882195 w 12192000"/>
              <a:gd name="connsiteY158" fmla="*/ 173195 h 4939827"/>
              <a:gd name="connsiteX159" fmla="*/ 5887271 w 12192000"/>
              <a:gd name="connsiteY159" fmla="*/ 176084 h 4939827"/>
              <a:gd name="connsiteX160" fmla="*/ 5916552 w 12192000"/>
              <a:gd name="connsiteY160" fmla="*/ 189955 h 4939827"/>
              <a:gd name="connsiteX161" fmla="*/ 5983240 w 12192000"/>
              <a:gd name="connsiteY161" fmla="*/ 152755 h 4939827"/>
              <a:gd name="connsiteX162" fmla="*/ 6152287 w 12192000"/>
              <a:gd name="connsiteY162" fmla="*/ 116736 h 4939827"/>
              <a:gd name="connsiteX163" fmla="*/ 6415830 w 12192000"/>
              <a:gd name="connsiteY163" fmla="*/ 136006 h 4939827"/>
              <a:gd name="connsiteX164" fmla="*/ 6756965 w 12192000"/>
              <a:gd name="connsiteY164" fmla="*/ 57636 h 4939827"/>
              <a:gd name="connsiteX165" fmla="*/ 6965101 w 12192000"/>
              <a:gd name="connsiteY165" fmla="*/ 25718 h 4939827"/>
              <a:gd name="connsiteX166" fmla="*/ 6986370 w 12192000"/>
              <a:gd name="connsiteY166" fmla="*/ 12659 h 4939827"/>
              <a:gd name="connsiteX167" fmla="*/ 6989536 w 12192000"/>
              <a:gd name="connsiteY167" fmla="*/ 14528 h 4939827"/>
              <a:gd name="connsiteX168" fmla="*/ 7015933 w 12192000"/>
              <a:gd name="connsiteY168" fmla="*/ 9653 h 4939827"/>
              <a:gd name="connsiteX169" fmla="*/ 7020592 w 12192000"/>
              <a:gd name="connsiteY169" fmla="*/ 1651 h 4939827"/>
              <a:gd name="connsiteX170" fmla="*/ 7025905 w 12192000"/>
              <a:gd name="connsiteY170" fmla="*/ 0 h 4939827"/>
              <a:gd name="connsiteX0" fmla="*/ 7025905 w 12192000"/>
              <a:gd name="connsiteY0" fmla="*/ 0 h 4939827"/>
              <a:gd name="connsiteX1" fmla="*/ 7032579 w 12192000"/>
              <a:gd name="connsiteY1" fmla="*/ 2808 h 4939827"/>
              <a:gd name="connsiteX2" fmla="*/ 7079505 w 12192000"/>
              <a:gd name="connsiteY2" fmla="*/ 12971 h 4939827"/>
              <a:gd name="connsiteX3" fmla="*/ 7158791 w 12192000"/>
              <a:gd name="connsiteY3" fmla="*/ 12462 h 4939827"/>
              <a:gd name="connsiteX4" fmla="*/ 7233338 w 12192000"/>
              <a:gd name="connsiteY4" fmla="*/ 24846 h 4939827"/>
              <a:gd name="connsiteX5" fmla="*/ 7259791 w 12192000"/>
              <a:gd name="connsiteY5" fmla="*/ 29557 h 4939827"/>
              <a:gd name="connsiteX6" fmla="*/ 7263923 w 12192000"/>
              <a:gd name="connsiteY6" fmla="*/ 35029 h 4939827"/>
              <a:gd name="connsiteX7" fmla="*/ 7281549 w 12192000"/>
              <a:gd name="connsiteY7" fmla="*/ 39654 h 4939827"/>
              <a:gd name="connsiteX8" fmla="*/ 7374735 w 12192000"/>
              <a:gd name="connsiteY8" fmla="*/ 65326 h 4939827"/>
              <a:gd name="connsiteX9" fmla="*/ 7376078 w 12192000"/>
              <a:gd name="connsiteY9" fmla="*/ 63849 h 4939827"/>
              <a:gd name="connsiteX10" fmla="*/ 7402026 w 12192000"/>
              <a:gd name="connsiteY10" fmla="*/ 60308 h 4939827"/>
              <a:gd name="connsiteX11" fmla="*/ 7415091 w 12192000"/>
              <a:gd name="connsiteY11" fmla="*/ 77403 h 4939827"/>
              <a:gd name="connsiteX12" fmla="*/ 7488682 w 12192000"/>
              <a:gd name="connsiteY12" fmla="*/ 83440 h 4939827"/>
              <a:gd name="connsiteX13" fmla="*/ 7588044 w 12192000"/>
              <a:gd name="connsiteY13" fmla="*/ 110756 h 4939827"/>
              <a:gd name="connsiteX14" fmla="*/ 7732750 w 12192000"/>
              <a:gd name="connsiteY14" fmla="*/ 145456 h 4939827"/>
              <a:gd name="connsiteX15" fmla="*/ 7785900 w 12192000"/>
              <a:gd name="connsiteY15" fmla="*/ 154493 h 4939827"/>
              <a:gd name="connsiteX16" fmla="*/ 7877301 w 12192000"/>
              <a:gd name="connsiteY16" fmla="*/ 186153 h 4939827"/>
              <a:gd name="connsiteX17" fmla="*/ 7952584 w 12192000"/>
              <a:gd name="connsiteY17" fmla="*/ 170181 h 4939827"/>
              <a:gd name="connsiteX18" fmla="*/ 8009534 w 12192000"/>
              <a:gd name="connsiteY18" fmla="*/ 176441 h 4939827"/>
              <a:gd name="connsiteX19" fmla="*/ 8058681 w 12192000"/>
              <a:gd name="connsiteY19" fmla="*/ 219431 h 4939827"/>
              <a:gd name="connsiteX20" fmla="*/ 8126175 w 12192000"/>
              <a:gd name="connsiteY20" fmla="*/ 240005 h 4939827"/>
              <a:gd name="connsiteX21" fmla="*/ 8166439 w 12192000"/>
              <a:gd name="connsiteY21" fmla="*/ 252699 h 4939827"/>
              <a:gd name="connsiteX22" fmla="*/ 8281371 w 12192000"/>
              <a:gd name="connsiteY22" fmla="*/ 256875 h 4939827"/>
              <a:gd name="connsiteX23" fmla="*/ 8381609 w 12192000"/>
              <a:gd name="connsiteY23" fmla="*/ 240618 h 4939827"/>
              <a:gd name="connsiteX24" fmla="*/ 8406759 w 12192000"/>
              <a:gd name="connsiteY24" fmla="*/ 232517 h 4939827"/>
              <a:gd name="connsiteX25" fmla="*/ 8426506 w 12192000"/>
              <a:gd name="connsiteY25" fmla="*/ 241842 h 4939827"/>
              <a:gd name="connsiteX26" fmla="*/ 8427949 w 12192000"/>
              <a:gd name="connsiteY26" fmla="*/ 240981 h 4939827"/>
              <a:gd name="connsiteX27" fmla="*/ 8441468 w 12192000"/>
              <a:gd name="connsiteY27" fmla="*/ 241157 h 4939827"/>
              <a:gd name="connsiteX28" fmla="*/ 8565757 w 12192000"/>
              <a:gd name="connsiteY28" fmla="*/ 255317 h 4939827"/>
              <a:gd name="connsiteX29" fmla="*/ 8573171 w 12192000"/>
              <a:gd name="connsiteY29" fmla="*/ 258426 h 4939827"/>
              <a:gd name="connsiteX30" fmla="*/ 8573548 w 12192000"/>
              <a:gd name="connsiteY30" fmla="*/ 258241 h 4939827"/>
              <a:gd name="connsiteX31" fmla="*/ 8581827 w 12192000"/>
              <a:gd name="connsiteY31" fmla="*/ 261028 h 4939827"/>
              <a:gd name="connsiteX32" fmla="*/ 8586687 w 12192000"/>
              <a:gd name="connsiteY32" fmla="*/ 264089 h 4939827"/>
              <a:gd name="connsiteX33" fmla="*/ 8601067 w 12192000"/>
              <a:gd name="connsiteY33" fmla="*/ 270114 h 4939827"/>
              <a:gd name="connsiteX34" fmla="*/ 8672650 w 12192000"/>
              <a:gd name="connsiteY34" fmla="*/ 254821 h 4939827"/>
              <a:gd name="connsiteX35" fmla="*/ 8785543 w 12192000"/>
              <a:gd name="connsiteY35" fmla="*/ 263406 h 4939827"/>
              <a:gd name="connsiteX36" fmla="*/ 8830588 w 12192000"/>
              <a:gd name="connsiteY36" fmla="*/ 265483 h 4939827"/>
              <a:gd name="connsiteX37" fmla="*/ 8905142 w 12192000"/>
              <a:gd name="connsiteY37" fmla="*/ 264958 h 4939827"/>
              <a:gd name="connsiteX38" fmla="*/ 8968582 w 12192000"/>
              <a:gd name="connsiteY38" fmla="*/ 262728 h 4939827"/>
              <a:gd name="connsiteX39" fmla="*/ 8972994 w 12192000"/>
              <a:gd name="connsiteY39" fmla="*/ 263284 h 4939827"/>
              <a:gd name="connsiteX40" fmla="*/ 9004605 w 12192000"/>
              <a:gd name="connsiteY40" fmla="*/ 258041 h 4939827"/>
              <a:gd name="connsiteX41" fmla="*/ 9016165 w 12192000"/>
              <a:gd name="connsiteY41" fmla="*/ 261258 h 4939827"/>
              <a:gd name="connsiteX42" fmla="*/ 9043297 w 12192000"/>
              <a:gd name="connsiteY42" fmla="*/ 281547 h 4939827"/>
              <a:gd name="connsiteX43" fmla="*/ 9048315 w 12192000"/>
              <a:gd name="connsiteY43" fmla="*/ 279264 h 4939827"/>
              <a:gd name="connsiteX44" fmla="*/ 9054706 w 12192000"/>
              <a:gd name="connsiteY44" fmla="*/ 278538 h 4939827"/>
              <a:gd name="connsiteX45" fmla="*/ 9070919 w 12192000"/>
              <a:gd name="connsiteY45" fmla="*/ 281810 h 4939827"/>
              <a:gd name="connsiteX46" fmla="*/ 9076813 w 12192000"/>
              <a:gd name="connsiteY46" fmla="*/ 283909 h 4939827"/>
              <a:gd name="connsiteX47" fmla="*/ 9085871 w 12192000"/>
              <a:gd name="connsiteY47" fmla="*/ 285133 h 4939827"/>
              <a:gd name="connsiteX48" fmla="*/ 9086159 w 12192000"/>
              <a:gd name="connsiteY48" fmla="*/ 284887 h 4939827"/>
              <a:gd name="connsiteX49" fmla="*/ 9134606 w 12192000"/>
              <a:gd name="connsiteY49" fmla="*/ 288168 h 4939827"/>
              <a:gd name="connsiteX50" fmla="*/ 9195590 w 12192000"/>
              <a:gd name="connsiteY50" fmla="*/ 279568 h 4939827"/>
              <a:gd name="connsiteX51" fmla="*/ 9219336 w 12192000"/>
              <a:gd name="connsiteY51" fmla="*/ 278133 h 4939827"/>
              <a:gd name="connsiteX52" fmla="*/ 9232362 w 12192000"/>
              <a:gd name="connsiteY52" fmla="*/ 275894 h 4939827"/>
              <a:gd name="connsiteX53" fmla="*/ 9233396 w 12192000"/>
              <a:gd name="connsiteY53" fmla="*/ 274803 h 4939827"/>
              <a:gd name="connsiteX54" fmla="*/ 9256213 w 12192000"/>
              <a:gd name="connsiteY54" fmla="*/ 281576 h 4939827"/>
              <a:gd name="connsiteX55" fmla="*/ 9262377 w 12192000"/>
              <a:gd name="connsiteY55" fmla="*/ 286635 h 4939827"/>
              <a:gd name="connsiteX56" fmla="*/ 9287089 w 12192000"/>
              <a:gd name="connsiteY56" fmla="*/ 303891 h 4939827"/>
              <a:gd name="connsiteX57" fmla="*/ 9371484 w 12192000"/>
              <a:gd name="connsiteY57" fmla="*/ 329634 h 4939827"/>
              <a:gd name="connsiteX58" fmla="*/ 9404829 w 12192000"/>
              <a:gd name="connsiteY58" fmla="*/ 339038 h 4939827"/>
              <a:gd name="connsiteX59" fmla="*/ 9427021 w 12192000"/>
              <a:gd name="connsiteY59" fmla="*/ 358784 h 4939827"/>
              <a:gd name="connsiteX60" fmla="*/ 9670844 w 12192000"/>
              <a:gd name="connsiteY60" fmla="*/ 405128 h 4939827"/>
              <a:gd name="connsiteX61" fmla="*/ 9816083 w 12192000"/>
              <a:gd name="connsiteY61" fmla="*/ 416573 h 4939827"/>
              <a:gd name="connsiteX62" fmla="*/ 9936741 w 12192000"/>
              <a:gd name="connsiteY62" fmla="*/ 437044 h 4939827"/>
              <a:gd name="connsiteX63" fmla="*/ 10050093 w 12192000"/>
              <a:gd name="connsiteY63" fmla="*/ 443783 h 4939827"/>
              <a:gd name="connsiteX64" fmla="*/ 10130090 w 12192000"/>
              <a:gd name="connsiteY64" fmla="*/ 459520 h 4939827"/>
              <a:gd name="connsiteX65" fmla="*/ 10173456 w 12192000"/>
              <a:gd name="connsiteY65" fmla="*/ 457749 h 4939827"/>
              <a:gd name="connsiteX66" fmla="*/ 10218232 w 12192000"/>
              <a:gd name="connsiteY66" fmla="*/ 459820 h 4939827"/>
              <a:gd name="connsiteX67" fmla="*/ 10354176 w 12192000"/>
              <a:gd name="connsiteY67" fmla="*/ 471377 h 4939827"/>
              <a:gd name="connsiteX68" fmla="*/ 10430681 w 12192000"/>
              <a:gd name="connsiteY68" fmla="*/ 481226 h 4939827"/>
              <a:gd name="connsiteX69" fmla="*/ 10478169 w 12192000"/>
              <a:gd name="connsiteY69" fmla="*/ 481774 h 4939827"/>
              <a:gd name="connsiteX70" fmla="*/ 10540907 w 12192000"/>
              <a:gd name="connsiteY70" fmla="*/ 485607 h 4939827"/>
              <a:gd name="connsiteX71" fmla="*/ 10614941 w 12192000"/>
              <a:gd name="connsiteY71" fmla="*/ 487592 h 4939827"/>
              <a:gd name="connsiteX72" fmla="*/ 10674098 w 12192000"/>
              <a:gd name="connsiteY72" fmla="*/ 521656 h 4939827"/>
              <a:gd name="connsiteX73" fmla="*/ 10874834 w 12192000"/>
              <a:gd name="connsiteY73" fmla="*/ 574867 h 4939827"/>
              <a:gd name="connsiteX74" fmla="*/ 10944981 w 12192000"/>
              <a:gd name="connsiteY74" fmla="*/ 615042 h 4939827"/>
              <a:gd name="connsiteX75" fmla="*/ 11006376 w 12192000"/>
              <a:gd name="connsiteY75" fmla="*/ 645957 h 4939827"/>
              <a:gd name="connsiteX76" fmla="*/ 11076308 w 12192000"/>
              <a:gd name="connsiteY76" fmla="*/ 675698 h 4939827"/>
              <a:gd name="connsiteX77" fmla="*/ 11148789 w 12192000"/>
              <a:gd name="connsiteY77" fmla="*/ 685041 h 4939827"/>
              <a:gd name="connsiteX78" fmla="*/ 11249129 w 12192000"/>
              <a:gd name="connsiteY78" fmla="*/ 684218 h 4939827"/>
              <a:gd name="connsiteX79" fmla="*/ 11299915 w 12192000"/>
              <a:gd name="connsiteY79" fmla="*/ 692177 h 4939827"/>
              <a:gd name="connsiteX80" fmla="*/ 11386973 w 12192000"/>
              <a:gd name="connsiteY80" fmla="*/ 708209 h 4939827"/>
              <a:gd name="connsiteX81" fmla="*/ 11500105 w 12192000"/>
              <a:gd name="connsiteY81" fmla="*/ 735014 h 4939827"/>
              <a:gd name="connsiteX82" fmla="*/ 11621735 w 12192000"/>
              <a:gd name="connsiteY82" fmla="*/ 789584 h 4939827"/>
              <a:gd name="connsiteX83" fmla="*/ 11691200 w 12192000"/>
              <a:gd name="connsiteY83" fmla="*/ 867902 h 4939827"/>
              <a:gd name="connsiteX84" fmla="*/ 11819427 w 12192000"/>
              <a:gd name="connsiteY84" fmla="*/ 911634 h 4939827"/>
              <a:gd name="connsiteX85" fmla="*/ 11969720 w 12192000"/>
              <a:gd name="connsiteY85" fmla="*/ 964737 h 4939827"/>
              <a:gd name="connsiteX86" fmla="*/ 12055766 w 12192000"/>
              <a:gd name="connsiteY86" fmla="*/ 991268 h 4939827"/>
              <a:gd name="connsiteX87" fmla="*/ 12171539 w 12192000"/>
              <a:gd name="connsiteY87" fmla="*/ 995427 h 4939827"/>
              <a:gd name="connsiteX88" fmla="*/ 12187831 w 12192000"/>
              <a:gd name="connsiteY88" fmla="*/ 996580 h 4939827"/>
              <a:gd name="connsiteX89" fmla="*/ 12192000 w 12192000"/>
              <a:gd name="connsiteY89" fmla="*/ 996726 h 4939827"/>
              <a:gd name="connsiteX90" fmla="*/ 12192000 w 12192000"/>
              <a:gd name="connsiteY90" fmla="*/ 4939827 h 4939827"/>
              <a:gd name="connsiteX91" fmla="*/ 0 w 12192000"/>
              <a:gd name="connsiteY91" fmla="*/ 4939827 h 4939827"/>
              <a:gd name="connsiteX92" fmla="*/ 0 w 12192000"/>
              <a:gd name="connsiteY92" fmla="*/ 512043 h 4939827"/>
              <a:gd name="connsiteX93" fmla="*/ 7381 w 12192000"/>
              <a:gd name="connsiteY93" fmla="*/ 512580 h 4939827"/>
              <a:gd name="connsiteX94" fmla="*/ 100029 w 12192000"/>
              <a:gd name="connsiteY94" fmla="*/ 504758 h 4939827"/>
              <a:gd name="connsiteX95" fmla="*/ 155244 w 12192000"/>
              <a:gd name="connsiteY95" fmla="*/ 525130 h 4939827"/>
              <a:gd name="connsiteX96" fmla="*/ 254366 w 12192000"/>
              <a:gd name="connsiteY96" fmla="*/ 534449 h 4939827"/>
              <a:gd name="connsiteX97" fmla="*/ 447292 w 12192000"/>
              <a:gd name="connsiteY97" fmla="*/ 542725 h 4939827"/>
              <a:gd name="connsiteX98" fmla="*/ 628105 w 12192000"/>
              <a:gd name="connsiteY98" fmla="*/ 547853 h 4939827"/>
              <a:gd name="connsiteX99" fmla="*/ 783146 w 12192000"/>
              <a:gd name="connsiteY99" fmla="*/ 591799 h 4939827"/>
              <a:gd name="connsiteX100" fmla="*/ 1043676 w 12192000"/>
              <a:gd name="connsiteY100" fmla="*/ 591887 h 4939827"/>
              <a:gd name="connsiteX101" fmla="*/ 1281816 w 12192000"/>
              <a:gd name="connsiteY101" fmla="*/ 520946 h 4939827"/>
              <a:gd name="connsiteX102" fmla="*/ 1486347 w 12192000"/>
              <a:gd name="connsiteY102" fmla="*/ 487310 h 4939827"/>
              <a:gd name="connsiteX103" fmla="*/ 1568079 w 12192000"/>
              <a:gd name="connsiteY103" fmla="*/ 462531 h 4939827"/>
              <a:gd name="connsiteX104" fmla="*/ 1622516 w 12192000"/>
              <a:gd name="connsiteY104" fmla="*/ 466058 h 4939827"/>
              <a:gd name="connsiteX105" fmla="*/ 1655457 w 12192000"/>
              <a:gd name="connsiteY105" fmla="*/ 465359 h 4939827"/>
              <a:gd name="connsiteX106" fmla="*/ 1717454 w 12192000"/>
              <a:gd name="connsiteY106" fmla="*/ 417203 h 4939827"/>
              <a:gd name="connsiteX107" fmla="*/ 1913794 w 12192000"/>
              <a:gd name="connsiteY107" fmla="*/ 365255 h 4939827"/>
              <a:gd name="connsiteX108" fmla="*/ 2129762 w 12192000"/>
              <a:gd name="connsiteY108" fmla="*/ 367832 h 4939827"/>
              <a:gd name="connsiteX109" fmla="*/ 2376970 w 12192000"/>
              <a:gd name="connsiteY109" fmla="*/ 350129 h 4939827"/>
              <a:gd name="connsiteX110" fmla="*/ 2480155 w 12192000"/>
              <a:gd name="connsiteY110" fmla="*/ 359227 h 4939827"/>
              <a:gd name="connsiteX111" fmla="*/ 2586782 w 12192000"/>
              <a:gd name="connsiteY111" fmla="*/ 339352 h 4939827"/>
              <a:gd name="connsiteX112" fmla="*/ 2654496 w 12192000"/>
              <a:gd name="connsiteY112" fmla="*/ 315431 h 4939827"/>
              <a:gd name="connsiteX113" fmla="*/ 2788947 w 12192000"/>
              <a:gd name="connsiteY113" fmla="*/ 250375 h 4939827"/>
              <a:gd name="connsiteX114" fmla="*/ 2885389 w 12192000"/>
              <a:gd name="connsiteY114" fmla="*/ 255259 h 4939827"/>
              <a:gd name="connsiteX115" fmla="*/ 3045916 w 12192000"/>
              <a:gd name="connsiteY115" fmla="*/ 261030 h 4939827"/>
              <a:gd name="connsiteX116" fmla="*/ 3074187 w 12192000"/>
              <a:gd name="connsiteY116" fmla="*/ 243226 h 4939827"/>
              <a:gd name="connsiteX117" fmla="*/ 3103677 w 12192000"/>
              <a:gd name="connsiteY117" fmla="*/ 209527 h 4939827"/>
              <a:gd name="connsiteX118" fmla="*/ 3126759 w 12192000"/>
              <a:gd name="connsiteY118" fmla="*/ 211226 h 4939827"/>
              <a:gd name="connsiteX119" fmla="*/ 3164020 w 12192000"/>
              <a:gd name="connsiteY119" fmla="*/ 212779 h 4939827"/>
              <a:gd name="connsiteX120" fmla="*/ 3285019 w 12192000"/>
              <a:gd name="connsiteY120" fmla="*/ 220535 h 4939827"/>
              <a:gd name="connsiteX121" fmla="*/ 3365154 w 12192000"/>
              <a:gd name="connsiteY121" fmla="*/ 226416 h 4939827"/>
              <a:gd name="connsiteX122" fmla="*/ 3367507 w 12192000"/>
              <a:gd name="connsiteY122" fmla="*/ 225416 h 4939827"/>
              <a:gd name="connsiteX123" fmla="*/ 3387567 w 12192000"/>
              <a:gd name="connsiteY123" fmla="*/ 227103 h 4939827"/>
              <a:gd name="connsiteX124" fmla="*/ 3424753 w 12192000"/>
              <a:gd name="connsiteY124" fmla="*/ 244380 h 4939827"/>
              <a:gd name="connsiteX125" fmla="*/ 3498001 w 12192000"/>
              <a:gd name="connsiteY125" fmla="*/ 231941 h 4939827"/>
              <a:gd name="connsiteX126" fmla="*/ 3561557 w 12192000"/>
              <a:gd name="connsiteY126" fmla="*/ 228095 h 4939827"/>
              <a:gd name="connsiteX127" fmla="*/ 3611920 w 12192000"/>
              <a:gd name="connsiteY127" fmla="*/ 218094 h 4939827"/>
              <a:gd name="connsiteX128" fmla="*/ 3620528 w 12192000"/>
              <a:gd name="connsiteY128" fmla="*/ 218788 h 4939827"/>
              <a:gd name="connsiteX129" fmla="*/ 3620766 w 12192000"/>
              <a:gd name="connsiteY129" fmla="*/ 218511 h 4939827"/>
              <a:gd name="connsiteX130" fmla="*/ 3629977 w 12192000"/>
              <a:gd name="connsiteY130" fmla="*/ 218664 h 4939827"/>
              <a:gd name="connsiteX131" fmla="*/ 3636217 w 12192000"/>
              <a:gd name="connsiteY131" fmla="*/ 220048 h 4939827"/>
              <a:gd name="connsiteX132" fmla="*/ 3709484 w 12192000"/>
              <a:gd name="connsiteY132" fmla="*/ 186927 h 4939827"/>
              <a:gd name="connsiteX133" fmla="*/ 3761342 w 12192000"/>
              <a:gd name="connsiteY133" fmla="*/ 177474 h 4939827"/>
              <a:gd name="connsiteX134" fmla="*/ 3799748 w 12192000"/>
              <a:gd name="connsiteY134" fmla="*/ 167154 h 4939827"/>
              <a:gd name="connsiteX135" fmla="*/ 3812225 w 12192000"/>
              <a:gd name="connsiteY135" fmla="*/ 189020 h 4939827"/>
              <a:gd name="connsiteX136" fmla="*/ 3864537 w 12192000"/>
              <a:gd name="connsiteY136" fmla="*/ 200742 h 4939827"/>
              <a:gd name="connsiteX137" fmla="*/ 4028476 w 12192000"/>
              <a:gd name="connsiteY137" fmla="*/ 223679 h 4939827"/>
              <a:gd name="connsiteX138" fmla="*/ 4191582 w 12192000"/>
              <a:gd name="connsiteY138" fmla="*/ 238952 h 4939827"/>
              <a:gd name="connsiteX139" fmla="*/ 4251024 w 12192000"/>
              <a:gd name="connsiteY139" fmla="*/ 240874 h 4939827"/>
              <a:gd name="connsiteX140" fmla="*/ 4355275 w 12192000"/>
              <a:gd name="connsiteY140" fmla="*/ 260205 h 4939827"/>
              <a:gd name="connsiteX141" fmla="*/ 4423807 w 12192000"/>
              <a:gd name="connsiteY141" fmla="*/ 270366 h 4939827"/>
              <a:gd name="connsiteX142" fmla="*/ 4558432 w 12192000"/>
              <a:gd name="connsiteY142" fmla="*/ 269194 h 4939827"/>
              <a:gd name="connsiteX143" fmla="*/ 4635061 w 12192000"/>
              <a:gd name="connsiteY143" fmla="*/ 280682 h 4939827"/>
              <a:gd name="connsiteX144" fmla="*/ 4807427 w 12192000"/>
              <a:gd name="connsiteY144" fmla="*/ 276835 h 4939827"/>
              <a:gd name="connsiteX145" fmla="*/ 5028933 w 12192000"/>
              <a:gd name="connsiteY145" fmla="*/ 183887 h 4939827"/>
              <a:gd name="connsiteX146" fmla="*/ 5093642 w 12192000"/>
              <a:gd name="connsiteY146" fmla="*/ 177214 h 4939827"/>
              <a:gd name="connsiteX147" fmla="*/ 5102642 w 12192000"/>
              <a:gd name="connsiteY147" fmla="*/ 186816 h 4939827"/>
              <a:gd name="connsiteX148" fmla="*/ 5193590 w 12192000"/>
              <a:gd name="connsiteY148" fmla="*/ 136361 h 4939827"/>
              <a:gd name="connsiteX149" fmla="*/ 5323922 w 12192000"/>
              <a:gd name="connsiteY149" fmla="*/ 146332 h 4939827"/>
              <a:gd name="connsiteX150" fmla="*/ 5421860 w 12192000"/>
              <a:gd name="connsiteY150" fmla="*/ 167298 h 4939827"/>
              <a:gd name="connsiteX151" fmla="*/ 5476948 w 12192000"/>
              <a:gd name="connsiteY151" fmla="*/ 173249 h 4939827"/>
              <a:gd name="connsiteX152" fmla="*/ 5516842 w 12192000"/>
              <a:gd name="connsiteY152" fmla="*/ 184018 h 4939827"/>
              <a:gd name="connsiteX153" fmla="*/ 5619415 w 12192000"/>
              <a:gd name="connsiteY153" fmla="*/ 176781 h 4939827"/>
              <a:gd name="connsiteX154" fmla="*/ 5789867 w 12192000"/>
              <a:gd name="connsiteY154" fmla="*/ 150304 h 4939827"/>
              <a:gd name="connsiteX155" fmla="*/ 5825953 w 12192000"/>
              <a:gd name="connsiteY155" fmla="*/ 147907 h 4939827"/>
              <a:gd name="connsiteX156" fmla="*/ 5856168 w 12192000"/>
              <a:gd name="connsiteY156" fmla="*/ 158719 h 4939827"/>
              <a:gd name="connsiteX157" fmla="*/ 5862476 w 12192000"/>
              <a:gd name="connsiteY157" fmla="*/ 172447 h 4939827"/>
              <a:gd name="connsiteX158" fmla="*/ 5882195 w 12192000"/>
              <a:gd name="connsiteY158" fmla="*/ 173195 h 4939827"/>
              <a:gd name="connsiteX159" fmla="*/ 5887271 w 12192000"/>
              <a:gd name="connsiteY159" fmla="*/ 176084 h 4939827"/>
              <a:gd name="connsiteX160" fmla="*/ 5916552 w 12192000"/>
              <a:gd name="connsiteY160" fmla="*/ 189955 h 4939827"/>
              <a:gd name="connsiteX161" fmla="*/ 5983240 w 12192000"/>
              <a:gd name="connsiteY161" fmla="*/ 152755 h 4939827"/>
              <a:gd name="connsiteX162" fmla="*/ 6152287 w 12192000"/>
              <a:gd name="connsiteY162" fmla="*/ 116736 h 4939827"/>
              <a:gd name="connsiteX163" fmla="*/ 6415830 w 12192000"/>
              <a:gd name="connsiteY163" fmla="*/ 136006 h 4939827"/>
              <a:gd name="connsiteX164" fmla="*/ 6756965 w 12192000"/>
              <a:gd name="connsiteY164" fmla="*/ 57636 h 4939827"/>
              <a:gd name="connsiteX165" fmla="*/ 6965101 w 12192000"/>
              <a:gd name="connsiteY165" fmla="*/ 25718 h 4939827"/>
              <a:gd name="connsiteX166" fmla="*/ 6986370 w 12192000"/>
              <a:gd name="connsiteY166" fmla="*/ 12659 h 4939827"/>
              <a:gd name="connsiteX167" fmla="*/ 6989536 w 12192000"/>
              <a:gd name="connsiteY167" fmla="*/ 14528 h 4939827"/>
              <a:gd name="connsiteX168" fmla="*/ 7015933 w 12192000"/>
              <a:gd name="connsiteY168" fmla="*/ 9653 h 4939827"/>
              <a:gd name="connsiteX169" fmla="*/ 7020592 w 12192000"/>
              <a:gd name="connsiteY169" fmla="*/ 1651 h 4939827"/>
              <a:gd name="connsiteX170" fmla="*/ 7025905 w 12192000"/>
              <a:gd name="connsiteY170" fmla="*/ 0 h 4939827"/>
              <a:gd name="connsiteX0" fmla="*/ 7025905 w 12192000"/>
              <a:gd name="connsiteY0" fmla="*/ 0 h 4939827"/>
              <a:gd name="connsiteX1" fmla="*/ 7032579 w 12192000"/>
              <a:gd name="connsiteY1" fmla="*/ 2808 h 4939827"/>
              <a:gd name="connsiteX2" fmla="*/ 7079505 w 12192000"/>
              <a:gd name="connsiteY2" fmla="*/ 12971 h 4939827"/>
              <a:gd name="connsiteX3" fmla="*/ 7158791 w 12192000"/>
              <a:gd name="connsiteY3" fmla="*/ 12462 h 4939827"/>
              <a:gd name="connsiteX4" fmla="*/ 7233338 w 12192000"/>
              <a:gd name="connsiteY4" fmla="*/ 24846 h 4939827"/>
              <a:gd name="connsiteX5" fmla="*/ 7259791 w 12192000"/>
              <a:gd name="connsiteY5" fmla="*/ 29557 h 4939827"/>
              <a:gd name="connsiteX6" fmla="*/ 7263923 w 12192000"/>
              <a:gd name="connsiteY6" fmla="*/ 35029 h 4939827"/>
              <a:gd name="connsiteX7" fmla="*/ 7281549 w 12192000"/>
              <a:gd name="connsiteY7" fmla="*/ 39654 h 4939827"/>
              <a:gd name="connsiteX8" fmla="*/ 7374735 w 12192000"/>
              <a:gd name="connsiteY8" fmla="*/ 65326 h 4939827"/>
              <a:gd name="connsiteX9" fmla="*/ 7376078 w 12192000"/>
              <a:gd name="connsiteY9" fmla="*/ 63849 h 4939827"/>
              <a:gd name="connsiteX10" fmla="*/ 7402026 w 12192000"/>
              <a:gd name="connsiteY10" fmla="*/ 60308 h 4939827"/>
              <a:gd name="connsiteX11" fmla="*/ 7415091 w 12192000"/>
              <a:gd name="connsiteY11" fmla="*/ 77403 h 4939827"/>
              <a:gd name="connsiteX12" fmla="*/ 7488682 w 12192000"/>
              <a:gd name="connsiteY12" fmla="*/ 83440 h 4939827"/>
              <a:gd name="connsiteX13" fmla="*/ 7588044 w 12192000"/>
              <a:gd name="connsiteY13" fmla="*/ 110756 h 4939827"/>
              <a:gd name="connsiteX14" fmla="*/ 7732750 w 12192000"/>
              <a:gd name="connsiteY14" fmla="*/ 145456 h 4939827"/>
              <a:gd name="connsiteX15" fmla="*/ 7785900 w 12192000"/>
              <a:gd name="connsiteY15" fmla="*/ 154493 h 4939827"/>
              <a:gd name="connsiteX16" fmla="*/ 7877301 w 12192000"/>
              <a:gd name="connsiteY16" fmla="*/ 186153 h 4939827"/>
              <a:gd name="connsiteX17" fmla="*/ 7952584 w 12192000"/>
              <a:gd name="connsiteY17" fmla="*/ 170181 h 4939827"/>
              <a:gd name="connsiteX18" fmla="*/ 8009534 w 12192000"/>
              <a:gd name="connsiteY18" fmla="*/ 176441 h 4939827"/>
              <a:gd name="connsiteX19" fmla="*/ 8058681 w 12192000"/>
              <a:gd name="connsiteY19" fmla="*/ 219431 h 4939827"/>
              <a:gd name="connsiteX20" fmla="*/ 8126175 w 12192000"/>
              <a:gd name="connsiteY20" fmla="*/ 240005 h 4939827"/>
              <a:gd name="connsiteX21" fmla="*/ 8166439 w 12192000"/>
              <a:gd name="connsiteY21" fmla="*/ 252699 h 4939827"/>
              <a:gd name="connsiteX22" fmla="*/ 8281371 w 12192000"/>
              <a:gd name="connsiteY22" fmla="*/ 256875 h 4939827"/>
              <a:gd name="connsiteX23" fmla="*/ 8381609 w 12192000"/>
              <a:gd name="connsiteY23" fmla="*/ 240618 h 4939827"/>
              <a:gd name="connsiteX24" fmla="*/ 8406759 w 12192000"/>
              <a:gd name="connsiteY24" fmla="*/ 232517 h 4939827"/>
              <a:gd name="connsiteX25" fmla="*/ 8426506 w 12192000"/>
              <a:gd name="connsiteY25" fmla="*/ 241842 h 4939827"/>
              <a:gd name="connsiteX26" fmla="*/ 8427949 w 12192000"/>
              <a:gd name="connsiteY26" fmla="*/ 240981 h 4939827"/>
              <a:gd name="connsiteX27" fmla="*/ 8441468 w 12192000"/>
              <a:gd name="connsiteY27" fmla="*/ 241157 h 4939827"/>
              <a:gd name="connsiteX28" fmla="*/ 8565757 w 12192000"/>
              <a:gd name="connsiteY28" fmla="*/ 255317 h 4939827"/>
              <a:gd name="connsiteX29" fmla="*/ 8573171 w 12192000"/>
              <a:gd name="connsiteY29" fmla="*/ 258426 h 4939827"/>
              <a:gd name="connsiteX30" fmla="*/ 8573548 w 12192000"/>
              <a:gd name="connsiteY30" fmla="*/ 258241 h 4939827"/>
              <a:gd name="connsiteX31" fmla="*/ 8581827 w 12192000"/>
              <a:gd name="connsiteY31" fmla="*/ 261028 h 4939827"/>
              <a:gd name="connsiteX32" fmla="*/ 8586687 w 12192000"/>
              <a:gd name="connsiteY32" fmla="*/ 264089 h 4939827"/>
              <a:gd name="connsiteX33" fmla="*/ 8601067 w 12192000"/>
              <a:gd name="connsiteY33" fmla="*/ 270114 h 4939827"/>
              <a:gd name="connsiteX34" fmla="*/ 8672650 w 12192000"/>
              <a:gd name="connsiteY34" fmla="*/ 254821 h 4939827"/>
              <a:gd name="connsiteX35" fmla="*/ 8785543 w 12192000"/>
              <a:gd name="connsiteY35" fmla="*/ 263406 h 4939827"/>
              <a:gd name="connsiteX36" fmla="*/ 8830588 w 12192000"/>
              <a:gd name="connsiteY36" fmla="*/ 265483 h 4939827"/>
              <a:gd name="connsiteX37" fmla="*/ 8905142 w 12192000"/>
              <a:gd name="connsiteY37" fmla="*/ 264958 h 4939827"/>
              <a:gd name="connsiteX38" fmla="*/ 8968582 w 12192000"/>
              <a:gd name="connsiteY38" fmla="*/ 262728 h 4939827"/>
              <a:gd name="connsiteX39" fmla="*/ 8972994 w 12192000"/>
              <a:gd name="connsiteY39" fmla="*/ 263284 h 4939827"/>
              <a:gd name="connsiteX40" fmla="*/ 9004605 w 12192000"/>
              <a:gd name="connsiteY40" fmla="*/ 258041 h 4939827"/>
              <a:gd name="connsiteX41" fmla="*/ 9016165 w 12192000"/>
              <a:gd name="connsiteY41" fmla="*/ 261258 h 4939827"/>
              <a:gd name="connsiteX42" fmla="*/ 9043297 w 12192000"/>
              <a:gd name="connsiteY42" fmla="*/ 281547 h 4939827"/>
              <a:gd name="connsiteX43" fmla="*/ 9048315 w 12192000"/>
              <a:gd name="connsiteY43" fmla="*/ 279264 h 4939827"/>
              <a:gd name="connsiteX44" fmla="*/ 9054706 w 12192000"/>
              <a:gd name="connsiteY44" fmla="*/ 278538 h 4939827"/>
              <a:gd name="connsiteX45" fmla="*/ 9070919 w 12192000"/>
              <a:gd name="connsiteY45" fmla="*/ 281810 h 4939827"/>
              <a:gd name="connsiteX46" fmla="*/ 9076813 w 12192000"/>
              <a:gd name="connsiteY46" fmla="*/ 283909 h 4939827"/>
              <a:gd name="connsiteX47" fmla="*/ 9085871 w 12192000"/>
              <a:gd name="connsiteY47" fmla="*/ 285133 h 4939827"/>
              <a:gd name="connsiteX48" fmla="*/ 9086159 w 12192000"/>
              <a:gd name="connsiteY48" fmla="*/ 284887 h 4939827"/>
              <a:gd name="connsiteX49" fmla="*/ 9134606 w 12192000"/>
              <a:gd name="connsiteY49" fmla="*/ 288168 h 4939827"/>
              <a:gd name="connsiteX50" fmla="*/ 9195590 w 12192000"/>
              <a:gd name="connsiteY50" fmla="*/ 279568 h 4939827"/>
              <a:gd name="connsiteX51" fmla="*/ 9219336 w 12192000"/>
              <a:gd name="connsiteY51" fmla="*/ 278133 h 4939827"/>
              <a:gd name="connsiteX52" fmla="*/ 9232362 w 12192000"/>
              <a:gd name="connsiteY52" fmla="*/ 275894 h 4939827"/>
              <a:gd name="connsiteX53" fmla="*/ 9233396 w 12192000"/>
              <a:gd name="connsiteY53" fmla="*/ 274803 h 4939827"/>
              <a:gd name="connsiteX54" fmla="*/ 9256213 w 12192000"/>
              <a:gd name="connsiteY54" fmla="*/ 281576 h 4939827"/>
              <a:gd name="connsiteX55" fmla="*/ 9262377 w 12192000"/>
              <a:gd name="connsiteY55" fmla="*/ 286635 h 4939827"/>
              <a:gd name="connsiteX56" fmla="*/ 9287089 w 12192000"/>
              <a:gd name="connsiteY56" fmla="*/ 303891 h 4939827"/>
              <a:gd name="connsiteX57" fmla="*/ 9371484 w 12192000"/>
              <a:gd name="connsiteY57" fmla="*/ 329634 h 4939827"/>
              <a:gd name="connsiteX58" fmla="*/ 9404829 w 12192000"/>
              <a:gd name="connsiteY58" fmla="*/ 339038 h 4939827"/>
              <a:gd name="connsiteX59" fmla="*/ 9427021 w 12192000"/>
              <a:gd name="connsiteY59" fmla="*/ 358784 h 4939827"/>
              <a:gd name="connsiteX60" fmla="*/ 9670844 w 12192000"/>
              <a:gd name="connsiteY60" fmla="*/ 405128 h 4939827"/>
              <a:gd name="connsiteX61" fmla="*/ 9816083 w 12192000"/>
              <a:gd name="connsiteY61" fmla="*/ 416573 h 4939827"/>
              <a:gd name="connsiteX62" fmla="*/ 9936741 w 12192000"/>
              <a:gd name="connsiteY62" fmla="*/ 437044 h 4939827"/>
              <a:gd name="connsiteX63" fmla="*/ 10050093 w 12192000"/>
              <a:gd name="connsiteY63" fmla="*/ 443783 h 4939827"/>
              <a:gd name="connsiteX64" fmla="*/ 10130090 w 12192000"/>
              <a:gd name="connsiteY64" fmla="*/ 459520 h 4939827"/>
              <a:gd name="connsiteX65" fmla="*/ 10173456 w 12192000"/>
              <a:gd name="connsiteY65" fmla="*/ 457749 h 4939827"/>
              <a:gd name="connsiteX66" fmla="*/ 10218232 w 12192000"/>
              <a:gd name="connsiteY66" fmla="*/ 459820 h 4939827"/>
              <a:gd name="connsiteX67" fmla="*/ 10354176 w 12192000"/>
              <a:gd name="connsiteY67" fmla="*/ 471377 h 4939827"/>
              <a:gd name="connsiteX68" fmla="*/ 10430681 w 12192000"/>
              <a:gd name="connsiteY68" fmla="*/ 481226 h 4939827"/>
              <a:gd name="connsiteX69" fmla="*/ 10478169 w 12192000"/>
              <a:gd name="connsiteY69" fmla="*/ 481774 h 4939827"/>
              <a:gd name="connsiteX70" fmla="*/ 10540907 w 12192000"/>
              <a:gd name="connsiteY70" fmla="*/ 485607 h 4939827"/>
              <a:gd name="connsiteX71" fmla="*/ 10614941 w 12192000"/>
              <a:gd name="connsiteY71" fmla="*/ 487592 h 4939827"/>
              <a:gd name="connsiteX72" fmla="*/ 10674098 w 12192000"/>
              <a:gd name="connsiteY72" fmla="*/ 521656 h 4939827"/>
              <a:gd name="connsiteX73" fmla="*/ 10874834 w 12192000"/>
              <a:gd name="connsiteY73" fmla="*/ 574867 h 4939827"/>
              <a:gd name="connsiteX74" fmla="*/ 10944981 w 12192000"/>
              <a:gd name="connsiteY74" fmla="*/ 615042 h 4939827"/>
              <a:gd name="connsiteX75" fmla="*/ 11006376 w 12192000"/>
              <a:gd name="connsiteY75" fmla="*/ 645957 h 4939827"/>
              <a:gd name="connsiteX76" fmla="*/ 11076308 w 12192000"/>
              <a:gd name="connsiteY76" fmla="*/ 675698 h 4939827"/>
              <a:gd name="connsiteX77" fmla="*/ 11148789 w 12192000"/>
              <a:gd name="connsiteY77" fmla="*/ 685041 h 4939827"/>
              <a:gd name="connsiteX78" fmla="*/ 11249129 w 12192000"/>
              <a:gd name="connsiteY78" fmla="*/ 684218 h 4939827"/>
              <a:gd name="connsiteX79" fmla="*/ 11299915 w 12192000"/>
              <a:gd name="connsiteY79" fmla="*/ 692177 h 4939827"/>
              <a:gd name="connsiteX80" fmla="*/ 11386973 w 12192000"/>
              <a:gd name="connsiteY80" fmla="*/ 708209 h 4939827"/>
              <a:gd name="connsiteX81" fmla="*/ 11500105 w 12192000"/>
              <a:gd name="connsiteY81" fmla="*/ 735014 h 4939827"/>
              <a:gd name="connsiteX82" fmla="*/ 11621735 w 12192000"/>
              <a:gd name="connsiteY82" fmla="*/ 789584 h 4939827"/>
              <a:gd name="connsiteX83" fmla="*/ 11691200 w 12192000"/>
              <a:gd name="connsiteY83" fmla="*/ 867902 h 4939827"/>
              <a:gd name="connsiteX84" fmla="*/ 11819427 w 12192000"/>
              <a:gd name="connsiteY84" fmla="*/ 911634 h 4939827"/>
              <a:gd name="connsiteX85" fmla="*/ 11969720 w 12192000"/>
              <a:gd name="connsiteY85" fmla="*/ 964737 h 4939827"/>
              <a:gd name="connsiteX86" fmla="*/ 12055766 w 12192000"/>
              <a:gd name="connsiteY86" fmla="*/ 991268 h 4939827"/>
              <a:gd name="connsiteX87" fmla="*/ 12171539 w 12192000"/>
              <a:gd name="connsiteY87" fmla="*/ 995427 h 4939827"/>
              <a:gd name="connsiteX88" fmla="*/ 12187831 w 12192000"/>
              <a:gd name="connsiteY88" fmla="*/ 996580 h 4939827"/>
              <a:gd name="connsiteX89" fmla="*/ 12192000 w 12192000"/>
              <a:gd name="connsiteY89" fmla="*/ 996726 h 4939827"/>
              <a:gd name="connsiteX90" fmla="*/ 12192000 w 12192000"/>
              <a:gd name="connsiteY90" fmla="*/ 4939827 h 4939827"/>
              <a:gd name="connsiteX91" fmla="*/ 0 w 12192000"/>
              <a:gd name="connsiteY91" fmla="*/ 4939827 h 4939827"/>
              <a:gd name="connsiteX92" fmla="*/ 0 w 12192000"/>
              <a:gd name="connsiteY92" fmla="*/ 512043 h 4939827"/>
              <a:gd name="connsiteX93" fmla="*/ 7381 w 12192000"/>
              <a:gd name="connsiteY93" fmla="*/ 512580 h 4939827"/>
              <a:gd name="connsiteX94" fmla="*/ 100029 w 12192000"/>
              <a:gd name="connsiteY94" fmla="*/ 504758 h 4939827"/>
              <a:gd name="connsiteX95" fmla="*/ 155244 w 12192000"/>
              <a:gd name="connsiteY95" fmla="*/ 525130 h 4939827"/>
              <a:gd name="connsiteX96" fmla="*/ 254366 w 12192000"/>
              <a:gd name="connsiteY96" fmla="*/ 534449 h 4939827"/>
              <a:gd name="connsiteX97" fmla="*/ 447292 w 12192000"/>
              <a:gd name="connsiteY97" fmla="*/ 542725 h 4939827"/>
              <a:gd name="connsiteX98" fmla="*/ 628105 w 12192000"/>
              <a:gd name="connsiteY98" fmla="*/ 547853 h 4939827"/>
              <a:gd name="connsiteX99" fmla="*/ 783146 w 12192000"/>
              <a:gd name="connsiteY99" fmla="*/ 591799 h 4939827"/>
              <a:gd name="connsiteX100" fmla="*/ 1043676 w 12192000"/>
              <a:gd name="connsiteY100" fmla="*/ 591887 h 4939827"/>
              <a:gd name="connsiteX101" fmla="*/ 1281816 w 12192000"/>
              <a:gd name="connsiteY101" fmla="*/ 520946 h 4939827"/>
              <a:gd name="connsiteX102" fmla="*/ 1486347 w 12192000"/>
              <a:gd name="connsiteY102" fmla="*/ 487310 h 4939827"/>
              <a:gd name="connsiteX103" fmla="*/ 1568079 w 12192000"/>
              <a:gd name="connsiteY103" fmla="*/ 462531 h 4939827"/>
              <a:gd name="connsiteX104" fmla="*/ 1622516 w 12192000"/>
              <a:gd name="connsiteY104" fmla="*/ 466058 h 4939827"/>
              <a:gd name="connsiteX105" fmla="*/ 1655457 w 12192000"/>
              <a:gd name="connsiteY105" fmla="*/ 465359 h 4939827"/>
              <a:gd name="connsiteX106" fmla="*/ 1717454 w 12192000"/>
              <a:gd name="connsiteY106" fmla="*/ 417203 h 4939827"/>
              <a:gd name="connsiteX107" fmla="*/ 1913794 w 12192000"/>
              <a:gd name="connsiteY107" fmla="*/ 365255 h 4939827"/>
              <a:gd name="connsiteX108" fmla="*/ 2129762 w 12192000"/>
              <a:gd name="connsiteY108" fmla="*/ 367832 h 4939827"/>
              <a:gd name="connsiteX109" fmla="*/ 2376970 w 12192000"/>
              <a:gd name="connsiteY109" fmla="*/ 350129 h 4939827"/>
              <a:gd name="connsiteX110" fmla="*/ 2480155 w 12192000"/>
              <a:gd name="connsiteY110" fmla="*/ 359227 h 4939827"/>
              <a:gd name="connsiteX111" fmla="*/ 2586782 w 12192000"/>
              <a:gd name="connsiteY111" fmla="*/ 339352 h 4939827"/>
              <a:gd name="connsiteX112" fmla="*/ 2654496 w 12192000"/>
              <a:gd name="connsiteY112" fmla="*/ 315431 h 4939827"/>
              <a:gd name="connsiteX113" fmla="*/ 2788947 w 12192000"/>
              <a:gd name="connsiteY113" fmla="*/ 250375 h 4939827"/>
              <a:gd name="connsiteX114" fmla="*/ 2885389 w 12192000"/>
              <a:gd name="connsiteY114" fmla="*/ 255259 h 4939827"/>
              <a:gd name="connsiteX115" fmla="*/ 3045916 w 12192000"/>
              <a:gd name="connsiteY115" fmla="*/ 261030 h 4939827"/>
              <a:gd name="connsiteX116" fmla="*/ 3074187 w 12192000"/>
              <a:gd name="connsiteY116" fmla="*/ 243226 h 4939827"/>
              <a:gd name="connsiteX117" fmla="*/ 3103677 w 12192000"/>
              <a:gd name="connsiteY117" fmla="*/ 209527 h 4939827"/>
              <a:gd name="connsiteX118" fmla="*/ 3126759 w 12192000"/>
              <a:gd name="connsiteY118" fmla="*/ 211226 h 4939827"/>
              <a:gd name="connsiteX119" fmla="*/ 3164020 w 12192000"/>
              <a:gd name="connsiteY119" fmla="*/ 212779 h 4939827"/>
              <a:gd name="connsiteX120" fmla="*/ 3285019 w 12192000"/>
              <a:gd name="connsiteY120" fmla="*/ 220535 h 4939827"/>
              <a:gd name="connsiteX121" fmla="*/ 3365154 w 12192000"/>
              <a:gd name="connsiteY121" fmla="*/ 226416 h 4939827"/>
              <a:gd name="connsiteX122" fmla="*/ 3367507 w 12192000"/>
              <a:gd name="connsiteY122" fmla="*/ 225416 h 4939827"/>
              <a:gd name="connsiteX123" fmla="*/ 3387567 w 12192000"/>
              <a:gd name="connsiteY123" fmla="*/ 227103 h 4939827"/>
              <a:gd name="connsiteX124" fmla="*/ 3424753 w 12192000"/>
              <a:gd name="connsiteY124" fmla="*/ 244380 h 4939827"/>
              <a:gd name="connsiteX125" fmla="*/ 3498001 w 12192000"/>
              <a:gd name="connsiteY125" fmla="*/ 231941 h 4939827"/>
              <a:gd name="connsiteX126" fmla="*/ 3561557 w 12192000"/>
              <a:gd name="connsiteY126" fmla="*/ 228095 h 4939827"/>
              <a:gd name="connsiteX127" fmla="*/ 3611920 w 12192000"/>
              <a:gd name="connsiteY127" fmla="*/ 218094 h 4939827"/>
              <a:gd name="connsiteX128" fmla="*/ 3620528 w 12192000"/>
              <a:gd name="connsiteY128" fmla="*/ 218788 h 4939827"/>
              <a:gd name="connsiteX129" fmla="*/ 3620766 w 12192000"/>
              <a:gd name="connsiteY129" fmla="*/ 218511 h 4939827"/>
              <a:gd name="connsiteX130" fmla="*/ 3629977 w 12192000"/>
              <a:gd name="connsiteY130" fmla="*/ 218664 h 4939827"/>
              <a:gd name="connsiteX131" fmla="*/ 3636217 w 12192000"/>
              <a:gd name="connsiteY131" fmla="*/ 220048 h 4939827"/>
              <a:gd name="connsiteX132" fmla="*/ 3709484 w 12192000"/>
              <a:gd name="connsiteY132" fmla="*/ 186927 h 4939827"/>
              <a:gd name="connsiteX133" fmla="*/ 3761342 w 12192000"/>
              <a:gd name="connsiteY133" fmla="*/ 177474 h 4939827"/>
              <a:gd name="connsiteX134" fmla="*/ 3799748 w 12192000"/>
              <a:gd name="connsiteY134" fmla="*/ 167154 h 4939827"/>
              <a:gd name="connsiteX135" fmla="*/ 3812225 w 12192000"/>
              <a:gd name="connsiteY135" fmla="*/ 189020 h 4939827"/>
              <a:gd name="connsiteX136" fmla="*/ 3864537 w 12192000"/>
              <a:gd name="connsiteY136" fmla="*/ 200742 h 4939827"/>
              <a:gd name="connsiteX137" fmla="*/ 4028476 w 12192000"/>
              <a:gd name="connsiteY137" fmla="*/ 223679 h 4939827"/>
              <a:gd name="connsiteX138" fmla="*/ 4191582 w 12192000"/>
              <a:gd name="connsiteY138" fmla="*/ 238952 h 4939827"/>
              <a:gd name="connsiteX139" fmla="*/ 4251024 w 12192000"/>
              <a:gd name="connsiteY139" fmla="*/ 240874 h 4939827"/>
              <a:gd name="connsiteX140" fmla="*/ 4355275 w 12192000"/>
              <a:gd name="connsiteY140" fmla="*/ 260205 h 4939827"/>
              <a:gd name="connsiteX141" fmla="*/ 4423807 w 12192000"/>
              <a:gd name="connsiteY141" fmla="*/ 270366 h 4939827"/>
              <a:gd name="connsiteX142" fmla="*/ 4558432 w 12192000"/>
              <a:gd name="connsiteY142" fmla="*/ 269194 h 4939827"/>
              <a:gd name="connsiteX143" fmla="*/ 4635061 w 12192000"/>
              <a:gd name="connsiteY143" fmla="*/ 280682 h 4939827"/>
              <a:gd name="connsiteX144" fmla="*/ 4807427 w 12192000"/>
              <a:gd name="connsiteY144" fmla="*/ 276835 h 4939827"/>
              <a:gd name="connsiteX145" fmla="*/ 5028933 w 12192000"/>
              <a:gd name="connsiteY145" fmla="*/ 183887 h 4939827"/>
              <a:gd name="connsiteX146" fmla="*/ 5093642 w 12192000"/>
              <a:gd name="connsiteY146" fmla="*/ 177214 h 4939827"/>
              <a:gd name="connsiteX147" fmla="*/ 5102642 w 12192000"/>
              <a:gd name="connsiteY147" fmla="*/ 186816 h 4939827"/>
              <a:gd name="connsiteX148" fmla="*/ 5193590 w 12192000"/>
              <a:gd name="connsiteY148" fmla="*/ 136361 h 4939827"/>
              <a:gd name="connsiteX149" fmla="*/ 5323922 w 12192000"/>
              <a:gd name="connsiteY149" fmla="*/ 146332 h 4939827"/>
              <a:gd name="connsiteX150" fmla="*/ 5421860 w 12192000"/>
              <a:gd name="connsiteY150" fmla="*/ 167298 h 4939827"/>
              <a:gd name="connsiteX151" fmla="*/ 5476948 w 12192000"/>
              <a:gd name="connsiteY151" fmla="*/ 173249 h 4939827"/>
              <a:gd name="connsiteX152" fmla="*/ 5516842 w 12192000"/>
              <a:gd name="connsiteY152" fmla="*/ 184018 h 4939827"/>
              <a:gd name="connsiteX153" fmla="*/ 5619415 w 12192000"/>
              <a:gd name="connsiteY153" fmla="*/ 176781 h 4939827"/>
              <a:gd name="connsiteX154" fmla="*/ 5789867 w 12192000"/>
              <a:gd name="connsiteY154" fmla="*/ 150304 h 4939827"/>
              <a:gd name="connsiteX155" fmla="*/ 5825953 w 12192000"/>
              <a:gd name="connsiteY155" fmla="*/ 147907 h 4939827"/>
              <a:gd name="connsiteX156" fmla="*/ 5856168 w 12192000"/>
              <a:gd name="connsiteY156" fmla="*/ 158719 h 4939827"/>
              <a:gd name="connsiteX157" fmla="*/ 5862476 w 12192000"/>
              <a:gd name="connsiteY157" fmla="*/ 172447 h 4939827"/>
              <a:gd name="connsiteX158" fmla="*/ 5882195 w 12192000"/>
              <a:gd name="connsiteY158" fmla="*/ 173195 h 4939827"/>
              <a:gd name="connsiteX159" fmla="*/ 5887271 w 12192000"/>
              <a:gd name="connsiteY159" fmla="*/ 176084 h 4939827"/>
              <a:gd name="connsiteX160" fmla="*/ 5916552 w 12192000"/>
              <a:gd name="connsiteY160" fmla="*/ 189955 h 4939827"/>
              <a:gd name="connsiteX161" fmla="*/ 5983240 w 12192000"/>
              <a:gd name="connsiteY161" fmla="*/ 152755 h 4939827"/>
              <a:gd name="connsiteX162" fmla="*/ 6152287 w 12192000"/>
              <a:gd name="connsiteY162" fmla="*/ 116736 h 4939827"/>
              <a:gd name="connsiteX163" fmla="*/ 6415830 w 12192000"/>
              <a:gd name="connsiteY163" fmla="*/ 136006 h 4939827"/>
              <a:gd name="connsiteX164" fmla="*/ 6756965 w 12192000"/>
              <a:gd name="connsiteY164" fmla="*/ 57636 h 4939827"/>
              <a:gd name="connsiteX165" fmla="*/ 6819400 w 12192000"/>
              <a:gd name="connsiteY165" fmla="*/ 30742 h 4939827"/>
              <a:gd name="connsiteX166" fmla="*/ 6986370 w 12192000"/>
              <a:gd name="connsiteY166" fmla="*/ 12659 h 4939827"/>
              <a:gd name="connsiteX167" fmla="*/ 6989536 w 12192000"/>
              <a:gd name="connsiteY167" fmla="*/ 14528 h 4939827"/>
              <a:gd name="connsiteX168" fmla="*/ 7015933 w 12192000"/>
              <a:gd name="connsiteY168" fmla="*/ 9653 h 4939827"/>
              <a:gd name="connsiteX169" fmla="*/ 7020592 w 12192000"/>
              <a:gd name="connsiteY169" fmla="*/ 1651 h 4939827"/>
              <a:gd name="connsiteX170" fmla="*/ 7025905 w 12192000"/>
              <a:gd name="connsiteY170" fmla="*/ 0 h 4939827"/>
              <a:gd name="connsiteX0" fmla="*/ 7025905 w 12192000"/>
              <a:gd name="connsiteY0" fmla="*/ 0 h 4939827"/>
              <a:gd name="connsiteX1" fmla="*/ 7032579 w 12192000"/>
              <a:gd name="connsiteY1" fmla="*/ 2808 h 4939827"/>
              <a:gd name="connsiteX2" fmla="*/ 7079505 w 12192000"/>
              <a:gd name="connsiteY2" fmla="*/ 12971 h 4939827"/>
              <a:gd name="connsiteX3" fmla="*/ 7158791 w 12192000"/>
              <a:gd name="connsiteY3" fmla="*/ 12462 h 4939827"/>
              <a:gd name="connsiteX4" fmla="*/ 7233338 w 12192000"/>
              <a:gd name="connsiteY4" fmla="*/ 24846 h 4939827"/>
              <a:gd name="connsiteX5" fmla="*/ 7259791 w 12192000"/>
              <a:gd name="connsiteY5" fmla="*/ 29557 h 4939827"/>
              <a:gd name="connsiteX6" fmla="*/ 7263923 w 12192000"/>
              <a:gd name="connsiteY6" fmla="*/ 35029 h 4939827"/>
              <a:gd name="connsiteX7" fmla="*/ 7281549 w 12192000"/>
              <a:gd name="connsiteY7" fmla="*/ 39654 h 4939827"/>
              <a:gd name="connsiteX8" fmla="*/ 7374735 w 12192000"/>
              <a:gd name="connsiteY8" fmla="*/ 65326 h 4939827"/>
              <a:gd name="connsiteX9" fmla="*/ 7376078 w 12192000"/>
              <a:gd name="connsiteY9" fmla="*/ 63849 h 4939827"/>
              <a:gd name="connsiteX10" fmla="*/ 7402026 w 12192000"/>
              <a:gd name="connsiteY10" fmla="*/ 60308 h 4939827"/>
              <a:gd name="connsiteX11" fmla="*/ 7415091 w 12192000"/>
              <a:gd name="connsiteY11" fmla="*/ 77403 h 4939827"/>
              <a:gd name="connsiteX12" fmla="*/ 7488682 w 12192000"/>
              <a:gd name="connsiteY12" fmla="*/ 83440 h 4939827"/>
              <a:gd name="connsiteX13" fmla="*/ 7588044 w 12192000"/>
              <a:gd name="connsiteY13" fmla="*/ 110756 h 4939827"/>
              <a:gd name="connsiteX14" fmla="*/ 7732750 w 12192000"/>
              <a:gd name="connsiteY14" fmla="*/ 145456 h 4939827"/>
              <a:gd name="connsiteX15" fmla="*/ 7785900 w 12192000"/>
              <a:gd name="connsiteY15" fmla="*/ 154493 h 4939827"/>
              <a:gd name="connsiteX16" fmla="*/ 7877301 w 12192000"/>
              <a:gd name="connsiteY16" fmla="*/ 186153 h 4939827"/>
              <a:gd name="connsiteX17" fmla="*/ 7952584 w 12192000"/>
              <a:gd name="connsiteY17" fmla="*/ 170181 h 4939827"/>
              <a:gd name="connsiteX18" fmla="*/ 8009534 w 12192000"/>
              <a:gd name="connsiteY18" fmla="*/ 176441 h 4939827"/>
              <a:gd name="connsiteX19" fmla="*/ 8058681 w 12192000"/>
              <a:gd name="connsiteY19" fmla="*/ 219431 h 4939827"/>
              <a:gd name="connsiteX20" fmla="*/ 8126175 w 12192000"/>
              <a:gd name="connsiteY20" fmla="*/ 240005 h 4939827"/>
              <a:gd name="connsiteX21" fmla="*/ 8166439 w 12192000"/>
              <a:gd name="connsiteY21" fmla="*/ 252699 h 4939827"/>
              <a:gd name="connsiteX22" fmla="*/ 8281371 w 12192000"/>
              <a:gd name="connsiteY22" fmla="*/ 256875 h 4939827"/>
              <a:gd name="connsiteX23" fmla="*/ 8381609 w 12192000"/>
              <a:gd name="connsiteY23" fmla="*/ 240618 h 4939827"/>
              <a:gd name="connsiteX24" fmla="*/ 8406759 w 12192000"/>
              <a:gd name="connsiteY24" fmla="*/ 232517 h 4939827"/>
              <a:gd name="connsiteX25" fmla="*/ 8426506 w 12192000"/>
              <a:gd name="connsiteY25" fmla="*/ 241842 h 4939827"/>
              <a:gd name="connsiteX26" fmla="*/ 8427949 w 12192000"/>
              <a:gd name="connsiteY26" fmla="*/ 240981 h 4939827"/>
              <a:gd name="connsiteX27" fmla="*/ 8441468 w 12192000"/>
              <a:gd name="connsiteY27" fmla="*/ 241157 h 4939827"/>
              <a:gd name="connsiteX28" fmla="*/ 8565757 w 12192000"/>
              <a:gd name="connsiteY28" fmla="*/ 255317 h 4939827"/>
              <a:gd name="connsiteX29" fmla="*/ 8573171 w 12192000"/>
              <a:gd name="connsiteY29" fmla="*/ 258426 h 4939827"/>
              <a:gd name="connsiteX30" fmla="*/ 8573548 w 12192000"/>
              <a:gd name="connsiteY30" fmla="*/ 258241 h 4939827"/>
              <a:gd name="connsiteX31" fmla="*/ 8581827 w 12192000"/>
              <a:gd name="connsiteY31" fmla="*/ 261028 h 4939827"/>
              <a:gd name="connsiteX32" fmla="*/ 8586687 w 12192000"/>
              <a:gd name="connsiteY32" fmla="*/ 264089 h 4939827"/>
              <a:gd name="connsiteX33" fmla="*/ 8601067 w 12192000"/>
              <a:gd name="connsiteY33" fmla="*/ 270114 h 4939827"/>
              <a:gd name="connsiteX34" fmla="*/ 8672650 w 12192000"/>
              <a:gd name="connsiteY34" fmla="*/ 254821 h 4939827"/>
              <a:gd name="connsiteX35" fmla="*/ 8785543 w 12192000"/>
              <a:gd name="connsiteY35" fmla="*/ 263406 h 4939827"/>
              <a:gd name="connsiteX36" fmla="*/ 8830588 w 12192000"/>
              <a:gd name="connsiteY36" fmla="*/ 265483 h 4939827"/>
              <a:gd name="connsiteX37" fmla="*/ 8905142 w 12192000"/>
              <a:gd name="connsiteY37" fmla="*/ 264958 h 4939827"/>
              <a:gd name="connsiteX38" fmla="*/ 8968582 w 12192000"/>
              <a:gd name="connsiteY38" fmla="*/ 262728 h 4939827"/>
              <a:gd name="connsiteX39" fmla="*/ 8972994 w 12192000"/>
              <a:gd name="connsiteY39" fmla="*/ 263284 h 4939827"/>
              <a:gd name="connsiteX40" fmla="*/ 9004605 w 12192000"/>
              <a:gd name="connsiteY40" fmla="*/ 258041 h 4939827"/>
              <a:gd name="connsiteX41" fmla="*/ 9016165 w 12192000"/>
              <a:gd name="connsiteY41" fmla="*/ 261258 h 4939827"/>
              <a:gd name="connsiteX42" fmla="*/ 9043297 w 12192000"/>
              <a:gd name="connsiteY42" fmla="*/ 281547 h 4939827"/>
              <a:gd name="connsiteX43" fmla="*/ 9048315 w 12192000"/>
              <a:gd name="connsiteY43" fmla="*/ 279264 h 4939827"/>
              <a:gd name="connsiteX44" fmla="*/ 9054706 w 12192000"/>
              <a:gd name="connsiteY44" fmla="*/ 278538 h 4939827"/>
              <a:gd name="connsiteX45" fmla="*/ 9070919 w 12192000"/>
              <a:gd name="connsiteY45" fmla="*/ 281810 h 4939827"/>
              <a:gd name="connsiteX46" fmla="*/ 9076813 w 12192000"/>
              <a:gd name="connsiteY46" fmla="*/ 283909 h 4939827"/>
              <a:gd name="connsiteX47" fmla="*/ 9085871 w 12192000"/>
              <a:gd name="connsiteY47" fmla="*/ 285133 h 4939827"/>
              <a:gd name="connsiteX48" fmla="*/ 9086159 w 12192000"/>
              <a:gd name="connsiteY48" fmla="*/ 284887 h 4939827"/>
              <a:gd name="connsiteX49" fmla="*/ 9134606 w 12192000"/>
              <a:gd name="connsiteY49" fmla="*/ 288168 h 4939827"/>
              <a:gd name="connsiteX50" fmla="*/ 9195590 w 12192000"/>
              <a:gd name="connsiteY50" fmla="*/ 279568 h 4939827"/>
              <a:gd name="connsiteX51" fmla="*/ 9219336 w 12192000"/>
              <a:gd name="connsiteY51" fmla="*/ 278133 h 4939827"/>
              <a:gd name="connsiteX52" fmla="*/ 9232362 w 12192000"/>
              <a:gd name="connsiteY52" fmla="*/ 275894 h 4939827"/>
              <a:gd name="connsiteX53" fmla="*/ 9233396 w 12192000"/>
              <a:gd name="connsiteY53" fmla="*/ 274803 h 4939827"/>
              <a:gd name="connsiteX54" fmla="*/ 9256213 w 12192000"/>
              <a:gd name="connsiteY54" fmla="*/ 281576 h 4939827"/>
              <a:gd name="connsiteX55" fmla="*/ 9262377 w 12192000"/>
              <a:gd name="connsiteY55" fmla="*/ 286635 h 4939827"/>
              <a:gd name="connsiteX56" fmla="*/ 9287089 w 12192000"/>
              <a:gd name="connsiteY56" fmla="*/ 303891 h 4939827"/>
              <a:gd name="connsiteX57" fmla="*/ 9371484 w 12192000"/>
              <a:gd name="connsiteY57" fmla="*/ 329634 h 4939827"/>
              <a:gd name="connsiteX58" fmla="*/ 9404829 w 12192000"/>
              <a:gd name="connsiteY58" fmla="*/ 339038 h 4939827"/>
              <a:gd name="connsiteX59" fmla="*/ 9427021 w 12192000"/>
              <a:gd name="connsiteY59" fmla="*/ 358784 h 4939827"/>
              <a:gd name="connsiteX60" fmla="*/ 9670844 w 12192000"/>
              <a:gd name="connsiteY60" fmla="*/ 405128 h 4939827"/>
              <a:gd name="connsiteX61" fmla="*/ 9816083 w 12192000"/>
              <a:gd name="connsiteY61" fmla="*/ 416573 h 4939827"/>
              <a:gd name="connsiteX62" fmla="*/ 9936741 w 12192000"/>
              <a:gd name="connsiteY62" fmla="*/ 437044 h 4939827"/>
              <a:gd name="connsiteX63" fmla="*/ 10050093 w 12192000"/>
              <a:gd name="connsiteY63" fmla="*/ 443783 h 4939827"/>
              <a:gd name="connsiteX64" fmla="*/ 10130090 w 12192000"/>
              <a:gd name="connsiteY64" fmla="*/ 459520 h 4939827"/>
              <a:gd name="connsiteX65" fmla="*/ 10173456 w 12192000"/>
              <a:gd name="connsiteY65" fmla="*/ 457749 h 4939827"/>
              <a:gd name="connsiteX66" fmla="*/ 10218232 w 12192000"/>
              <a:gd name="connsiteY66" fmla="*/ 459820 h 4939827"/>
              <a:gd name="connsiteX67" fmla="*/ 10354176 w 12192000"/>
              <a:gd name="connsiteY67" fmla="*/ 471377 h 4939827"/>
              <a:gd name="connsiteX68" fmla="*/ 10430681 w 12192000"/>
              <a:gd name="connsiteY68" fmla="*/ 481226 h 4939827"/>
              <a:gd name="connsiteX69" fmla="*/ 10478169 w 12192000"/>
              <a:gd name="connsiteY69" fmla="*/ 481774 h 4939827"/>
              <a:gd name="connsiteX70" fmla="*/ 10540907 w 12192000"/>
              <a:gd name="connsiteY70" fmla="*/ 485607 h 4939827"/>
              <a:gd name="connsiteX71" fmla="*/ 10614941 w 12192000"/>
              <a:gd name="connsiteY71" fmla="*/ 487592 h 4939827"/>
              <a:gd name="connsiteX72" fmla="*/ 10674098 w 12192000"/>
              <a:gd name="connsiteY72" fmla="*/ 521656 h 4939827"/>
              <a:gd name="connsiteX73" fmla="*/ 10874834 w 12192000"/>
              <a:gd name="connsiteY73" fmla="*/ 574867 h 4939827"/>
              <a:gd name="connsiteX74" fmla="*/ 10944981 w 12192000"/>
              <a:gd name="connsiteY74" fmla="*/ 615042 h 4939827"/>
              <a:gd name="connsiteX75" fmla="*/ 11006376 w 12192000"/>
              <a:gd name="connsiteY75" fmla="*/ 645957 h 4939827"/>
              <a:gd name="connsiteX76" fmla="*/ 11076308 w 12192000"/>
              <a:gd name="connsiteY76" fmla="*/ 675698 h 4939827"/>
              <a:gd name="connsiteX77" fmla="*/ 11148789 w 12192000"/>
              <a:gd name="connsiteY77" fmla="*/ 685041 h 4939827"/>
              <a:gd name="connsiteX78" fmla="*/ 11249129 w 12192000"/>
              <a:gd name="connsiteY78" fmla="*/ 684218 h 4939827"/>
              <a:gd name="connsiteX79" fmla="*/ 11299915 w 12192000"/>
              <a:gd name="connsiteY79" fmla="*/ 692177 h 4939827"/>
              <a:gd name="connsiteX80" fmla="*/ 11386973 w 12192000"/>
              <a:gd name="connsiteY80" fmla="*/ 708209 h 4939827"/>
              <a:gd name="connsiteX81" fmla="*/ 11500105 w 12192000"/>
              <a:gd name="connsiteY81" fmla="*/ 735014 h 4939827"/>
              <a:gd name="connsiteX82" fmla="*/ 11621735 w 12192000"/>
              <a:gd name="connsiteY82" fmla="*/ 789584 h 4939827"/>
              <a:gd name="connsiteX83" fmla="*/ 11691200 w 12192000"/>
              <a:gd name="connsiteY83" fmla="*/ 867902 h 4939827"/>
              <a:gd name="connsiteX84" fmla="*/ 11819427 w 12192000"/>
              <a:gd name="connsiteY84" fmla="*/ 911634 h 4939827"/>
              <a:gd name="connsiteX85" fmla="*/ 11969720 w 12192000"/>
              <a:gd name="connsiteY85" fmla="*/ 964737 h 4939827"/>
              <a:gd name="connsiteX86" fmla="*/ 12055766 w 12192000"/>
              <a:gd name="connsiteY86" fmla="*/ 991268 h 4939827"/>
              <a:gd name="connsiteX87" fmla="*/ 12171539 w 12192000"/>
              <a:gd name="connsiteY87" fmla="*/ 995427 h 4939827"/>
              <a:gd name="connsiteX88" fmla="*/ 12187831 w 12192000"/>
              <a:gd name="connsiteY88" fmla="*/ 996580 h 4939827"/>
              <a:gd name="connsiteX89" fmla="*/ 12192000 w 12192000"/>
              <a:gd name="connsiteY89" fmla="*/ 996726 h 4939827"/>
              <a:gd name="connsiteX90" fmla="*/ 12192000 w 12192000"/>
              <a:gd name="connsiteY90" fmla="*/ 4939827 h 4939827"/>
              <a:gd name="connsiteX91" fmla="*/ 0 w 12192000"/>
              <a:gd name="connsiteY91" fmla="*/ 4939827 h 4939827"/>
              <a:gd name="connsiteX92" fmla="*/ 0 w 12192000"/>
              <a:gd name="connsiteY92" fmla="*/ 512043 h 4939827"/>
              <a:gd name="connsiteX93" fmla="*/ 7381 w 12192000"/>
              <a:gd name="connsiteY93" fmla="*/ 512580 h 4939827"/>
              <a:gd name="connsiteX94" fmla="*/ 100029 w 12192000"/>
              <a:gd name="connsiteY94" fmla="*/ 504758 h 4939827"/>
              <a:gd name="connsiteX95" fmla="*/ 155244 w 12192000"/>
              <a:gd name="connsiteY95" fmla="*/ 525130 h 4939827"/>
              <a:gd name="connsiteX96" fmla="*/ 254366 w 12192000"/>
              <a:gd name="connsiteY96" fmla="*/ 534449 h 4939827"/>
              <a:gd name="connsiteX97" fmla="*/ 447292 w 12192000"/>
              <a:gd name="connsiteY97" fmla="*/ 542725 h 4939827"/>
              <a:gd name="connsiteX98" fmla="*/ 628105 w 12192000"/>
              <a:gd name="connsiteY98" fmla="*/ 547853 h 4939827"/>
              <a:gd name="connsiteX99" fmla="*/ 783146 w 12192000"/>
              <a:gd name="connsiteY99" fmla="*/ 591799 h 4939827"/>
              <a:gd name="connsiteX100" fmla="*/ 1043676 w 12192000"/>
              <a:gd name="connsiteY100" fmla="*/ 591887 h 4939827"/>
              <a:gd name="connsiteX101" fmla="*/ 1281816 w 12192000"/>
              <a:gd name="connsiteY101" fmla="*/ 520946 h 4939827"/>
              <a:gd name="connsiteX102" fmla="*/ 1486347 w 12192000"/>
              <a:gd name="connsiteY102" fmla="*/ 487310 h 4939827"/>
              <a:gd name="connsiteX103" fmla="*/ 1568079 w 12192000"/>
              <a:gd name="connsiteY103" fmla="*/ 462531 h 4939827"/>
              <a:gd name="connsiteX104" fmla="*/ 1622516 w 12192000"/>
              <a:gd name="connsiteY104" fmla="*/ 466058 h 4939827"/>
              <a:gd name="connsiteX105" fmla="*/ 1655457 w 12192000"/>
              <a:gd name="connsiteY105" fmla="*/ 465359 h 4939827"/>
              <a:gd name="connsiteX106" fmla="*/ 1717454 w 12192000"/>
              <a:gd name="connsiteY106" fmla="*/ 417203 h 4939827"/>
              <a:gd name="connsiteX107" fmla="*/ 1913794 w 12192000"/>
              <a:gd name="connsiteY107" fmla="*/ 365255 h 4939827"/>
              <a:gd name="connsiteX108" fmla="*/ 2129762 w 12192000"/>
              <a:gd name="connsiteY108" fmla="*/ 367832 h 4939827"/>
              <a:gd name="connsiteX109" fmla="*/ 2376970 w 12192000"/>
              <a:gd name="connsiteY109" fmla="*/ 350129 h 4939827"/>
              <a:gd name="connsiteX110" fmla="*/ 2480155 w 12192000"/>
              <a:gd name="connsiteY110" fmla="*/ 359227 h 4939827"/>
              <a:gd name="connsiteX111" fmla="*/ 2586782 w 12192000"/>
              <a:gd name="connsiteY111" fmla="*/ 339352 h 4939827"/>
              <a:gd name="connsiteX112" fmla="*/ 2654496 w 12192000"/>
              <a:gd name="connsiteY112" fmla="*/ 315431 h 4939827"/>
              <a:gd name="connsiteX113" fmla="*/ 2788947 w 12192000"/>
              <a:gd name="connsiteY113" fmla="*/ 250375 h 4939827"/>
              <a:gd name="connsiteX114" fmla="*/ 2885389 w 12192000"/>
              <a:gd name="connsiteY114" fmla="*/ 255259 h 4939827"/>
              <a:gd name="connsiteX115" fmla="*/ 3045916 w 12192000"/>
              <a:gd name="connsiteY115" fmla="*/ 261030 h 4939827"/>
              <a:gd name="connsiteX116" fmla="*/ 3074187 w 12192000"/>
              <a:gd name="connsiteY116" fmla="*/ 243226 h 4939827"/>
              <a:gd name="connsiteX117" fmla="*/ 3103677 w 12192000"/>
              <a:gd name="connsiteY117" fmla="*/ 209527 h 4939827"/>
              <a:gd name="connsiteX118" fmla="*/ 3126759 w 12192000"/>
              <a:gd name="connsiteY118" fmla="*/ 211226 h 4939827"/>
              <a:gd name="connsiteX119" fmla="*/ 3164020 w 12192000"/>
              <a:gd name="connsiteY119" fmla="*/ 212779 h 4939827"/>
              <a:gd name="connsiteX120" fmla="*/ 3285019 w 12192000"/>
              <a:gd name="connsiteY120" fmla="*/ 220535 h 4939827"/>
              <a:gd name="connsiteX121" fmla="*/ 3365154 w 12192000"/>
              <a:gd name="connsiteY121" fmla="*/ 226416 h 4939827"/>
              <a:gd name="connsiteX122" fmla="*/ 3367507 w 12192000"/>
              <a:gd name="connsiteY122" fmla="*/ 225416 h 4939827"/>
              <a:gd name="connsiteX123" fmla="*/ 3387567 w 12192000"/>
              <a:gd name="connsiteY123" fmla="*/ 227103 h 4939827"/>
              <a:gd name="connsiteX124" fmla="*/ 3424753 w 12192000"/>
              <a:gd name="connsiteY124" fmla="*/ 244380 h 4939827"/>
              <a:gd name="connsiteX125" fmla="*/ 3498001 w 12192000"/>
              <a:gd name="connsiteY125" fmla="*/ 231941 h 4939827"/>
              <a:gd name="connsiteX126" fmla="*/ 3561557 w 12192000"/>
              <a:gd name="connsiteY126" fmla="*/ 228095 h 4939827"/>
              <a:gd name="connsiteX127" fmla="*/ 3611920 w 12192000"/>
              <a:gd name="connsiteY127" fmla="*/ 218094 h 4939827"/>
              <a:gd name="connsiteX128" fmla="*/ 3620528 w 12192000"/>
              <a:gd name="connsiteY128" fmla="*/ 218788 h 4939827"/>
              <a:gd name="connsiteX129" fmla="*/ 3620766 w 12192000"/>
              <a:gd name="connsiteY129" fmla="*/ 218511 h 4939827"/>
              <a:gd name="connsiteX130" fmla="*/ 3629977 w 12192000"/>
              <a:gd name="connsiteY130" fmla="*/ 218664 h 4939827"/>
              <a:gd name="connsiteX131" fmla="*/ 3636217 w 12192000"/>
              <a:gd name="connsiteY131" fmla="*/ 220048 h 4939827"/>
              <a:gd name="connsiteX132" fmla="*/ 3709484 w 12192000"/>
              <a:gd name="connsiteY132" fmla="*/ 186927 h 4939827"/>
              <a:gd name="connsiteX133" fmla="*/ 3761342 w 12192000"/>
              <a:gd name="connsiteY133" fmla="*/ 177474 h 4939827"/>
              <a:gd name="connsiteX134" fmla="*/ 3799748 w 12192000"/>
              <a:gd name="connsiteY134" fmla="*/ 167154 h 4939827"/>
              <a:gd name="connsiteX135" fmla="*/ 3812225 w 12192000"/>
              <a:gd name="connsiteY135" fmla="*/ 189020 h 4939827"/>
              <a:gd name="connsiteX136" fmla="*/ 3864537 w 12192000"/>
              <a:gd name="connsiteY136" fmla="*/ 200742 h 4939827"/>
              <a:gd name="connsiteX137" fmla="*/ 4028476 w 12192000"/>
              <a:gd name="connsiteY137" fmla="*/ 223679 h 4939827"/>
              <a:gd name="connsiteX138" fmla="*/ 4191582 w 12192000"/>
              <a:gd name="connsiteY138" fmla="*/ 238952 h 4939827"/>
              <a:gd name="connsiteX139" fmla="*/ 4251024 w 12192000"/>
              <a:gd name="connsiteY139" fmla="*/ 240874 h 4939827"/>
              <a:gd name="connsiteX140" fmla="*/ 4355275 w 12192000"/>
              <a:gd name="connsiteY140" fmla="*/ 260205 h 4939827"/>
              <a:gd name="connsiteX141" fmla="*/ 4423807 w 12192000"/>
              <a:gd name="connsiteY141" fmla="*/ 270366 h 4939827"/>
              <a:gd name="connsiteX142" fmla="*/ 4558432 w 12192000"/>
              <a:gd name="connsiteY142" fmla="*/ 269194 h 4939827"/>
              <a:gd name="connsiteX143" fmla="*/ 4635061 w 12192000"/>
              <a:gd name="connsiteY143" fmla="*/ 280682 h 4939827"/>
              <a:gd name="connsiteX144" fmla="*/ 4807427 w 12192000"/>
              <a:gd name="connsiteY144" fmla="*/ 276835 h 4939827"/>
              <a:gd name="connsiteX145" fmla="*/ 5028933 w 12192000"/>
              <a:gd name="connsiteY145" fmla="*/ 183887 h 4939827"/>
              <a:gd name="connsiteX146" fmla="*/ 5093642 w 12192000"/>
              <a:gd name="connsiteY146" fmla="*/ 177214 h 4939827"/>
              <a:gd name="connsiteX147" fmla="*/ 5102642 w 12192000"/>
              <a:gd name="connsiteY147" fmla="*/ 186816 h 4939827"/>
              <a:gd name="connsiteX148" fmla="*/ 5193590 w 12192000"/>
              <a:gd name="connsiteY148" fmla="*/ 136361 h 4939827"/>
              <a:gd name="connsiteX149" fmla="*/ 5323922 w 12192000"/>
              <a:gd name="connsiteY149" fmla="*/ 146332 h 4939827"/>
              <a:gd name="connsiteX150" fmla="*/ 5421860 w 12192000"/>
              <a:gd name="connsiteY150" fmla="*/ 167298 h 4939827"/>
              <a:gd name="connsiteX151" fmla="*/ 5476948 w 12192000"/>
              <a:gd name="connsiteY151" fmla="*/ 173249 h 4939827"/>
              <a:gd name="connsiteX152" fmla="*/ 5516842 w 12192000"/>
              <a:gd name="connsiteY152" fmla="*/ 184018 h 4939827"/>
              <a:gd name="connsiteX153" fmla="*/ 5619415 w 12192000"/>
              <a:gd name="connsiteY153" fmla="*/ 176781 h 4939827"/>
              <a:gd name="connsiteX154" fmla="*/ 5789867 w 12192000"/>
              <a:gd name="connsiteY154" fmla="*/ 150304 h 4939827"/>
              <a:gd name="connsiteX155" fmla="*/ 5825953 w 12192000"/>
              <a:gd name="connsiteY155" fmla="*/ 147907 h 4939827"/>
              <a:gd name="connsiteX156" fmla="*/ 5856168 w 12192000"/>
              <a:gd name="connsiteY156" fmla="*/ 158719 h 4939827"/>
              <a:gd name="connsiteX157" fmla="*/ 5862476 w 12192000"/>
              <a:gd name="connsiteY157" fmla="*/ 172447 h 4939827"/>
              <a:gd name="connsiteX158" fmla="*/ 5882195 w 12192000"/>
              <a:gd name="connsiteY158" fmla="*/ 173195 h 4939827"/>
              <a:gd name="connsiteX159" fmla="*/ 5887271 w 12192000"/>
              <a:gd name="connsiteY159" fmla="*/ 176084 h 4939827"/>
              <a:gd name="connsiteX160" fmla="*/ 5921577 w 12192000"/>
              <a:gd name="connsiteY160" fmla="*/ 169858 h 4939827"/>
              <a:gd name="connsiteX161" fmla="*/ 5983240 w 12192000"/>
              <a:gd name="connsiteY161" fmla="*/ 152755 h 4939827"/>
              <a:gd name="connsiteX162" fmla="*/ 6152287 w 12192000"/>
              <a:gd name="connsiteY162" fmla="*/ 116736 h 4939827"/>
              <a:gd name="connsiteX163" fmla="*/ 6415830 w 12192000"/>
              <a:gd name="connsiteY163" fmla="*/ 136006 h 4939827"/>
              <a:gd name="connsiteX164" fmla="*/ 6756965 w 12192000"/>
              <a:gd name="connsiteY164" fmla="*/ 57636 h 4939827"/>
              <a:gd name="connsiteX165" fmla="*/ 6819400 w 12192000"/>
              <a:gd name="connsiteY165" fmla="*/ 30742 h 4939827"/>
              <a:gd name="connsiteX166" fmla="*/ 6986370 w 12192000"/>
              <a:gd name="connsiteY166" fmla="*/ 12659 h 4939827"/>
              <a:gd name="connsiteX167" fmla="*/ 6989536 w 12192000"/>
              <a:gd name="connsiteY167" fmla="*/ 14528 h 4939827"/>
              <a:gd name="connsiteX168" fmla="*/ 7015933 w 12192000"/>
              <a:gd name="connsiteY168" fmla="*/ 9653 h 4939827"/>
              <a:gd name="connsiteX169" fmla="*/ 7020592 w 12192000"/>
              <a:gd name="connsiteY169" fmla="*/ 1651 h 4939827"/>
              <a:gd name="connsiteX170" fmla="*/ 7025905 w 12192000"/>
              <a:gd name="connsiteY170" fmla="*/ 0 h 4939827"/>
              <a:gd name="connsiteX0" fmla="*/ 7025905 w 12192000"/>
              <a:gd name="connsiteY0" fmla="*/ 0 h 4939827"/>
              <a:gd name="connsiteX1" fmla="*/ 7032579 w 12192000"/>
              <a:gd name="connsiteY1" fmla="*/ 2808 h 4939827"/>
              <a:gd name="connsiteX2" fmla="*/ 7079505 w 12192000"/>
              <a:gd name="connsiteY2" fmla="*/ 12971 h 4939827"/>
              <a:gd name="connsiteX3" fmla="*/ 7158791 w 12192000"/>
              <a:gd name="connsiteY3" fmla="*/ 12462 h 4939827"/>
              <a:gd name="connsiteX4" fmla="*/ 7233338 w 12192000"/>
              <a:gd name="connsiteY4" fmla="*/ 24846 h 4939827"/>
              <a:gd name="connsiteX5" fmla="*/ 7259791 w 12192000"/>
              <a:gd name="connsiteY5" fmla="*/ 29557 h 4939827"/>
              <a:gd name="connsiteX6" fmla="*/ 7263923 w 12192000"/>
              <a:gd name="connsiteY6" fmla="*/ 35029 h 4939827"/>
              <a:gd name="connsiteX7" fmla="*/ 7281549 w 12192000"/>
              <a:gd name="connsiteY7" fmla="*/ 39654 h 4939827"/>
              <a:gd name="connsiteX8" fmla="*/ 7374735 w 12192000"/>
              <a:gd name="connsiteY8" fmla="*/ 65326 h 4939827"/>
              <a:gd name="connsiteX9" fmla="*/ 7376078 w 12192000"/>
              <a:gd name="connsiteY9" fmla="*/ 63849 h 4939827"/>
              <a:gd name="connsiteX10" fmla="*/ 7402026 w 12192000"/>
              <a:gd name="connsiteY10" fmla="*/ 60308 h 4939827"/>
              <a:gd name="connsiteX11" fmla="*/ 7415091 w 12192000"/>
              <a:gd name="connsiteY11" fmla="*/ 77403 h 4939827"/>
              <a:gd name="connsiteX12" fmla="*/ 7488682 w 12192000"/>
              <a:gd name="connsiteY12" fmla="*/ 83440 h 4939827"/>
              <a:gd name="connsiteX13" fmla="*/ 7588044 w 12192000"/>
              <a:gd name="connsiteY13" fmla="*/ 110756 h 4939827"/>
              <a:gd name="connsiteX14" fmla="*/ 7732750 w 12192000"/>
              <a:gd name="connsiteY14" fmla="*/ 145456 h 4939827"/>
              <a:gd name="connsiteX15" fmla="*/ 7785900 w 12192000"/>
              <a:gd name="connsiteY15" fmla="*/ 154493 h 4939827"/>
              <a:gd name="connsiteX16" fmla="*/ 7877301 w 12192000"/>
              <a:gd name="connsiteY16" fmla="*/ 186153 h 4939827"/>
              <a:gd name="connsiteX17" fmla="*/ 7952584 w 12192000"/>
              <a:gd name="connsiteY17" fmla="*/ 170181 h 4939827"/>
              <a:gd name="connsiteX18" fmla="*/ 8009534 w 12192000"/>
              <a:gd name="connsiteY18" fmla="*/ 176441 h 4939827"/>
              <a:gd name="connsiteX19" fmla="*/ 8058681 w 12192000"/>
              <a:gd name="connsiteY19" fmla="*/ 219431 h 4939827"/>
              <a:gd name="connsiteX20" fmla="*/ 8126175 w 12192000"/>
              <a:gd name="connsiteY20" fmla="*/ 240005 h 4939827"/>
              <a:gd name="connsiteX21" fmla="*/ 8166439 w 12192000"/>
              <a:gd name="connsiteY21" fmla="*/ 252699 h 4939827"/>
              <a:gd name="connsiteX22" fmla="*/ 8281371 w 12192000"/>
              <a:gd name="connsiteY22" fmla="*/ 256875 h 4939827"/>
              <a:gd name="connsiteX23" fmla="*/ 8381609 w 12192000"/>
              <a:gd name="connsiteY23" fmla="*/ 240618 h 4939827"/>
              <a:gd name="connsiteX24" fmla="*/ 8406759 w 12192000"/>
              <a:gd name="connsiteY24" fmla="*/ 232517 h 4939827"/>
              <a:gd name="connsiteX25" fmla="*/ 8426506 w 12192000"/>
              <a:gd name="connsiteY25" fmla="*/ 241842 h 4939827"/>
              <a:gd name="connsiteX26" fmla="*/ 8427949 w 12192000"/>
              <a:gd name="connsiteY26" fmla="*/ 240981 h 4939827"/>
              <a:gd name="connsiteX27" fmla="*/ 8441468 w 12192000"/>
              <a:gd name="connsiteY27" fmla="*/ 241157 h 4939827"/>
              <a:gd name="connsiteX28" fmla="*/ 8565757 w 12192000"/>
              <a:gd name="connsiteY28" fmla="*/ 255317 h 4939827"/>
              <a:gd name="connsiteX29" fmla="*/ 8573171 w 12192000"/>
              <a:gd name="connsiteY29" fmla="*/ 258426 h 4939827"/>
              <a:gd name="connsiteX30" fmla="*/ 8573548 w 12192000"/>
              <a:gd name="connsiteY30" fmla="*/ 258241 h 4939827"/>
              <a:gd name="connsiteX31" fmla="*/ 8581827 w 12192000"/>
              <a:gd name="connsiteY31" fmla="*/ 261028 h 4939827"/>
              <a:gd name="connsiteX32" fmla="*/ 8586687 w 12192000"/>
              <a:gd name="connsiteY32" fmla="*/ 264089 h 4939827"/>
              <a:gd name="connsiteX33" fmla="*/ 8601067 w 12192000"/>
              <a:gd name="connsiteY33" fmla="*/ 270114 h 4939827"/>
              <a:gd name="connsiteX34" fmla="*/ 8672650 w 12192000"/>
              <a:gd name="connsiteY34" fmla="*/ 254821 h 4939827"/>
              <a:gd name="connsiteX35" fmla="*/ 8785543 w 12192000"/>
              <a:gd name="connsiteY35" fmla="*/ 263406 h 4939827"/>
              <a:gd name="connsiteX36" fmla="*/ 8830588 w 12192000"/>
              <a:gd name="connsiteY36" fmla="*/ 265483 h 4939827"/>
              <a:gd name="connsiteX37" fmla="*/ 8905142 w 12192000"/>
              <a:gd name="connsiteY37" fmla="*/ 264958 h 4939827"/>
              <a:gd name="connsiteX38" fmla="*/ 8968582 w 12192000"/>
              <a:gd name="connsiteY38" fmla="*/ 262728 h 4939827"/>
              <a:gd name="connsiteX39" fmla="*/ 8972994 w 12192000"/>
              <a:gd name="connsiteY39" fmla="*/ 263284 h 4939827"/>
              <a:gd name="connsiteX40" fmla="*/ 9004605 w 12192000"/>
              <a:gd name="connsiteY40" fmla="*/ 258041 h 4939827"/>
              <a:gd name="connsiteX41" fmla="*/ 9016165 w 12192000"/>
              <a:gd name="connsiteY41" fmla="*/ 261258 h 4939827"/>
              <a:gd name="connsiteX42" fmla="*/ 9043297 w 12192000"/>
              <a:gd name="connsiteY42" fmla="*/ 281547 h 4939827"/>
              <a:gd name="connsiteX43" fmla="*/ 9048315 w 12192000"/>
              <a:gd name="connsiteY43" fmla="*/ 279264 h 4939827"/>
              <a:gd name="connsiteX44" fmla="*/ 9054706 w 12192000"/>
              <a:gd name="connsiteY44" fmla="*/ 278538 h 4939827"/>
              <a:gd name="connsiteX45" fmla="*/ 9070919 w 12192000"/>
              <a:gd name="connsiteY45" fmla="*/ 281810 h 4939827"/>
              <a:gd name="connsiteX46" fmla="*/ 9076813 w 12192000"/>
              <a:gd name="connsiteY46" fmla="*/ 283909 h 4939827"/>
              <a:gd name="connsiteX47" fmla="*/ 9085871 w 12192000"/>
              <a:gd name="connsiteY47" fmla="*/ 285133 h 4939827"/>
              <a:gd name="connsiteX48" fmla="*/ 9086159 w 12192000"/>
              <a:gd name="connsiteY48" fmla="*/ 284887 h 4939827"/>
              <a:gd name="connsiteX49" fmla="*/ 9134606 w 12192000"/>
              <a:gd name="connsiteY49" fmla="*/ 288168 h 4939827"/>
              <a:gd name="connsiteX50" fmla="*/ 9195590 w 12192000"/>
              <a:gd name="connsiteY50" fmla="*/ 279568 h 4939827"/>
              <a:gd name="connsiteX51" fmla="*/ 9219336 w 12192000"/>
              <a:gd name="connsiteY51" fmla="*/ 278133 h 4939827"/>
              <a:gd name="connsiteX52" fmla="*/ 9232362 w 12192000"/>
              <a:gd name="connsiteY52" fmla="*/ 275894 h 4939827"/>
              <a:gd name="connsiteX53" fmla="*/ 9233396 w 12192000"/>
              <a:gd name="connsiteY53" fmla="*/ 274803 h 4939827"/>
              <a:gd name="connsiteX54" fmla="*/ 9256213 w 12192000"/>
              <a:gd name="connsiteY54" fmla="*/ 281576 h 4939827"/>
              <a:gd name="connsiteX55" fmla="*/ 9262377 w 12192000"/>
              <a:gd name="connsiteY55" fmla="*/ 286635 h 4939827"/>
              <a:gd name="connsiteX56" fmla="*/ 9287089 w 12192000"/>
              <a:gd name="connsiteY56" fmla="*/ 303891 h 4939827"/>
              <a:gd name="connsiteX57" fmla="*/ 9371484 w 12192000"/>
              <a:gd name="connsiteY57" fmla="*/ 329634 h 4939827"/>
              <a:gd name="connsiteX58" fmla="*/ 9404829 w 12192000"/>
              <a:gd name="connsiteY58" fmla="*/ 339038 h 4939827"/>
              <a:gd name="connsiteX59" fmla="*/ 9427021 w 12192000"/>
              <a:gd name="connsiteY59" fmla="*/ 358784 h 4939827"/>
              <a:gd name="connsiteX60" fmla="*/ 9670844 w 12192000"/>
              <a:gd name="connsiteY60" fmla="*/ 405128 h 4939827"/>
              <a:gd name="connsiteX61" fmla="*/ 9816083 w 12192000"/>
              <a:gd name="connsiteY61" fmla="*/ 416573 h 4939827"/>
              <a:gd name="connsiteX62" fmla="*/ 9936741 w 12192000"/>
              <a:gd name="connsiteY62" fmla="*/ 437044 h 4939827"/>
              <a:gd name="connsiteX63" fmla="*/ 10050093 w 12192000"/>
              <a:gd name="connsiteY63" fmla="*/ 443783 h 4939827"/>
              <a:gd name="connsiteX64" fmla="*/ 10130090 w 12192000"/>
              <a:gd name="connsiteY64" fmla="*/ 459520 h 4939827"/>
              <a:gd name="connsiteX65" fmla="*/ 10173456 w 12192000"/>
              <a:gd name="connsiteY65" fmla="*/ 457749 h 4939827"/>
              <a:gd name="connsiteX66" fmla="*/ 10218232 w 12192000"/>
              <a:gd name="connsiteY66" fmla="*/ 459820 h 4939827"/>
              <a:gd name="connsiteX67" fmla="*/ 10354176 w 12192000"/>
              <a:gd name="connsiteY67" fmla="*/ 471377 h 4939827"/>
              <a:gd name="connsiteX68" fmla="*/ 10430681 w 12192000"/>
              <a:gd name="connsiteY68" fmla="*/ 481226 h 4939827"/>
              <a:gd name="connsiteX69" fmla="*/ 10478169 w 12192000"/>
              <a:gd name="connsiteY69" fmla="*/ 481774 h 4939827"/>
              <a:gd name="connsiteX70" fmla="*/ 10540907 w 12192000"/>
              <a:gd name="connsiteY70" fmla="*/ 485607 h 4939827"/>
              <a:gd name="connsiteX71" fmla="*/ 10614941 w 12192000"/>
              <a:gd name="connsiteY71" fmla="*/ 487592 h 4939827"/>
              <a:gd name="connsiteX72" fmla="*/ 10674098 w 12192000"/>
              <a:gd name="connsiteY72" fmla="*/ 521656 h 4939827"/>
              <a:gd name="connsiteX73" fmla="*/ 10874834 w 12192000"/>
              <a:gd name="connsiteY73" fmla="*/ 574867 h 4939827"/>
              <a:gd name="connsiteX74" fmla="*/ 10944981 w 12192000"/>
              <a:gd name="connsiteY74" fmla="*/ 615042 h 4939827"/>
              <a:gd name="connsiteX75" fmla="*/ 11006376 w 12192000"/>
              <a:gd name="connsiteY75" fmla="*/ 645957 h 4939827"/>
              <a:gd name="connsiteX76" fmla="*/ 11076308 w 12192000"/>
              <a:gd name="connsiteY76" fmla="*/ 675698 h 4939827"/>
              <a:gd name="connsiteX77" fmla="*/ 11148789 w 12192000"/>
              <a:gd name="connsiteY77" fmla="*/ 685041 h 4939827"/>
              <a:gd name="connsiteX78" fmla="*/ 11249129 w 12192000"/>
              <a:gd name="connsiteY78" fmla="*/ 684218 h 4939827"/>
              <a:gd name="connsiteX79" fmla="*/ 11299915 w 12192000"/>
              <a:gd name="connsiteY79" fmla="*/ 692177 h 4939827"/>
              <a:gd name="connsiteX80" fmla="*/ 11386973 w 12192000"/>
              <a:gd name="connsiteY80" fmla="*/ 708209 h 4939827"/>
              <a:gd name="connsiteX81" fmla="*/ 11500105 w 12192000"/>
              <a:gd name="connsiteY81" fmla="*/ 735014 h 4939827"/>
              <a:gd name="connsiteX82" fmla="*/ 11621735 w 12192000"/>
              <a:gd name="connsiteY82" fmla="*/ 789584 h 4939827"/>
              <a:gd name="connsiteX83" fmla="*/ 11691200 w 12192000"/>
              <a:gd name="connsiteY83" fmla="*/ 867902 h 4939827"/>
              <a:gd name="connsiteX84" fmla="*/ 11819427 w 12192000"/>
              <a:gd name="connsiteY84" fmla="*/ 911634 h 4939827"/>
              <a:gd name="connsiteX85" fmla="*/ 11969720 w 12192000"/>
              <a:gd name="connsiteY85" fmla="*/ 964737 h 4939827"/>
              <a:gd name="connsiteX86" fmla="*/ 12055766 w 12192000"/>
              <a:gd name="connsiteY86" fmla="*/ 991268 h 4939827"/>
              <a:gd name="connsiteX87" fmla="*/ 12171539 w 12192000"/>
              <a:gd name="connsiteY87" fmla="*/ 995427 h 4939827"/>
              <a:gd name="connsiteX88" fmla="*/ 12187831 w 12192000"/>
              <a:gd name="connsiteY88" fmla="*/ 996580 h 4939827"/>
              <a:gd name="connsiteX89" fmla="*/ 12192000 w 12192000"/>
              <a:gd name="connsiteY89" fmla="*/ 996726 h 4939827"/>
              <a:gd name="connsiteX90" fmla="*/ 12192000 w 12192000"/>
              <a:gd name="connsiteY90" fmla="*/ 4939827 h 4939827"/>
              <a:gd name="connsiteX91" fmla="*/ 0 w 12192000"/>
              <a:gd name="connsiteY91" fmla="*/ 4939827 h 4939827"/>
              <a:gd name="connsiteX92" fmla="*/ 0 w 12192000"/>
              <a:gd name="connsiteY92" fmla="*/ 512043 h 4939827"/>
              <a:gd name="connsiteX93" fmla="*/ 7381 w 12192000"/>
              <a:gd name="connsiteY93" fmla="*/ 512580 h 4939827"/>
              <a:gd name="connsiteX94" fmla="*/ 100029 w 12192000"/>
              <a:gd name="connsiteY94" fmla="*/ 504758 h 4939827"/>
              <a:gd name="connsiteX95" fmla="*/ 155244 w 12192000"/>
              <a:gd name="connsiteY95" fmla="*/ 525130 h 4939827"/>
              <a:gd name="connsiteX96" fmla="*/ 254366 w 12192000"/>
              <a:gd name="connsiteY96" fmla="*/ 534449 h 4939827"/>
              <a:gd name="connsiteX97" fmla="*/ 447292 w 12192000"/>
              <a:gd name="connsiteY97" fmla="*/ 542725 h 4939827"/>
              <a:gd name="connsiteX98" fmla="*/ 628105 w 12192000"/>
              <a:gd name="connsiteY98" fmla="*/ 547853 h 4939827"/>
              <a:gd name="connsiteX99" fmla="*/ 783146 w 12192000"/>
              <a:gd name="connsiteY99" fmla="*/ 591799 h 4939827"/>
              <a:gd name="connsiteX100" fmla="*/ 1043676 w 12192000"/>
              <a:gd name="connsiteY100" fmla="*/ 591887 h 4939827"/>
              <a:gd name="connsiteX101" fmla="*/ 1281816 w 12192000"/>
              <a:gd name="connsiteY101" fmla="*/ 520946 h 4939827"/>
              <a:gd name="connsiteX102" fmla="*/ 1486347 w 12192000"/>
              <a:gd name="connsiteY102" fmla="*/ 487310 h 4939827"/>
              <a:gd name="connsiteX103" fmla="*/ 1568079 w 12192000"/>
              <a:gd name="connsiteY103" fmla="*/ 462531 h 4939827"/>
              <a:gd name="connsiteX104" fmla="*/ 1622516 w 12192000"/>
              <a:gd name="connsiteY104" fmla="*/ 466058 h 4939827"/>
              <a:gd name="connsiteX105" fmla="*/ 1655457 w 12192000"/>
              <a:gd name="connsiteY105" fmla="*/ 465359 h 4939827"/>
              <a:gd name="connsiteX106" fmla="*/ 1717454 w 12192000"/>
              <a:gd name="connsiteY106" fmla="*/ 417203 h 4939827"/>
              <a:gd name="connsiteX107" fmla="*/ 1913794 w 12192000"/>
              <a:gd name="connsiteY107" fmla="*/ 365255 h 4939827"/>
              <a:gd name="connsiteX108" fmla="*/ 2129762 w 12192000"/>
              <a:gd name="connsiteY108" fmla="*/ 367832 h 4939827"/>
              <a:gd name="connsiteX109" fmla="*/ 2376970 w 12192000"/>
              <a:gd name="connsiteY109" fmla="*/ 350129 h 4939827"/>
              <a:gd name="connsiteX110" fmla="*/ 2480155 w 12192000"/>
              <a:gd name="connsiteY110" fmla="*/ 359227 h 4939827"/>
              <a:gd name="connsiteX111" fmla="*/ 2586782 w 12192000"/>
              <a:gd name="connsiteY111" fmla="*/ 339352 h 4939827"/>
              <a:gd name="connsiteX112" fmla="*/ 2654496 w 12192000"/>
              <a:gd name="connsiteY112" fmla="*/ 315431 h 4939827"/>
              <a:gd name="connsiteX113" fmla="*/ 2788947 w 12192000"/>
              <a:gd name="connsiteY113" fmla="*/ 250375 h 4939827"/>
              <a:gd name="connsiteX114" fmla="*/ 2885389 w 12192000"/>
              <a:gd name="connsiteY114" fmla="*/ 255259 h 4939827"/>
              <a:gd name="connsiteX115" fmla="*/ 3045916 w 12192000"/>
              <a:gd name="connsiteY115" fmla="*/ 261030 h 4939827"/>
              <a:gd name="connsiteX116" fmla="*/ 3074187 w 12192000"/>
              <a:gd name="connsiteY116" fmla="*/ 243226 h 4939827"/>
              <a:gd name="connsiteX117" fmla="*/ 3103677 w 12192000"/>
              <a:gd name="connsiteY117" fmla="*/ 209527 h 4939827"/>
              <a:gd name="connsiteX118" fmla="*/ 3126759 w 12192000"/>
              <a:gd name="connsiteY118" fmla="*/ 211226 h 4939827"/>
              <a:gd name="connsiteX119" fmla="*/ 3164020 w 12192000"/>
              <a:gd name="connsiteY119" fmla="*/ 212779 h 4939827"/>
              <a:gd name="connsiteX120" fmla="*/ 3285019 w 12192000"/>
              <a:gd name="connsiteY120" fmla="*/ 220535 h 4939827"/>
              <a:gd name="connsiteX121" fmla="*/ 3365154 w 12192000"/>
              <a:gd name="connsiteY121" fmla="*/ 226416 h 4939827"/>
              <a:gd name="connsiteX122" fmla="*/ 3367507 w 12192000"/>
              <a:gd name="connsiteY122" fmla="*/ 225416 h 4939827"/>
              <a:gd name="connsiteX123" fmla="*/ 3387567 w 12192000"/>
              <a:gd name="connsiteY123" fmla="*/ 227103 h 4939827"/>
              <a:gd name="connsiteX124" fmla="*/ 3424753 w 12192000"/>
              <a:gd name="connsiteY124" fmla="*/ 244380 h 4939827"/>
              <a:gd name="connsiteX125" fmla="*/ 3498001 w 12192000"/>
              <a:gd name="connsiteY125" fmla="*/ 231941 h 4939827"/>
              <a:gd name="connsiteX126" fmla="*/ 3561557 w 12192000"/>
              <a:gd name="connsiteY126" fmla="*/ 228095 h 4939827"/>
              <a:gd name="connsiteX127" fmla="*/ 3611920 w 12192000"/>
              <a:gd name="connsiteY127" fmla="*/ 218094 h 4939827"/>
              <a:gd name="connsiteX128" fmla="*/ 3620528 w 12192000"/>
              <a:gd name="connsiteY128" fmla="*/ 218788 h 4939827"/>
              <a:gd name="connsiteX129" fmla="*/ 3620766 w 12192000"/>
              <a:gd name="connsiteY129" fmla="*/ 218511 h 4939827"/>
              <a:gd name="connsiteX130" fmla="*/ 3629977 w 12192000"/>
              <a:gd name="connsiteY130" fmla="*/ 218664 h 4939827"/>
              <a:gd name="connsiteX131" fmla="*/ 3636217 w 12192000"/>
              <a:gd name="connsiteY131" fmla="*/ 220048 h 4939827"/>
              <a:gd name="connsiteX132" fmla="*/ 3709484 w 12192000"/>
              <a:gd name="connsiteY132" fmla="*/ 186927 h 4939827"/>
              <a:gd name="connsiteX133" fmla="*/ 3761342 w 12192000"/>
              <a:gd name="connsiteY133" fmla="*/ 177474 h 4939827"/>
              <a:gd name="connsiteX134" fmla="*/ 3799748 w 12192000"/>
              <a:gd name="connsiteY134" fmla="*/ 167154 h 4939827"/>
              <a:gd name="connsiteX135" fmla="*/ 3812225 w 12192000"/>
              <a:gd name="connsiteY135" fmla="*/ 189020 h 4939827"/>
              <a:gd name="connsiteX136" fmla="*/ 3864537 w 12192000"/>
              <a:gd name="connsiteY136" fmla="*/ 200742 h 4939827"/>
              <a:gd name="connsiteX137" fmla="*/ 4028476 w 12192000"/>
              <a:gd name="connsiteY137" fmla="*/ 223679 h 4939827"/>
              <a:gd name="connsiteX138" fmla="*/ 4191582 w 12192000"/>
              <a:gd name="connsiteY138" fmla="*/ 238952 h 4939827"/>
              <a:gd name="connsiteX139" fmla="*/ 4251024 w 12192000"/>
              <a:gd name="connsiteY139" fmla="*/ 240874 h 4939827"/>
              <a:gd name="connsiteX140" fmla="*/ 4355275 w 12192000"/>
              <a:gd name="connsiteY140" fmla="*/ 260205 h 4939827"/>
              <a:gd name="connsiteX141" fmla="*/ 4423807 w 12192000"/>
              <a:gd name="connsiteY141" fmla="*/ 270366 h 4939827"/>
              <a:gd name="connsiteX142" fmla="*/ 4558432 w 12192000"/>
              <a:gd name="connsiteY142" fmla="*/ 269194 h 4939827"/>
              <a:gd name="connsiteX143" fmla="*/ 4635061 w 12192000"/>
              <a:gd name="connsiteY143" fmla="*/ 280682 h 4939827"/>
              <a:gd name="connsiteX144" fmla="*/ 4807427 w 12192000"/>
              <a:gd name="connsiteY144" fmla="*/ 276835 h 4939827"/>
              <a:gd name="connsiteX145" fmla="*/ 5028933 w 12192000"/>
              <a:gd name="connsiteY145" fmla="*/ 183887 h 4939827"/>
              <a:gd name="connsiteX146" fmla="*/ 5093642 w 12192000"/>
              <a:gd name="connsiteY146" fmla="*/ 177214 h 4939827"/>
              <a:gd name="connsiteX147" fmla="*/ 5102642 w 12192000"/>
              <a:gd name="connsiteY147" fmla="*/ 186816 h 4939827"/>
              <a:gd name="connsiteX148" fmla="*/ 5193590 w 12192000"/>
              <a:gd name="connsiteY148" fmla="*/ 156458 h 4939827"/>
              <a:gd name="connsiteX149" fmla="*/ 5323922 w 12192000"/>
              <a:gd name="connsiteY149" fmla="*/ 146332 h 4939827"/>
              <a:gd name="connsiteX150" fmla="*/ 5421860 w 12192000"/>
              <a:gd name="connsiteY150" fmla="*/ 167298 h 4939827"/>
              <a:gd name="connsiteX151" fmla="*/ 5476948 w 12192000"/>
              <a:gd name="connsiteY151" fmla="*/ 173249 h 4939827"/>
              <a:gd name="connsiteX152" fmla="*/ 5516842 w 12192000"/>
              <a:gd name="connsiteY152" fmla="*/ 184018 h 4939827"/>
              <a:gd name="connsiteX153" fmla="*/ 5619415 w 12192000"/>
              <a:gd name="connsiteY153" fmla="*/ 176781 h 4939827"/>
              <a:gd name="connsiteX154" fmla="*/ 5789867 w 12192000"/>
              <a:gd name="connsiteY154" fmla="*/ 150304 h 4939827"/>
              <a:gd name="connsiteX155" fmla="*/ 5825953 w 12192000"/>
              <a:gd name="connsiteY155" fmla="*/ 147907 h 4939827"/>
              <a:gd name="connsiteX156" fmla="*/ 5856168 w 12192000"/>
              <a:gd name="connsiteY156" fmla="*/ 158719 h 4939827"/>
              <a:gd name="connsiteX157" fmla="*/ 5862476 w 12192000"/>
              <a:gd name="connsiteY157" fmla="*/ 172447 h 4939827"/>
              <a:gd name="connsiteX158" fmla="*/ 5882195 w 12192000"/>
              <a:gd name="connsiteY158" fmla="*/ 173195 h 4939827"/>
              <a:gd name="connsiteX159" fmla="*/ 5887271 w 12192000"/>
              <a:gd name="connsiteY159" fmla="*/ 176084 h 4939827"/>
              <a:gd name="connsiteX160" fmla="*/ 5921577 w 12192000"/>
              <a:gd name="connsiteY160" fmla="*/ 169858 h 4939827"/>
              <a:gd name="connsiteX161" fmla="*/ 5983240 w 12192000"/>
              <a:gd name="connsiteY161" fmla="*/ 152755 h 4939827"/>
              <a:gd name="connsiteX162" fmla="*/ 6152287 w 12192000"/>
              <a:gd name="connsiteY162" fmla="*/ 116736 h 4939827"/>
              <a:gd name="connsiteX163" fmla="*/ 6415830 w 12192000"/>
              <a:gd name="connsiteY163" fmla="*/ 136006 h 4939827"/>
              <a:gd name="connsiteX164" fmla="*/ 6756965 w 12192000"/>
              <a:gd name="connsiteY164" fmla="*/ 57636 h 4939827"/>
              <a:gd name="connsiteX165" fmla="*/ 6819400 w 12192000"/>
              <a:gd name="connsiteY165" fmla="*/ 30742 h 4939827"/>
              <a:gd name="connsiteX166" fmla="*/ 6986370 w 12192000"/>
              <a:gd name="connsiteY166" fmla="*/ 12659 h 4939827"/>
              <a:gd name="connsiteX167" fmla="*/ 6989536 w 12192000"/>
              <a:gd name="connsiteY167" fmla="*/ 14528 h 4939827"/>
              <a:gd name="connsiteX168" fmla="*/ 7015933 w 12192000"/>
              <a:gd name="connsiteY168" fmla="*/ 9653 h 4939827"/>
              <a:gd name="connsiteX169" fmla="*/ 7020592 w 12192000"/>
              <a:gd name="connsiteY169" fmla="*/ 1651 h 4939827"/>
              <a:gd name="connsiteX170" fmla="*/ 7025905 w 12192000"/>
              <a:gd name="connsiteY170" fmla="*/ 0 h 4939827"/>
              <a:gd name="connsiteX0" fmla="*/ 7025905 w 12192000"/>
              <a:gd name="connsiteY0" fmla="*/ 0 h 4939827"/>
              <a:gd name="connsiteX1" fmla="*/ 7032579 w 12192000"/>
              <a:gd name="connsiteY1" fmla="*/ 2808 h 4939827"/>
              <a:gd name="connsiteX2" fmla="*/ 7079505 w 12192000"/>
              <a:gd name="connsiteY2" fmla="*/ 12971 h 4939827"/>
              <a:gd name="connsiteX3" fmla="*/ 7158791 w 12192000"/>
              <a:gd name="connsiteY3" fmla="*/ 12462 h 4939827"/>
              <a:gd name="connsiteX4" fmla="*/ 7233338 w 12192000"/>
              <a:gd name="connsiteY4" fmla="*/ 24846 h 4939827"/>
              <a:gd name="connsiteX5" fmla="*/ 7259791 w 12192000"/>
              <a:gd name="connsiteY5" fmla="*/ 29557 h 4939827"/>
              <a:gd name="connsiteX6" fmla="*/ 7263923 w 12192000"/>
              <a:gd name="connsiteY6" fmla="*/ 35029 h 4939827"/>
              <a:gd name="connsiteX7" fmla="*/ 7281549 w 12192000"/>
              <a:gd name="connsiteY7" fmla="*/ 39654 h 4939827"/>
              <a:gd name="connsiteX8" fmla="*/ 7374735 w 12192000"/>
              <a:gd name="connsiteY8" fmla="*/ 65326 h 4939827"/>
              <a:gd name="connsiteX9" fmla="*/ 7376078 w 12192000"/>
              <a:gd name="connsiteY9" fmla="*/ 63849 h 4939827"/>
              <a:gd name="connsiteX10" fmla="*/ 7402026 w 12192000"/>
              <a:gd name="connsiteY10" fmla="*/ 60308 h 4939827"/>
              <a:gd name="connsiteX11" fmla="*/ 7415091 w 12192000"/>
              <a:gd name="connsiteY11" fmla="*/ 77403 h 4939827"/>
              <a:gd name="connsiteX12" fmla="*/ 7488682 w 12192000"/>
              <a:gd name="connsiteY12" fmla="*/ 83440 h 4939827"/>
              <a:gd name="connsiteX13" fmla="*/ 7588044 w 12192000"/>
              <a:gd name="connsiteY13" fmla="*/ 110756 h 4939827"/>
              <a:gd name="connsiteX14" fmla="*/ 7732750 w 12192000"/>
              <a:gd name="connsiteY14" fmla="*/ 145456 h 4939827"/>
              <a:gd name="connsiteX15" fmla="*/ 7785900 w 12192000"/>
              <a:gd name="connsiteY15" fmla="*/ 154493 h 4939827"/>
              <a:gd name="connsiteX16" fmla="*/ 7877301 w 12192000"/>
              <a:gd name="connsiteY16" fmla="*/ 186153 h 4939827"/>
              <a:gd name="connsiteX17" fmla="*/ 7952584 w 12192000"/>
              <a:gd name="connsiteY17" fmla="*/ 170181 h 4939827"/>
              <a:gd name="connsiteX18" fmla="*/ 8009534 w 12192000"/>
              <a:gd name="connsiteY18" fmla="*/ 176441 h 4939827"/>
              <a:gd name="connsiteX19" fmla="*/ 8058681 w 12192000"/>
              <a:gd name="connsiteY19" fmla="*/ 219431 h 4939827"/>
              <a:gd name="connsiteX20" fmla="*/ 8126175 w 12192000"/>
              <a:gd name="connsiteY20" fmla="*/ 240005 h 4939827"/>
              <a:gd name="connsiteX21" fmla="*/ 8166439 w 12192000"/>
              <a:gd name="connsiteY21" fmla="*/ 252699 h 4939827"/>
              <a:gd name="connsiteX22" fmla="*/ 8281371 w 12192000"/>
              <a:gd name="connsiteY22" fmla="*/ 256875 h 4939827"/>
              <a:gd name="connsiteX23" fmla="*/ 8381609 w 12192000"/>
              <a:gd name="connsiteY23" fmla="*/ 240618 h 4939827"/>
              <a:gd name="connsiteX24" fmla="*/ 8406759 w 12192000"/>
              <a:gd name="connsiteY24" fmla="*/ 232517 h 4939827"/>
              <a:gd name="connsiteX25" fmla="*/ 8426506 w 12192000"/>
              <a:gd name="connsiteY25" fmla="*/ 241842 h 4939827"/>
              <a:gd name="connsiteX26" fmla="*/ 8427949 w 12192000"/>
              <a:gd name="connsiteY26" fmla="*/ 240981 h 4939827"/>
              <a:gd name="connsiteX27" fmla="*/ 8441468 w 12192000"/>
              <a:gd name="connsiteY27" fmla="*/ 241157 h 4939827"/>
              <a:gd name="connsiteX28" fmla="*/ 8565757 w 12192000"/>
              <a:gd name="connsiteY28" fmla="*/ 255317 h 4939827"/>
              <a:gd name="connsiteX29" fmla="*/ 8573171 w 12192000"/>
              <a:gd name="connsiteY29" fmla="*/ 258426 h 4939827"/>
              <a:gd name="connsiteX30" fmla="*/ 8573548 w 12192000"/>
              <a:gd name="connsiteY30" fmla="*/ 258241 h 4939827"/>
              <a:gd name="connsiteX31" fmla="*/ 8581827 w 12192000"/>
              <a:gd name="connsiteY31" fmla="*/ 261028 h 4939827"/>
              <a:gd name="connsiteX32" fmla="*/ 8586687 w 12192000"/>
              <a:gd name="connsiteY32" fmla="*/ 264089 h 4939827"/>
              <a:gd name="connsiteX33" fmla="*/ 8601067 w 12192000"/>
              <a:gd name="connsiteY33" fmla="*/ 270114 h 4939827"/>
              <a:gd name="connsiteX34" fmla="*/ 8672650 w 12192000"/>
              <a:gd name="connsiteY34" fmla="*/ 254821 h 4939827"/>
              <a:gd name="connsiteX35" fmla="*/ 8785543 w 12192000"/>
              <a:gd name="connsiteY35" fmla="*/ 263406 h 4939827"/>
              <a:gd name="connsiteX36" fmla="*/ 8830588 w 12192000"/>
              <a:gd name="connsiteY36" fmla="*/ 265483 h 4939827"/>
              <a:gd name="connsiteX37" fmla="*/ 8905142 w 12192000"/>
              <a:gd name="connsiteY37" fmla="*/ 264958 h 4939827"/>
              <a:gd name="connsiteX38" fmla="*/ 8968582 w 12192000"/>
              <a:gd name="connsiteY38" fmla="*/ 262728 h 4939827"/>
              <a:gd name="connsiteX39" fmla="*/ 8972994 w 12192000"/>
              <a:gd name="connsiteY39" fmla="*/ 263284 h 4939827"/>
              <a:gd name="connsiteX40" fmla="*/ 9004605 w 12192000"/>
              <a:gd name="connsiteY40" fmla="*/ 258041 h 4939827"/>
              <a:gd name="connsiteX41" fmla="*/ 9016165 w 12192000"/>
              <a:gd name="connsiteY41" fmla="*/ 261258 h 4939827"/>
              <a:gd name="connsiteX42" fmla="*/ 9043297 w 12192000"/>
              <a:gd name="connsiteY42" fmla="*/ 281547 h 4939827"/>
              <a:gd name="connsiteX43" fmla="*/ 9048315 w 12192000"/>
              <a:gd name="connsiteY43" fmla="*/ 279264 h 4939827"/>
              <a:gd name="connsiteX44" fmla="*/ 9054706 w 12192000"/>
              <a:gd name="connsiteY44" fmla="*/ 278538 h 4939827"/>
              <a:gd name="connsiteX45" fmla="*/ 9070919 w 12192000"/>
              <a:gd name="connsiteY45" fmla="*/ 281810 h 4939827"/>
              <a:gd name="connsiteX46" fmla="*/ 9076813 w 12192000"/>
              <a:gd name="connsiteY46" fmla="*/ 283909 h 4939827"/>
              <a:gd name="connsiteX47" fmla="*/ 9085871 w 12192000"/>
              <a:gd name="connsiteY47" fmla="*/ 285133 h 4939827"/>
              <a:gd name="connsiteX48" fmla="*/ 9086159 w 12192000"/>
              <a:gd name="connsiteY48" fmla="*/ 284887 h 4939827"/>
              <a:gd name="connsiteX49" fmla="*/ 9134606 w 12192000"/>
              <a:gd name="connsiteY49" fmla="*/ 288168 h 4939827"/>
              <a:gd name="connsiteX50" fmla="*/ 9195590 w 12192000"/>
              <a:gd name="connsiteY50" fmla="*/ 279568 h 4939827"/>
              <a:gd name="connsiteX51" fmla="*/ 9219336 w 12192000"/>
              <a:gd name="connsiteY51" fmla="*/ 278133 h 4939827"/>
              <a:gd name="connsiteX52" fmla="*/ 9232362 w 12192000"/>
              <a:gd name="connsiteY52" fmla="*/ 275894 h 4939827"/>
              <a:gd name="connsiteX53" fmla="*/ 9233396 w 12192000"/>
              <a:gd name="connsiteY53" fmla="*/ 274803 h 4939827"/>
              <a:gd name="connsiteX54" fmla="*/ 9256213 w 12192000"/>
              <a:gd name="connsiteY54" fmla="*/ 281576 h 4939827"/>
              <a:gd name="connsiteX55" fmla="*/ 9262377 w 12192000"/>
              <a:gd name="connsiteY55" fmla="*/ 286635 h 4939827"/>
              <a:gd name="connsiteX56" fmla="*/ 9287089 w 12192000"/>
              <a:gd name="connsiteY56" fmla="*/ 303891 h 4939827"/>
              <a:gd name="connsiteX57" fmla="*/ 9371484 w 12192000"/>
              <a:gd name="connsiteY57" fmla="*/ 329634 h 4939827"/>
              <a:gd name="connsiteX58" fmla="*/ 9404829 w 12192000"/>
              <a:gd name="connsiteY58" fmla="*/ 339038 h 4939827"/>
              <a:gd name="connsiteX59" fmla="*/ 9427021 w 12192000"/>
              <a:gd name="connsiteY59" fmla="*/ 358784 h 4939827"/>
              <a:gd name="connsiteX60" fmla="*/ 9670844 w 12192000"/>
              <a:gd name="connsiteY60" fmla="*/ 405128 h 4939827"/>
              <a:gd name="connsiteX61" fmla="*/ 9816083 w 12192000"/>
              <a:gd name="connsiteY61" fmla="*/ 416573 h 4939827"/>
              <a:gd name="connsiteX62" fmla="*/ 9936741 w 12192000"/>
              <a:gd name="connsiteY62" fmla="*/ 437044 h 4939827"/>
              <a:gd name="connsiteX63" fmla="*/ 10050093 w 12192000"/>
              <a:gd name="connsiteY63" fmla="*/ 443783 h 4939827"/>
              <a:gd name="connsiteX64" fmla="*/ 10130090 w 12192000"/>
              <a:gd name="connsiteY64" fmla="*/ 459520 h 4939827"/>
              <a:gd name="connsiteX65" fmla="*/ 10173456 w 12192000"/>
              <a:gd name="connsiteY65" fmla="*/ 457749 h 4939827"/>
              <a:gd name="connsiteX66" fmla="*/ 10218232 w 12192000"/>
              <a:gd name="connsiteY66" fmla="*/ 459820 h 4939827"/>
              <a:gd name="connsiteX67" fmla="*/ 10354176 w 12192000"/>
              <a:gd name="connsiteY67" fmla="*/ 471377 h 4939827"/>
              <a:gd name="connsiteX68" fmla="*/ 10430681 w 12192000"/>
              <a:gd name="connsiteY68" fmla="*/ 481226 h 4939827"/>
              <a:gd name="connsiteX69" fmla="*/ 10478169 w 12192000"/>
              <a:gd name="connsiteY69" fmla="*/ 481774 h 4939827"/>
              <a:gd name="connsiteX70" fmla="*/ 10540907 w 12192000"/>
              <a:gd name="connsiteY70" fmla="*/ 485607 h 4939827"/>
              <a:gd name="connsiteX71" fmla="*/ 10614941 w 12192000"/>
              <a:gd name="connsiteY71" fmla="*/ 487592 h 4939827"/>
              <a:gd name="connsiteX72" fmla="*/ 10674098 w 12192000"/>
              <a:gd name="connsiteY72" fmla="*/ 521656 h 4939827"/>
              <a:gd name="connsiteX73" fmla="*/ 10874834 w 12192000"/>
              <a:gd name="connsiteY73" fmla="*/ 574867 h 4939827"/>
              <a:gd name="connsiteX74" fmla="*/ 10944981 w 12192000"/>
              <a:gd name="connsiteY74" fmla="*/ 615042 h 4939827"/>
              <a:gd name="connsiteX75" fmla="*/ 11006376 w 12192000"/>
              <a:gd name="connsiteY75" fmla="*/ 645957 h 4939827"/>
              <a:gd name="connsiteX76" fmla="*/ 11076308 w 12192000"/>
              <a:gd name="connsiteY76" fmla="*/ 675698 h 4939827"/>
              <a:gd name="connsiteX77" fmla="*/ 11148789 w 12192000"/>
              <a:gd name="connsiteY77" fmla="*/ 685041 h 4939827"/>
              <a:gd name="connsiteX78" fmla="*/ 11249129 w 12192000"/>
              <a:gd name="connsiteY78" fmla="*/ 684218 h 4939827"/>
              <a:gd name="connsiteX79" fmla="*/ 11299915 w 12192000"/>
              <a:gd name="connsiteY79" fmla="*/ 692177 h 4939827"/>
              <a:gd name="connsiteX80" fmla="*/ 11386973 w 12192000"/>
              <a:gd name="connsiteY80" fmla="*/ 708209 h 4939827"/>
              <a:gd name="connsiteX81" fmla="*/ 11500105 w 12192000"/>
              <a:gd name="connsiteY81" fmla="*/ 735014 h 4939827"/>
              <a:gd name="connsiteX82" fmla="*/ 11621735 w 12192000"/>
              <a:gd name="connsiteY82" fmla="*/ 789584 h 4939827"/>
              <a:gd name="connsiteX83" fmla="*/ 11691200 w 12192000"/>
              <a:gd name="connsiteY83" fmla="*/ 867902 h 4939827"/>
              <a:gd name="connsiteX84" fmla="*/ 11819427 w 12192000"/>
              <a:gd name="connsiteY84" fmla="*/ 911634 h 4939827"/>
              <a:gd name="connsiteX85" fmla="*/ 11969720 w 12192000"/>
              <a:gd name="connsiteY85" fmla="*/ 964737 h 4939827"/>
              <a:gd name="connsiteX86" fmla="*/ 12055766 w 12192000"/>
              <a:gd name="connsiteY86" fmla="*/ 991268 h 4939827"/>
              <a:gd name="connsiteX87" fmla="*/ 12171539 w 12192000"/>
              <a:gd name="connsiteY87" fmla="*/ 995427 h 4939827"/>
              <a:gd name="connsiteX88" fmla="*/ 12187831 w 12192000"/>
              <a:gd name="connsiteY88" fmla="*/ 996580 h 4939827"/>
              <a:gd name="connsiteX89" fmla="*/ 12192000 w 12192000"/>
              <a:gd name="connsiteY89" fmla="*/ 996726 h 4939827"/>
              <a:gd name="connsiteX90" fmla="*/ 12192000 w 12192000"/>
              <a:gd name="connsiteY90" fmla="*/ 4939827 h 4939827"/>
              <a:gd name="connsiteX91" fmla="*/ 0 w 12192000"/>
              <a:gd name="connsiteY91" fmla="*/ 4939827 h 4939827"/>
              <a:gd name="connsiteX92" fmla="*/ 0 w 12192000"/>
              <a:gd name="connsiteY92" fmla="*/ 512043 h 4939827"/>
              <a:gd name="connsiteX93" fmla="*/ 7381 w 12192000"/>
              <a:gd name="connsiteY93" fmla="*/ 512580 h 4939827"/>
              <a:gd name="connsiteX94" fmla="*/ 100029 w 12192000"/>
              <a:gd name="connsiteY94" fmla="*/ 504758 h 4939827"/>
              <a:gd name="connsiteX95" fmla="*/ 155244 w 12192000"/>
              <a:gd name="connsiteY95" fmla="*/ 525130 h 4939827"/>
              <a:gd name="connsiteX96" fmla="*/ 254366 w 12192000"/>
              <a:gd name="connsiteY96" fmla="*/ 534449 h 4939827"/>
              <a:gd name="connsiteX97" fmla="*/ 447292 w 12192000"/>
              <a:gd name="connsiteY97" fmla="*/ 542725 h 4939827"/>
              <a:gd name="connsiteX98" fmla="*/ 628105 w 12192000"/>
              <a:gd name="connsiteY98" fmla="*/ 547853 h 4939827"/>
              <a:gd name="connsiteX99" fmla="*/ 783146 w 12192000"/>
              <a:gd name="connsiteY99" fmla="*/ 591799 h 4939827"/>
              <a:gd name="connsiteX100" fmla="*/ 1043676 w 12192000"/>
              <a:gd name="connsiteY100" fmla="*/ 591887 h 4939827"/>
              <a:gd name="connsiteX101" fmla="*/ 1281816 w 12192000"/>
              <a:gd name="connsiteY101" fmla="*/ 520946 h 4939827"/>
              <a:gd name="connsiteX102" fmla="*/ 1486347 w 12192000"/>
              <a:gd name="connsiteY102" fmla="*/ 487310 h 4939827"/>
              <a:gd name="connsiteX103" fmla="*/ 1568079 w 12192000"/>
              <a:gd name="connsiteY103" fmla="*/ 462531 h 4939827"/>
              <a:gd name="connsiteX104" fmla="*/ 1622516 w 12192000"/>
              <a:gd name="connsiteY104" fmla="*/ 466058 h 4939827"/>
              <a:gd name="connsiteX105" fmla="*/ 1655457 w 12192000"/>
              <a:gd name="connsiteY105" fmla="*/ 465359 h 4939827"/>
              <a:gd name="connsiteX106" fmla="*/ 1717454 w 12192000"/>
              <a:gd name="connsiteY106" fmla="*/ 417203 h 4939827"/>
              <a:gd name="connsiteX107" fmla="*/ 1913794 w 12192000"/>
              <a:gd name="connsiteY107" fmla="*/ 365255 h 4939827"/>
              <a:gd name="connsiteX108" fmla="*/ 2129762 w 12192000"/>
              <a:gd name="connsiteY108" fmla="*/ 367832 h 4939827"/>
              <a:gd name="connsiteX109" fmla="*/ 2376970 w 12192000"/>
              <a:gd name="connsiteY109" fmla="*/ 350129 h 4939827"/>
              <a:gd name="connsiteX110" fmla="*/ 2480155 w 12192000"/>
              <a:gd name="connsiteY110" fmla="*/ 359227 h 4939827"/>
              <a:gd name="connsiteX111" fmla="*/ 2586782 w 12192000"/>
              <a:gd name="connsiteY111" fmla="*/ 339352 h 4939827"/>
              <a:gd name="connsiteX112" fmla="*/ 2654496 w 12192000"/>
              <a:gd name="connsiteY112" fmla="*/ 315431 h 4939827"/>
              <a:gd name="connsiteX113" fmla="*/ 2788947 w 12192000"/>
              <a:gd name="connsiteY113" fmla="*/ 250375 h 4939827"/>
              <a:gd name="connsiteX114" fmla="*/ 2885389 w 12192000"/>
              <a:gd name="connsiteY114" fmla="*/ 255259 h 4939827"/>
              <a:gd name="connsiteX115" fmla="*/ 3045916 w 12192000"/>
              <a:gd name="connsiteY115" fmla="*/ 261030 h 4939827"/>
              <a:gd name="connsiteX116" fmla="*/ 3074187 w 12192000"/>
              <a:gd name="connsiteY116" fmla="*/ 243226 h 4939827"/>
              <a:gd name="connsiteX117" fmla="*/ 3103677 w 12192000"/>
              <a:gd name="connsiteY117" fmla="*/ 209527 h 4939827"/>
              <a:gd name="connsiteX118" fmla="*/ 3126759 w 12192000"/>
              <a:gd name="connsiteY118" fmla="*/ 211226 h 4939827"/>
              <a:gd name="connsiteX119" fmla="*/ 3164020 w 12192000"/>
              <a:gd name="connsiteY119" fmla="*/ 212779 h 4939827"/>
              <a:gd name="connsiteX120" fmla="*/ 3285019 w 12192000"/>
              <a:gd name="connsiteY120" fmla="*/ 220535 h 4939827"/>
              <a:gd name="connsiteX121" fmla="*/ 3365154 w 12192000"/>
              <a:gd name="connsiteY121" fmla="*/ 226416 h 4939827"/>
              <a:gd name="connsiteX122" fmla="*/ 3367507 w 12192000"/>
              <a:gd name="connsiteY122" fmla="*/ 225416 h 4939827"/>
              <a:gd name="connsiteX123" fmla="*/ 3387567 w 12192000"/>
              <a:gd name="connsiteY123" fmla="*/ 227103 h 4939827"/>
              <a:gd name="connsiteX124" fmla="*/ 3424753 w 12192000"/>
              <a:gd name="connsiteY124" fmla="*/ 244380 h 4939827"/>
              <a:gd name="connsiteX125" fmla="*/ 3498001 w 12192000"/>
              <a:gd name="connsiteY125" fmla="*/ 231941 h 4939827"/>
              <a:gd name="connsiteX126" fmla="*/ 3561557 w 12192000"/>
              <a:gd name="connsiteY126" fmla="*/ 228095 h 4939827"/>
              <a:gd name="connsiteX127" fmla="*/ 3611920 w 12192000"/>
              <a:gd name="connsiteY127" fmla="*/ 218094 h 4939827"/>
              <a:gd name="connsiteX128" fmla="*/ 3620528 w 12192000"/>
              <a:gd name="connsiteY128" fmla="*/ 218788 h 4939827"/>
              <a:gd name="connsiteX129" fmla="*/ 3620766 w 12192000"/>
              <a:gd name="connsiteY129" fmla="*/ 218511 h 4939827"/>
              <a:gd name="connsiteX130" fmla="*/ 3629977 w 12192000"/>
              <a:gd name="connsiteY130" fmla="*/ 218664 h 4939827"/>
              <a:gd name="connsiteX131" fmla="*/ 3636217 w 12192000"/>
              <a:gd name="connsiteY131" fmla="*/ 220048 h 4939827"/>
              <a:gd name="connsiteX132" fmla="*/ 3709484 w 12192000"/>
              <a:gd name="connsiteY132" fmla="*/ 186927 h 4939827"/>
              <a:gd name="connsiteX133" fmla="*/ 3761342 w 12192000"/>
              <a:gd name="connsiteY133" fmla="*/ 177474 h 4939827"/>
              <a:gd name="connsiteX134" fmla="*/ 3799748 w 12192000"/>
              <a:gd name="connsiteY134" fmla="*/ 167154 h 4939827"/>
              <a:gd name="connsiteX135" fmla="*/ 3812225 w 12192000"/>
              <a:gd name="connsiteY135" fmla="*/ 189020 h 4939827"/>
              <a:gd name="connsiteX136" fmla="*/ 4028476 w 12192000"/>
              <a:gd name="connsiteY136" fmla="*/ 223679 h 4939827"/>
              <a:gd name="connsiteX137" fmla="*/ 4191582 w 12192000"/>
              <a:gd name="connsiteY137" fmla="*/ 238952 h 4939827"/>
              <a:gd name="connsiteX138" fmla="*/ 4251024 w 12192000"/>
              <a:gd name="connsiteY138" fmla="*/ 240874 h 4939827"/>
              <a:gd name="connsiteX139" fmla="*/ 4355275 w 12192000"/>
              <a:gd name="connsiteY139" fmla="*/ 260205 h 4939827"/>
              <a:gd name="connsiteX140" fmla="*/ 4423807 w 12192000"/>
              <a:gd name="connsiteY140" fmla="*/ 270366 h 4939827"/>
              <a:gd name="connsiteX141" fmla="*/ 4558432 w 12192000"/>
              <a:gd name="connsiteY141" fmla="*/ 269194 h 4939827"/>
              <a:gd name="connsiteX142" fmla="*/ 4635061 w 12192000"/>
              <a:gd name="connsiteY142" fmla="*/ 280682 h 4939827"/>
              <a:gd name="connsiteX143" fmla="*/ 4807427 w 12192000"/>
              <a:gd name="connsiteY143" fmla="*/ 276835 h 4939827"/>
              <a:gd name="connsiteX144" fmla="*/ 5028933 w 12192000"/>
              <a:gd name="connsiteY144" fmla="*/ 183887 h 4939827"/>
              <a:gd name="connsiteX145" fmla="*/ 5093642 w 12192000"/>
              <a:gd name="connsiteY145" fmla="*/ 177214 h 4939827"/>
              <a:gd name="connsiteX146" fmla="*/ 5102642 w 12192000"/>
              <a:gd name="connsiteY146" fmla="*/ 186816 h 4939827"/>
              <a:gd name="connsiteX147" fmla="*/ 5193590 w 12192000"/>
              <a:gd name="connsiteY147" fmla="*/ 156458 h 4939827"/>
              <a:gd name="connsiteX148" fmla="*/ 5323922 w 12192000"/>
              <a:gd name="connsiteY148" fmla="*/ 146332 h 4939827"/>
              <a:gd name="connsiteX149" fmla="*/ 5421860 w 12192000"/>
              <a:gd name="connsiteY149" fmla="*/ 167298 h 4939827"/>
              <a:gd name="connsiteX150" fmla="*/ 5476948 w 12192000"/>
              <a:gd name="connsiteY150" fmla="*/ 173249 h 4939827"/>
              <a:gd name="connsiteX151" fmla="*/ 5516842 w 12192000"/>
              <a:gd name="connsiteY151" fmla="*/ 184018 h 4939827"/>
              <a:gd name="connsiteX152" fmla="*/ 5619415 w 12192000"/>
              <a:gd name="connsiteY152" fmla="*/ 176781 h 4939827"/>
              <a:gd name="connsiteX153" fmla="*/ 5789867 w 12192000"/>
              <a:gd name="connsiteY153" fmla="*/ 150304 h 4939827"/>
              <a:gd name="connsiteX154" fmla="*/ 5825953 w 12192000"/>
              <a:gd name="connsiteY154" fmla="*/ 147907 h 4939827"/>
              <a:gd name="connsiteX155" fmla="*/ 5856168 w 12192000"/>
              <a:gd name="connsiteY155" fmla="*/ 158719 h 4939827"/>
              <a:gd name="connsiteX156" fmla="*/ 5862476 w 12192000"/>
              <a:gd name="connsiteY156" fmla="*/ 172447 h 4939827"/>
              <a:gd name="connsiteX157" fmla="*/ 5882195 w 12192000"/>
              <a:gd name="connsiteY157" fmla="*/ 173195 h 4939827"/>
              <a:gd name="connsiteX158" fmla="*/ 5887271 w 12192000"/>
              <a:gd name="connsiteY158" fmla="*/ 176084 h 4939827"/>
              <a:gd name="connsiteX159" fmla="*/ 5921577 w 12192000"/>
              <a:gd name="connsiteY159" fmla="*/ 169858 h 4939827"/>
              <a:gd name="connsiteX160" fmla="*/ 5983240 w 12192000"/>
              <a:gd name="connsiteY160" fmla="*/ 152755 h 4939827"/>
              <a:gd name="connsiteX161" fmla="*/ 6152287 w 12192000"/>
              <a:gd name="connsiteY161" fmla="*/ 116736 h 4939827"/>
              <a:gd name="connsiteX162" fmla="*/ 6415830 w 12192000"/>
              <a:gd name="connsiteY162" fmla="*/ 136006 h 4939827"/>
              <a:gd name="connsiteX163" fmla="*/ 6756965 w 12192000"/>
              <a:gd name="connsiteY163" fmla="*/ 57636 h 4939827"/>
              <a:gd name="connsiteX164" fmla="*/ 6819400 w 12192000"/>
              <a:gd name="connsiteY164" fmla="*/ 30742 h 4939827"/>
              <a:gd name="connsiteX165" fmla="*/ 6986370 w 12192000"/>
              <a:gd name="connsiteY165" fmla="*/ 12659 h 4939827"/>
              <a:gd name="connsiteX166" fmla="*/ 6989536 w 12192000"/>
              <a:gd name="connsiteY166" fmla="*/ 14528 h 4939827"/>
              <a:gd name="connsiteX167" fmla="*/ 7015933 w 12192000"/>
              <a:gd name="connsiteY167" fmla="*/ 9653 h 4939827"/>
              <a:gd name="connsiteX168" fmla="*/ 7020592 w 12192000"/>
              <a:gd name="connsiteY168" fmla="*/ 1651 h 4939827"/>
              <a:gd name="connsiteX169" fmla="*/ 7025905 w 12192000"/>
              <a:gd name="connsiteY169" fmla="*/ 0 h 4939827"/>
              <a:gd name="connsiteX0" fmla="*/ 7025905 w 12192000"/>
              <a:gd name="connsiteY0" fmla="*/ 0 h 4939827"/>
              <a:gd name="connsiteX1" fmla="*/ 7032579 w 12192000"/>
              <a:gd name="connsiteY1" fmla="*/ 2808 h 4939827"/>
              <a:gd name="connsiteX2" fmla="*/ 7079505 w 12192000"/>
              <a:gd name="connsiteY2" fmla="*/ 12971 h 4939827"/>
              <a:gd name="connsiteX3" fmla="*/ 7158791 w 12192000"/>
              <a:gd name="connsiteY3" fmla="*/ 12462 h 4939827"/>
              <a:gd name="connsiteX4" fmla="*/ 7233338 w 12192000"/>
              <a:gd name="connsiteY4" fmla="*/ 24846 h 4939827"/>
              <a:gd name="connsiteX5" fmla="*/ 7259791 w 12192000"/>
              <a:gd name="connsiteY5" fmla="*/ 29557 h 4939827"/>
              <a:gd name="connsiteX6" fmla="*/ 7263923 w 12192000"/>
              <a:gd name="connsiteY6" fmla="*/ 35029 h 4939827"/>
              <a:gd name="connsiteX7" fmla="*/ 7281549 w 12192000"/>
              <a:gd name="connsiteY7" fmla="*/ 39654 h 4939827"/>
              <a:gd name="connsiteX8" fmla="*/ 7374735 w 12192000"/>
              <a:gd name="connsiteY8" fmla="*/ 65326 h 4939827"/>
              <a:gd name="connsiteX9" fmla="*/ 7376078 w 12192000"/>
              <a:gd name="connsiteY9" fmla="*/ 63849 h 4939827"/>
              <a:gd name="connsiteX10" fmla="*/ 7402026 w 12192000"/>
              <a:gd name="connsiteY10" fmla="*/ 60308 h 4939827"/>
              <a:gd name="connsiteX11" fmla="*/ 7415091 w 12192000"/>
              <a:gd name="connsiteY11" fmla="*/ 77403 h 4939827"/>
              <a:gd name="connsiteX12" fmla="*/ 7488682 w 12192000"/>
              <a:gd name="connsiteY12" fmla="*/ 83440 h 4939827"/>
              <a:gd name="connsiteX13" fmla="*/ 7588044 w 12192000"/>
              <a:gd name="connsiteY13" fmla="*/ 110756 h 4939827"/>
              <a:gd name="connsiteX14" fmla="*/ 7732750 w 12192000"/>
              <a:gd name="connsiteY14" fmla="*/ 145456 h 4939827"/>
              <a:gd name="connsiteX15" fmla="*/ 7785900 w 12192000"/>
              <a:gd name="connsiteY15" fmla="*/ 154493 h 4939827"/>
              <a:gd name="connsiteX16" fmla="*/ 7877301 w 12192000"/>
              <a:gd name="connsiteY16" fmla="*/ 186153 h 4939827"/>
              <a:gd name="connsiteX17" fmla="*/ 7952584 w 12192000"/>
              <a:gd name="connsiteY17" fmla="*/ 170181 h 4939827"/>
              <a:gd name="connsiteX18" fmla="*/ 8009534 w 12192000"/>
              <a:gd name="connsiteY18" fmla="*/ 176441 h 4939827"/>
              <a:gd name="connsiteX19" fmla="*/ 8058681 w 12192000"/>
              <a:gd name="connsiteY19" fmla="*/ 219431 h 4939827"/>
              <a:gd name="connsiteX20" fmla="*/ 8126175 w 12192000"/>
              <a:gd name="connsiteY20" fmla="*/ 240005 h 4939827"/>
              <a:gd name="connsiteX21" fmla="*/ 8166439 w 12192000"/>
              <a:gd name="connsiteY21" fmla="*/ 252699 h 4939827"/>
              <a:gd name="connsiteX22" fmla="*/ 8281371 w 12192000"/>
              <a:gd name="connsiteY22" fmla="*/ 256875 h 4939827"/>
              <a:gd name="connsiteX23" fmla="*/ 8381609 w 12192000"/>
              <a:gd name="connsiteY23" fmla="*/ 240618 h 4939827"/>
              <a:gd name="connsiteX24" fmla="*/ 8406759 w 12192000"/>
              <a:gd name="connsiteY24" fmla="*/ 232517 h 4939827"/>
              <a:gd name="connsiteX25" fmla="*/ 8426506 w 12192000"/>
              <a:gd name="connsiteY25" fmla="*/ 241842 h 4939827"/>
              <a:gd name="connsiteX26" fmla="*/ 8427949 w 12192000"/>
              <a:gd name="connsiteY26" fmla="*/ 240981 h 4939827"/>
              <a:gd name="connsiteX27" fmla="*/ 8441468 w 12192000"/>
              <a:gd name="connsiteY27" fmla="*/ 241157 h 4939827"/>
              <a:gd name="connsiteX28" fmla="*/ 8565757 w 12192000"/>
              <a:gd name="connsiteY28" fmla="*/ 255317 h 4939827"/>
              <a:gd name="connsiteX29" fmla="*/ 8573171 w 12192000"/>
              <a:gd name="connsiteY29" fmla="*/ 258426 h 4939827"/>
              <a:gd name="connsiteX30" fmla="*/ 8573548 w 12192000"/>
              <a:gd name="connsiteY30" fmla="*/ 258241 h 4939827"/>
              <a:gd name="connsiteX31" fmla="*/ 8581827 w 12192000"/>
              <a:gd name="connsiteY31" fmla="*/ 261028 h 4939827"/>
              <a:gd name="connsiteX32" fmla="*/ 8586687 w 12192000"/>
              <a:gd name="connsiteY32" fmla="*/ 264089 h 4939827"/>
              <a:gd name="connsiteX33" fmla="*/ 8601067 w 12192000"/>
              <a:gd name="connsiteY33" fmla="*/ 270114 h 4939827"/>
              <a:gd name="connsiteX34" fmla="*/ 8672650 w 12192000"/>
              <a:gd name="connsiteY34" fmla="*/ 254821 h 4939827"/>
              <a:gd name="connsiteX35" fmla="*/ 8785543 w 12192000"/>
              <a:gd name="connsiteY35" fmla="*/ 263406 h 4939827"/>
              <a:gd name="connsiteX36" fmla="*/ 8830588 w 12192000"/>
              <a:gd name="connsiteY36" fmla="*/ 265483 h 4939827"/>
              <a:gd name="connsiteX37" fmla="*/ 8905142 w 12192000"/>
              <a:gd name="connsiteY37" fmla="*/ 264958 h 4939827"/>
              <a:gd name="connsiteX38" fmla="*/ 8968582 w 12192000"/>
              <a:gd name="connsiteY38" fmla="*/ 262728 h 4939827"/>
              <a:gd name="connsiteX39" fmla="*/ 8972994 w 12192000"/>
              <a:gd name="connsiteY39" fmla="*/ 263284 h 4939827"/>
              <a:gd name="connsiteX40" fmla="*/ 9004605 w 12192000"/>
              <a:gd name="connsiteY40" fmla="*/ 258041 h 4939827"/>
              <a:gd name="connsiteX41" fmla="*/ 9016165 w 12192000"/>
              <a:gd name="connsiteY41" fmla="*/ 261258 h 4939827"/>
              <a:gd name="connsiteX42" fmla="*/ 9043297 w 12192000"/>
              <a:gd name="connsiteY42" fmla="*/ 281547 h 4939827"/>
              <a:gd name="connsiteX43" fmla="*/ 9048315 w 12192000"/>
              <a:gd name="connsiteY43" fmla="*/ 279264 h 4939827"/>
              <a:gd name="connsiteX44" fmla="*/ 9054706 w 12192000"/>
              <a:gd name="connsiteY44" fmla="*/ 278538 h 4939827"/>
              <a:gd name="connsiteX45" fmla="*/ 9070919 w 12192000"/>
              <a:gd name="connsiteY45" fmla="*/ 281810 h 4939827"/>
              <a:gd name="connsiteX46" fmla="*/ 9076813 w 12192000"/>
              <a:gd name="connsiteY46" fmla="*/ 283909 h 4939827"/>
              <a:gd name="connsiteX47" fmla="*/ 9085871 w 12192000"/>
              <a:gd name="connsiteY47" fmla="*/ 285133 h 4939827"/>
              <a:gd name="connsiteX48" fmla="*/ 9086159 w 12192000"/>
              <a:gd name="connsiteY48" fmla="*/ 284887 h 4939827"/>
              <a:gd name="connsiteX49" fmla="*/ 9134606 w 12192000"/>
              <a:gd name="connsiteY49" fmla="*/ 288168 h 4939827"/>
              <a:gd name="connsiteX50" fmla="*/ 9195590 w 12192000"/>
              <a:gd name="connsiteY50" fmla="*/ 279568 h 4939827"/>
              <a:gd name="connsiteX51" fmla="*/ 9219336 w 12192000"/>
              <a:gd name="connsiteY51" fmla="*/ 278133 h 4939827"/>
              <a:gd name="connsiteX52" fmla="*/ 9232362 w 12192000"/>
              <a:gd name="connsiteY52" fmla="*/ 275894 h 4939827"/>
              <a:gd name="connsiteX53" fmla="*/ 9233396 w 12192000"/>
              <a:gd name="connsiteY53" fmla="*/ 274803 h 4939827"/>
              <a:gd name="connsiteX54" fmla="*/ 9256213 w 12192000"/>
              <a:gd name="connsiteY54" fmla="*/ 281576 h 4939827"/>
              <a:gd name="connsiteX55" fmla="*/ 9262377 w 12192000"/>
              <a:gd name="connsiteY55" fmla="*/ 286635 h 4939827"/>
              <a:gd name="connsiteX56" fmla="*/ 9287089 w 12192000"/>
              <a:gd name="connsiteY56" fmla="*/ 303891 h 4939827"/>
              <a:gd name="connsiteX57" fmla="*/ 9371484 w 12192000"/>
              <a:gd name="connsiteY57" fmla="*/ 329634 h 4939827"/>
              <a:gd name="connsiteX58" fmla="*/ 9404829 w 12192000"/>
              <a:gd name="connsiteY58" fmla="*/ 339038 h 4939827"/>
              <a:gd name="connsiteX59" fmla="*/ 9427021 w 12192000"/>
              <a:gd name="connsiteY59" fmla="*/ 358784 h 4939827"/>
              <a:gd name="connsiteX60" fmla="*/ 9670844 w 12192000"/>
              <a:gd name="connsiteY60" fmla="*/ 405128 h 4939827"/>
              <a:gd name="connsiteX61" fmla="*/ 9816083 w 12192000"/>
              <a:gd name="connsiteY61" fmla="*/ 416573 h 4939827"/>
              <a:gd name="connsiteX62" fmla="*/ 9936741 w 12192000"/>
              <a:gd name="connsiteY62" fmla="*/ 437044 h 4939827"/>
              <a:gd name="connsiteX63" fmla="*/ 10050093 w 12192000"/>
              <a:gd name="connsiteY63" fmla="*/ 443783 h 4939827"/>
              <a:gd name="connsiteX64" fmla="*/ 10130090 w 12192000"/>
              <a:gd name="connsiteY64" fmla="*/ 459520 h 4939827"/>
              <a:gd name="connsiteX65" fmla="*/ 10173456 w 12192000"/>
              <a:gd name="connsiteY65" fmla="*/ 457749 h 4939827"/>
              <a:gd name="connsiteX66" fmla="*/ 10218232 w 12192000"/>
              <a:gd name="connsiteY66" fmla="*/ 459820 h 4939827"/>
              <a:gd name="connsiteX67" fmla="*/ 10354176 w 12192000"/>
              <a:gd name="connsiteY67" fmla="*/ 471377 h 4939827"/>
              <a:gd name="connsiteX68" fmla="*/ 10430681 w 12192000"/>
              <a:gd name="connsiteY68" fmla="*/ 481226 h 4939827"/>
              <a:gd name="connsiteX69" fmla="*/ 10478169 w 12192000"/>
              <a:gd name="connsiteY69" fmla="*/ 481774 h 4939827"/>
              <a:gd name="connsiteX70" fmla="*/ 10540907 w 12192000"/>
              <a:gd name="connsiteY70" fmla="*/ 485607 h 4939827"/>
              <a:gd name="connsiteX71" fmla="*/ 10614941 w 12192000"/>
              <a:gd name="connsiteY71" fmla="*/ 487592 h 4939827"/>
              <a:gd name="connsiteX72" fmla="*/ 10674098 w 12192000"/>
              <a:gd name="connsiteY72" fmla="*/ 521656 h 4939827"/>
              <a:gd name="connsiteX73" fmla="*/ 10874834 w 12192000"/>
              <a:gd name="connsiteY73" fmla="*/ 574867 h 4939827"/>
              <a:gd name="connsiteX74" fmla="*/ 10944981 w 12192000"/>
              <a:gd name="connsiteY74" fmla="*/ 615042 h 4939827"/>
              <a:gd name="connsiteX75" fmla="*/ 11006376 w 12192000"/>
              <a:gd name="connsiteY75" fmla="*/ 645957 h 4939827"/>
              <a:gd name="connsiteX76" fmla="*/ 11076308 w 12192000"/>
              <a:gd name="connsiteY76" fmla="*/ 675698 h 4939827"/>
              <a:gd name="connsiteX77" fmla="*/ 11148789 w 12192000"/>
              <a:gd name="connsiteY77" fmla="*/ 685041 h 4939827"/>
              <a:gd name="connsiteX78" fmla="*/ 11249129 w 12192000"/>
              <a:gd name="connsiteY78" fmla="*/ 684218 h 4939827"/>
              <a:gd name="connsiteX79" fmla="*/ 11299915 w 12192000"/>
              <a:gd name="connsiteY79" fmla="*/ 692177 h 4939827"/>
              <a:gd name="connsiteX80" fmla="*/ 11386973 w 12192000"/>
              <a:gd name="connsiteY80" fmla="*/ 708209 h 4939827"/>
              <a:gd name="connsiteX81" fmla="*/ 11500105 w 12192000"/>
              <a:gd name="connsiteY81" fmla="*/ 735014 h 4939827"/>
              <a:gd name="connsiteX82" fmla="*/ 11621735 w 12192000"/>
              <a:gd name="connsiteY82" fmla="*/ 789584 h 4939827"/>
              <a:gd name="connsiteX83" fmla="*/ 11691200 w 12192000"/>
              <a:gd name="connsiteY83" fmla="*/ 867902 h 4939827"/>
              <a:gd name="connsiteX84" fmla="*/ 11819427 w 12192000"/>
              <a:gd name="connsiteY84" fmla="*/ 911634 h 4939827"/>
              <a:gd name="connsiteX85" fmla="*/ 11969720 w 12192000"/>
              <a:gd name="connsiteY85" fmla="*/ 964737 h 4939827"/>
              <a:gd name="connsiteX86" fmla="*/ 12055766 w 12192000"/>
              <a:gd name="connsiteY86" fmla="*/ 991268 h 4939827"/>
              <a:gd name="connsiteX87" fmla="*/ 12171539 w 12192000"/>
              <a:gd name="connsiteY87" fmla="*/ 995427 h 4939827"/>
              <a:gd name="connsiteX88" fmla="*/ 12187831 w 12192000"/>
              <a:gd name="connsiteY88" fmla="*/ 996580 h 4939827"/>
              <a:gd name="connsiteX89" fmla="*/ 12192000 w 12192000"/>
              <a:gd name="connsiteY89" fmla="*/ 996726 h 4939827"/>
              <a:gd name="connsiteX90" fmla="*/ 12192000 w 12192000"/>
              <a:gd name="connsiteY90" fmla="*/ 4939827 h 4939827"/>
              <a:gd name="connsiteX91" fmla="*/ 0 w 12192000"/>
              <a:gd name="connsiteY91" fmla="*/ 4939827 h 4939827"/>
              <a:gd name="connsiteX92" fmla="*/ 0 w 12192000"/>
              <a:gd name="connsiteY92" fmla="*/ 512043 h 4939827"/>
              <a:gd name="connsiteX93" fmla="*/ 7381 w 12192000"/>
              <a:gd name="connsiteY93" fmla="*/ 512580 h 4939827"/>
              <a:gd name="connsiteX94" fmla="*/ 100029 w 12192000"/>
              <a:gd name="connsiteY94" fmla="*/ 504758 h 4939827"/>
              <a:gd name="connsiteX95" fmla="*/ 155244 w 12192000"/>
              <a:gd name="connsiteY95" fmla="*/ 525130 h 4939827"/>
              <a:gd name="connsiteX96" fmla="*/ 254366 w 12192000"/>
              <a:gd name="connsiteY96" fmla="*/ 534449 h 4939827"/>
              <a:gd name="connsiteX97" fmla="*/ 447292 w 12192000"/>
              <a:gd name="connsiteY97" fmla="*/ 542725 h 4939827"/>
              <a:gd name="connsiteX98" fmla="*/ 628105 w 12192000"/>
              <a:gd name="connsiteY98" fmla="*/ 547853 h 4939827"/>
              <a:gd name="connsiteX99" fmla="*/ 783146 w 12192000"/>
              <a:gd name="connsiteY99" fmla="*/ 591799 h 4939827"/>
              <a:gd name="connsiteX100" fmla="*/ 1043676 w 12192000"/>
              <a:gd name="connsiteY100" fmla="*/ 591887 h 4939827"/>
              <a:gd name="connsiteX101" fmla="*/ 1281816 w 12192000"/>
              <a:gd name="connsiteY101" fmla="*/ 520946 h 4939827"/>
              <a:gd name="connsiteX102" fmla="*/ 1486347 w 12192000"/>
              <a:gd name="connsiteY102" fmla="*/ 487310 h 4939827"/>
              <a:gd name="connsiteX103" fmla="*/ 1568079 w 12192000"/>
              <a:gd name="connsiteY103" fmla="*/ 462531 h 4939827"/>
              <a:gd name="connsiteX104" fmla="*/ 1622516 w 12192000"/>
              <a:gd name="connsiteY104" fmla="*/ 466058 h 4939827"/>
              <a:gd name="connsiteX105" fmla="*/ 1655457 w 12192000"/>
              <a:gd name="connsiteY105" fmla="*/ 465359 h 4939827"/>
              <a:gd name="connsiteX106" fmla="*/ 1717454 w 12192000"/>
              <a:gd name="connsiteY106" fmla="*/ 417203 h 4939827"/>
              <a:gd name="connsiteX107" fmla="*/ 1913794 w 12192000"/>
              <a:gd name="connsiteY107" fmla="*/ 365255 h 4939827"/>
              <a:gd name="connsiteX108" fmla="*/ 2129762 w 12192000"/>
              <a:gd name="connsiteY108" fmla="*/ 367832 h 4939827"/>
              <a:gd name="connsiteX109" fmla="*/ 2376970 w 12192000"/>
              <a:gd name="connsiteY109" fmla="*/ 350129 h 4939827"/>
              <a:gd name="connsiteX110" fmla="*/ 2480155 w 12192000"/>
              <a:gd name="connsiteY110" fmla="*/ 359227 h 4939827"/>
              <a:gd name="connsiteX111" fmla="*/ 2586782 w 12192000"/>
              <a:gd name="connsiteY111" fmla="*/ 339352 h 4939827"/>
              <a:gd name="connsiteX112" fmla="*/ 2654496 w 12192000"/>
              <a:gd name="connsiteY112" fmla="*/ 315431 h 4939827"/>
              <a:gd name="connsiteX113" fmla="*/ 2788947 w 12192000"/>
              <a:gd name="connsiteY113" fmla="*/ 250375 h 4939827"/>
              <a:gd name="connsiteX114" fmla="*/ 2885389 w 12192000"/>
              <a:gd name="connsiteY114" fmla="*/ 255259 h 4939827"/>
              <a:gd name="connsiteX115" fmla="*/ 3045916 w 12192000"/>
              <a:gd name="connsiteY115" fmla="*/ 261030 h 4939827"/>
              <a:gd name="connsiteX116" fmla="*/ 3074187 w 12192000"/>
              <a:gd name="connsiteY116" fmla="*/ 243226 h 4939827"/>
              <a:gd name="connsiteX117" fmla="*/ 3103677 w 12192000"/>
              <a:gd name="connsiteY117" fmla="*/ 209527 h 4939827"/>
              <a:gd name="connsiteX118" fmla="*/ 3126759 w 12192000"/>
              <a:gd name="connsiteY118" fmla="*/ 211226 h 4939827"/>
              <a:gd name="connsiteX119" fmla="*/ 3164020 w 12192000"/>
              <a:gd name="connsiteY119" fmla="*/ 212779 h 4939827"/>
              <a:gd name="connsiteX120" fmla="*/ 3285019 w 12192000"/>
              <a:gd name="connsiteY120" fmla="*/ 220535 h 4939827"/>
              <a:gd name="connsiteX121" fmla="*/ 3365154 w 12192000"/>
              <a:gd name="connsiteY121" fmla="*/ 226416 h 4939827"/>
              <a:gd name="connsiteX122" fmla="*/ 3367507 w 12192000"/>
              <a:gd name="connsiteY122" fmla="*/ 225416 h 4939827"/>
              <a:gd name="connsiteX123" fmla="*/ 3387567 w 12192000"/>
              <a:gd name="connsiteY123" fmla="*/ 227103 h 4939827"/>
              <a:gd name="connsiteX124" fmla="*/ 3424753 w 12192000"/>
              <a:gd name="connsiteY124" fmla="*/ 244380 h 4939827"/>
              <a:gd name="connsiteX125" fmla="*/ 3498001 w 12192000"/>
              <a:gd name="connsiteY125" fmla="*/ 231941 h 4939827"/>
              <a:gd name="connsiteX126" fmla="*/ 3561557 w 12192000"/>
              <a:gd name="connsiteY126" fmla="*/ 228095 h 4939827"/>
              <a:gd name="connsiteX127" fmla="*/ 3611920 w 12192000"/>
              <a:gd name="connsiteY127" fmla="*/ 218094 h 4939827"/>
              <a:gd name="connsiteX128" fmla="*/ 3620528 w 12192000"/>
              <a:gd name="connsiteY128" fmla="*/ 218788 h 4939827"/>
              <a:gd name="connsiteX129" fmla="*/ 3620766 w 12192000"/>
              <a:gd name="connsiteY129" fmla="*/ 218511 h 4939827"/>
              <a:gd name="connsiteX130" fmla="*/ 3629977 w 12192000"/>
              <a:gd name="connsiteY130" fmla="*/ 218664 h 4939827"/>
              <a:gd name="connsiteX131" fmla="*/ 3636217 w 12192000"/>
              <a:gd name="connsiteY131" fmla="*/ 220048 h 4939827"/>
              <a:gd name="connsiteX132" fmla="*/ 3709484 w 12192000"/>
              <a:gd name="connsiteY132" fmla="*/ 186927 h 4939827"/>
              <a:gd name="connsiteX133" fmla="*/ 3761342 w 12192000"/>
              <a:gd name="connsiteY133" fmla="*/ 177474 h 4939827"/>
              <a:gd name="connsiteX134" fmla="*/ 3799748 w 12192000"/>
              <a:gd name="connsiteY134" fmla="*/ 167154 h 4939827"/>
              <a:gd name="connsiteX135" fmla="*/ 3922756 w 12192000"/>
              <a:gd name="connsiteY135" fmla="*/ 194044 h 4939827"/>
              <a:gd name="connsiteX136" fmla="*/ 4028476 w 12192000"/>
              <a:gd name="connsiteY136" fmla="*/ 223679 h 4939827"/>
              <a:gd name="connsiteX137" fmla="*/ 4191582 w 12192000"/>
              <a:gd name="connsiteY137" fmla="*/ 238952 h 4939827"/>
              <a:gd name="connsiteX138" fmla="*/ 4251024 w 12192000"/>
              <a:gd name="connsiteY138" fmla="*/ 240874 h 4939827"/>
              <a:gd name="connsiteX139" fmla="*/ 4355275 w 12192000"/>
              <a:gd name="connsiteY139" fmla="*/ 260205 h 4939827"/>
              <a:gd name="connsiteX140" fmla="*/ 4423807 w 12192000"/>
              <a:gd name="connsiteY140" fmla="*/ 270366 h 4939827"/>
              <a:gd name="connsiteX141" fmla="*/ 4558432 w 12192000"/>
              <a:gd name="connsiteY141" fmla="*/ 269194 h 4939827"/>
              <a:gd name="connsiteX142" fmla="*/ 4635061 w 12192000"/>
              <a:gd name="connsiteY142" fmla="*/ 280682 h 4939827"/>
              <a:gd name="connsiteX143" fmla="*/ 4807427 w 12192000"/>
              <a:gd name="connsiteY143" fmla="*/ 276835 h 4939827"/>
              <a:gd name="connsiteX144" fmla="*/ 5028933 w 12192000"/>
              <a:gd name="connsiteY144" fmla="*/ 183887 h 4939827"/>
              <a:gd name="connsiteX145" fmla="*/ 5093642 w 12192000"/>
              <a:gd name="connsiteY145" fmla="*/ 177214 h 4939827"/>
              <a:gd name="connsiteX146" fmla="*/ 5102642 w 12192000"/>
              <a:gd name="connsiteY146" fmla="*/ 186816 h 4939827"/>
              <a:gd name="connsiteX147" fmla="*/ 5193590 w 12192000"/>
              <a:gd name="connsiteY147" fmla="*/ 156458 h 4939827"/>
              <a:gd name="connsiteX148" fmla="*/ 5323922 w 12192000"/>
              <a:gd name="connsiteY148" fmla="*/ 146332 h 4939827"/>
              <a:gd name="connsiteX149" fmla="*/ 5421860 w 12192000"/>
              <a:gd name="connsiteY149" fmla="*/ 167298 h 4939827"/>
              <a:gd name="connsiteX150" fmla="*/ 5476948 w 12192000"/>
              <a:gd name="connsiteY150" fmla="*/ 173249 h 4939827"/>
              <a:gd name="connsiteX151" fmla="*/ 5516842 w 12192000"/>
              <a:gd name="connsiteY151" fmla="*/ 184018 h 4939827"/>
              <a:gd name="connsiteX152" fmla="*/ 5619415 w 12192000"/>
              <a:gd name="connsiteY152" fmla="*/ 176781 h 4939827"/>
              <a:gd name="connsiteX153" fmla="*/ 5789867 w 12192000"/>
              <a:gd name="connsiteY153" fmla="*/ 150304 h 4939827"/>
              <a:gd name="connsiteX154" fmla="*/ 5825953 w 12192000"/>
              <a:gd name="connsiteY154" fmla="*/ 147907 h 4939827"/>
              <a:gd name="connsiteX155" fmla="*/ 5856168 w 12192000"/>
              <a:gd name="connsiteY155" fmla="*/ 158719 h 4939827"/>
              <a:gd name="connsiteX156" fmla="*/ 5862476 w 12192000"/>
              <a:gd name="connsiteY156" fmla="*/ 172447 h 4939827"/>
              <a:gd name="connsiteX157" fmla="*/ 5882195 w 12192000"/>
              <a:gd name="connsiteY157" fmla="*/ 173195 h 4939827"/>
              <a:gd name="connsiteX158" fmla="*/ 5887271 w 12192000"/>
              <a:gd name="connsiteY158" fmla="*/ 176084 h 4939827"/>
              <a:gd name="connsiteX159" fmla="*/ 5921577 w 12192000"/>
              <a:gd name="connsiteY159" fmla="*/ 169858 h 4939827"/>
              <a:gd name="connsiteX160" fmla="*/ 5983240 w 12192000"/>
              <a:gd name="connsiteY160" fmla="*/ 152755 h 4939827"/>
              <a:gd name="connsiteX161" fmla="*/ 6152287 w 12192000"/>
              <a:gd name="connsiteY161" fmla="*/ 116736 h 4939827"/>
              <a:gd name="connsiteX162" fmla="*/ 6415830 w 12192000"/>
              <a:gd name="connsiteY162" fmla="*/ 136006 h 4939827"/>
              <a:gd name="connsiteX163" fmla="*/ 6756965 w 12192000"/>
              <a:gd name="connsiteY163" fmla="*/ 57636 h 4939827"/>
              <a:gd name="connsiteX164" fmla="*/ 6819400 w 12192000"/>
              <a:gd name="connsiteY164" fmla="*/ 30742 h 4939827"/>
              <a:gd name="connsiteX165" fmla="*/ 6986370 w 12192000"/>
              <a:gd name="connsiteY165" fmla="*/ 12659 h 4939827"/>
              <a:gd name="connsiteX166" fmla="*/ 6989536 w 12192000"/>
              <a:gd name="connsiteY166" fmla="*/ 14528 h 4939827"/>
              <a:gd name="connsiteX167" fmla="*/ 7015933 w 12192000"/>
              <a:gd name="connsiteY167" fmla="*/ 9653 h 4939827"/>
              <a:gd name="connsiteX168" fmla="*/ 7020592 w 12192000"/>
              <a:gd name="connsiteY168" fmla="*/ 1651 h 4939827"/>
              <a:gd name="connsiteX169" fmla="*/ 7025905 w 12192000"/>
              <a:gd name="connsiteY169" fmla="*/ 0 h 4939827"/>
              <a:gd name="connsiteX0" fmla="*/ 7025905 w 12192000"/>
              <a:gd name="connsiteY0" fmla="*/ 0 h 4939827"/>
              <a:gd name="connsiteX1" fmla="*/ 7032579 w 12192000"/>
              <a:gd name="connsiteY1" fmla="*/ 2808 h 4939827"/>
              <a:gd name="connsiteX2" fmla="*/ 7079505 w 12192000"/>
              <a:gd name="connsiteY2" fmla="*/ 12971 h 4939827"/>
              <a:gd name="connsiteX3" fmla="*/ 7158791 w 12192000"/>
              <a:gd name="connsiteY3" fmla="*/ 12462 h 4939827"/>
              <a:gd name="connsiteX4" fmla="*/ 7233338 w 12192000"/>
              <a:gd name="connsiteY4" fmla="*/ 24846 h 4939827"/>
              <a:gd name="connsiteX5" fmla="*/ 7259791 w 12192000"/>
              <a:gd name="connsiteY5" fmla="*/ 29557 h 4939827"/>
              <a:gd name="connsiteX6" fmla="*/ 7263923 w 12192000"/>
              <a:gd name="connsiteY6" fmla="*/ 35029 h 4939827"/>
              <a:gd name="connsiteX7" fmla="*/ 7281549 w 12192000"/>
              <a:gd name="connsiteY7" fmla="*/ 39654 h 4939827"/>
              <a:gd name="connsiteX8" fmla="*/ 7374735 w 12192000"/>
              <a:gd name="connsiteY8" fmla="*/ 65326 h 4939827"/>
              <a:gd name="connsiteX9" fmla="*/ 7376078 w 12192000"/>
              <a:gd name="connsiteY9" fmla="*/ 63849 h 4939827"/>
              <a:gd name="connsiteX10" fmla="*/ 7402026 w 12192000"/>
              <a:gd name="connsiteY10" fmla="*/ 60308 h 4939827"/>
              <a:gd name="connsiteX11" fmla="*/ 7415091 w 12192000"/>
              <a:gd name="connsiteY11" fmla="*/ 77403 h 4939827"/>
              <a:gd name="connsiteX12" fmla="*/ 7488682 w 12192000"/>
              <a:gd name="connsiteY12" fmla="*/ 83440 h 4939827"/>
              <a:gd name="connsiteX13" fmla="*/ 7588044 w 12192000"/>
              <a:gd name="connsiteY13" fmla="*/ 110756 h 4939827"/>
              <a:gd name="connsiteX14" fmla="*/ 7732750 w 12192000"/>
              <a:gd name="connsiteY14" fmla="*/ 145456 h 4939827"/>
              <a:gd name="connsiteX15" fmla="*/ 7785900 w 12192000"/>
              <a:gd name="connsiteY15" fmla="*/ 154493 h 4939827"/>
              <a:gd name="connsiteX16" fmla="*/ 7877301 w 12192000"/>
              <a:gd name="connsiteY16" fmla="*/ 186153 h 4939827"/>
              <a:gd name="connsiteX17" fmla="*/ 7952584 w 12192000"/>
              <a:gd name="connsiteY17" fmla="*/ 170181 h 4939827"/>
              <a:gd name="connsiteX18" fmla="*/ 8009534 w 12192000"/>
              <a:gd name="connsiteY18" fmla="*/ 176441 h 4939827"/>
              <a:gd name="connsiteX19" fmla="*/ 8058681 w 12192000"/>
              <a:gd name="connsiteY19" fmla="*/ 219431 h 4939827"/>
              <a:gd name="connsiteX20" fmla="*/ 8126175 w 12192000"/>
              <a:gd name="connsiteY20" fmla="*/ 240005 h 4939827"/>
              <a:gd name="connsiteX21" fmla="*/ 8166439 w 12192000"/>
              <a:gd name="connsiteY21" fmla="*/ 252699 h 4939827"/>
              <a:gd name="connsiteX22" fmla="*/ 8281371 w 12192000"/>
              <a:gd name="connsiteY22" fmla="*/ 256875 h 4939827"/>
              <a:gd name="connsiteX23" fmla="*/ 8381609 w 12192000"/>
              <a:gd name="connsiteY23" fmla="*/ 240618 h 4939827"/>
              <a:gd name="connsiteX24" fmla="*/ 8406759 w 12192000"/>
              <a:gd name="connsiteY24" fmla="*/ 232517 h 4939827"/>
              <a:gd name="connsiteX25" fmla="*/ 8426506 w 12192000"/>
              <a:gd name="connsiteY25" fmla="*/ 241842 h 4939827"/>
              <a:gd name="connsiteX26" fmla="*/ 8427949 w 12192000"/>
              <a:gd name="connsiteY26" fmla="*/ 240981 h 4939827"/>
              <a:gd name="connsiteX27" fmla="*/ 8441468 w 12192000"/>
              <a:gd name="connsiteY27" fmla="*/ 241157 h 4939827"/>
              <a:gd name="connsiteX28" fmla="*/ 8565757 w 12192000"/>
              <a:gd name="connsiteY28" fmla="*/ 255317 h 4939827"/>
              <a:gd name="connsiteX29" fmla="*/ 8573171 w 12192000"/>
              <a:gd name="connsiteY29" fmla="*/ 258426 h 4939827"/>
              <a:gd name="connsiteX30" fmla="*/ 8573548 w 12192000"/>
              <a:gd name="connsiteY30" fmla="*/ 258241 h 4939827"/>
              <a:gd name="connsiteX31" fmla="*/ 8581827 w 12192000"/>
              <a:gd name="connsiteY31" fmla="*/ 261028 h 4939827"/>
              <a:gd name="connsiteX32" fmla="*/ 8586687 w 12192000"/>
              <a:gd name="connsiteY32" fmla="*/ 264089 h 4939827"/>
              <a:gd name="connsiteX33" fmla="*/ 8601067 w 12192000"/>
              <a:gd name="connsiteY33" fmla="*/ 270114 h 4939827"/>
              <a:gd name="connsiteX34" fmla="*/ 8672650 w 12192000"/>
              <a:gd name="connsiteY34" fmla="*/ 254821 h 4939827"/>
              <a:gd name="connsiteX35" fmla="*/ 8785543 w 12192000"/>
              <a:gd name="connsiteY35" fmla="*/ 263406 h 4939827"/>
              <a:gd name="connsiteX36" fmla="*/ 8830588 w 12192000"/>
              <a:gd name="connsiteY36" fmla="*/ 265483 h 4939827"/>
              <a:gd name="connsiteX37" fmla="*/ 8905142 w 12192000"/>
              <a:gd name="connsiteY37" fmla="*/ 264958 h 4939827"/>
              <a:gd name="connsiteX38" fmla="*/ 8968582 w 12192000"/>
              <a:gd name="connsiteY38" fmla="*/ 262728 h 4939827"/>
              <a:gd name="connsiteX39" fmla="*/ 8972994 w 12192000"/>
              <a:gd name="connsiteY39" fmla="*/ 263284 h 4939827"/>
              <a:gd name="connsiteX40" fmla="*/ 9004605 w 12192000"/>
              <a:gd name="connsiteY40" fmla="*/ 258041 h 4939827"/>
              <a:gd name="connsiteX41" fmla="*/ 9016165 w 12192000"/>
              <a:gd name="connsiteY41" fmla="*/ 261258 h 4939827"/>
              <a:gd name="connsiteX42" fmla="*/ 9043297 w 12192000"/>
              <a:gd name="connsiteY42" fmla="*/ 281547 h 4939827"/>
              <a:gd name="connsiteX43" fmla="*/ 9048315 w 12192000"/>
              <a:gd name="connsiteY43" fmla="*/ 279264 h 4939827"/>
              <a:gd name="connsiteX44" fmla="*/ 9054706 w 12192000"/>
              <a:gd name="connsiteY44" fmla="*/ 278538 h 4939827"/>
              <a:gd name="connsiteX45" fmla="*/ 9070919 w 12192000"/>
              <a:gd name="connsiteY45" fmla="*/ 281810 h 4939827"/>
              <a:gd name="connsiteX46" fmla="*/ 9076813 w 12192000"/>
              <a:gd name="connsiteY46" fmla="*/ 283909 h 4939827"/>
              <a:gd name="connsiteX47" fmla="*/ 9085871 w 12192000"/>
              <a:gd name="connsiteY47" fmla="*/ 285133 h 4939827"/>
              <a:gd name="connsiteX48" fmla="*/ 9086159 w 12192000"/>
              <a:gd name="connsiteY48" fmla="*/ 284887 h 4939827"/>
              <a:gd name="connsiteX49" fmla="*/ 9134606 w 12192000"/>
              <a:gd name="connsiteY49" fmla="*/ 288168 h 4939827"/>
              <a:gd name="connsiteX50" fmla="*/ 9195590 w 12192000"/>
              <a:gd name="connsiteY50" fmla="*/ 279568 h 4939827"/>
              <a:gd name="connsiteX51" fmla="*/ 9219336 w 12192000"/>
              <a:gd name="connsiteY51" fmla="*/ 278133 h 4939827"/>
              <a:gd name="connsiteX52" fmla="*/ 9232362 w 12192000"/>
              <a:gd name="connsiteY52" fmla="*/ 275894 h 4939827"/>
              <a:gd name="connsiteX53" fmla="*/ 9233396 w 12192000"/>
              <a:gd name="connsiteY53" fmla="*/ 274803 h 4939827"/>
              <a:gd name="connsiteX54" fmla="*/ 9256213 w 12192000"/>
              <a:gd name="connsiteY54" fmla="*/ 281576 h 4939827"/>
              <a:gd name="connsiteX55" fmla="*/ 9262377 w 12192000"/>
              <a:gd name="connsiteY55" fmla="*/ 286635 h 4939827"/>
              <a:gd name="connsiteX56" fmla="*/ 9287089 w 12192000"/>
              <a:gd name="connsiteY56" fmla="*/ 303891 h 4939827"/>
              <a:gd name="connsiteX57" fmla="*/ 9371484 w 12192000"/>
              <a:gd name="connsiteY57" fmla="*/ 329634 h 4939827"/>
              <a:gd name="connsiteX58" fmla="*/ 9404829 w 12192000"/>
              <a:gd name="connsiteY58" fmla="*/ 339038 h 4939827"/>
              <a:gd name="connsiteX59" fmla="*/ 9427021 w 12192000"/>
              <a:gd name="connsiteY59" fmla="*/ 358784 h 4939827"/>
              <a:gd name="connsiteX60" fmla="*/ 9670844 w 12192000"/>
              <a:gd name="connsiteY60" fmla="*/ 405128 h 4939827"/>
              <a:gd name="connsiteX61" fmla="*/ 9816083 w 12192000"/>
              <a:gd name="connsiteY61" fmla="*/ 416573 h 4939827"/>
              <a:gd name="connsiteX62" fmla="*/ 9936741 w 12192000"/>
              <a:gd name="connsiteY62" fmla="*/ 437044 h 4939827"/>
              <a:gd name="connsiteX63" fmla="*/ 10050093 w 12192000"/>
              <a:gd name="connsiteY63" fmla="*/ 443783 h 4939827"/>
              <a:gd name="connsiteX64" fmla="*/ 10130090 w 12192000"/>
              <a:gd name="connsiteY64" fmla="*/ 459520 h 4939827"/>
              <a:gd name="connsiteX65" fmla="*/ 10173456 w 12192000"/>
              <a:gd name="connsiteY65" fmla="*/ 457749 h 4939827"/>
              <a:gd name="connsiteX66" fmla="*/ 10218232 w 12192000"/>
              <a:gd name="connsiteY66" fmla="*/ 459820 h 4939827"/>
              <a:gd name="connsiteX67" fmla="*/ 10354176 w 12192000"/>
              <a:gd name="connsiteY67" fmla="*/ 471377 h 4939827"/>
              <a:gd name="connsiteX68" fmla="*/ 10430681 w 12192000"/>
              <a:gd name="connsiteY68" fmla="*/ 481226 h 4939827"/>
              <a:gd name="connsiteX69" fmla="*/ 10478169 w 12192000"/>
              <a:gd name="connsiteY69" fmla="*/ 481774 h 4939827"/>
              <a:gd name="connsiteX70" fmla="*/ 10540907 w 12192000"/>
              <a:gd name="connsiteY70" fmla="*/ 485607 h 4939827"/>
              <a:gd name="connsiteX71" fmla="*/ 10614941 w 12192000"/>
              <a:gd name="connsiteY71" fmla="*/ 487592 h 4939827"/>
              <a:gd name="connsiteX72" fmla="*/ 10674098 w 12192000"/>
              <a:gd name="connsiteY72" fmla="*/ 521656 h 4939827"/>
              <a:gd name="connsiteX73" fmla="*/ 10874834 w 12192000"/>
              <a:gd name="connsiteY73" fmla="*/ 574867 h 4939827"/>
              <a:gd name="connsiteX74" fmla="*/ 10944981 w 12192000"/>
              <a:gd name="connsiteY74" fmla="*/ 615042 h 4939827"/>
              <a:gd name="connsiteX75" fmla="*/ 11006376 w 12192000"/>
              <a:gd name="connsiteY75" fmla="*/ 645957 h 4939827"/>
              <a:gd name="connsiteX76" fmla="*/ 11076308 w 12192000"/>
              <a:gd name="connsiteY76" fmla="*/ 675698 h 4939827"/>
              <a:gd name="connsiteX77" fmla="*/ 11148789 w 12192000"/>
              <a:gd name="connsiteY77" fmla="*/ 685041 h 4939827"/>
              <a:gd name="connsiteX78" fmla="*/ 11249129 w 12192000"/>
              <a:gd name="connsiteY78" fmla="*/ 684218 h 4939827"/>
              <a:gd name="connsiteX79" fmla="*/ 11299915 w 12192000"/>
              <a:gd name="connsiteY79" fmla="*/ 692177 h 4939827"/>
              <a:gd name="connsiteX80" fmla="*/ 11386973 w 12192000"/>
              <a:gd name="connsiteY80" fmla="*/ 708209 h 4939827"/>
              <a:gd name="connsiteX81" fmla="*/ 11500105 w 12192000"/>
              <a:gd name="connsiteY81" fmla="*/ 735014 h 4939827"/>
              <a:gd name="connsiteX82" fmla="*/ 11621735 w 12192000"/>
              <a:gd name="connsiteY82" fmla="*/ 789584 h 4939827"/>
              <a:gd name="connsiteX83" fmla="*/ 11691200 w 12192000"/>
              <a:gd name="connsiteY83" fmla="*/ 867902 h 4939827"/>
              <a:gd name="connsiteX84" fmla="*/ 11819427 w 12192000"/>
              <a:gd name="connsiteY84" fmla="*/ 911634 h 4939827"/>
              <a:gd name="connsiteX85" fmla="*/ 11969720 w 12192000"/>
              <a:gd name="connsiteY85" fmla="*/ 964737 h 4939827"/>
              <a:gd name="connsiteX86" fmla="*/ 12055766 w 12192000"/>
              <a:gd name="connsiteY86" fmla="*/ 991268 h 4939827"/>
              <a:gd name="connsiteX87" fmla="*/ 12171539 w 12192000"/>
              <a:gd name="connsiteY87" fmla="*/ 995427 h 4939827"/>
              <a:gd name="connsiteX88" fmla="*/ 12187831 w 12192000"/>
              <a:gd name="connsiteY88" fmla="*/ 996580 h 4939827"/>
              <a:gd name="connsiteX89" fmla="*/ 12192000 w 12192000"/>
              <a:gd name="connsiteY89" fmla="*/ 996726 h 4939827"/>
              <a:gd name="connsiteX90" fmla="*/ 12192000 w 12192000"/>
              <a:gd name="connsiteY90" fmla="*/ 4939827 h 4939827"/>
              <a:gd name="connsiteX91" fmla="*/ 0 w 12192000"/>
              <a:gd name="connsiteY91" fmla="*/ 4939827 h 4939827"/>
              <a:gd name="connsiteX92" fmla="*/ 0 w 12192000"/>
              <a:gd name="connsiteY92" fmla="*/ 512043 h 4939827"/>
              <a:gd name="connsiteX93" fmla="*/ 7381 w 12192000"/>
              <a:gd name="connsiteY93" fmla="*/ 512580 h 4939827"/>
              <a:gd name="connsiteX94" fmla="*/ 100029 w 12192000"/>
              <a:gd name="connsiteY94" fmla="*/ 504758 h 4939827"/>
              <a:gd name="connsiteX95" fmla="*/ 155244 w 12192000"/>
              <a:gd name="connsiteY95" fmla="*/ 525130 h 4939827"/>
              <a:gd name="connsiteX96" fmla="*/ 254366 w 12192000"/>
              <a:gd name="connsiteY96" fmla="*/ 534449 h 4939827"/>
              <a:gd name="connsiteX97" fmla="*/ 447292 w 12192000"/>
              <a:gd name="connsiteY97" fmla="*/ 542725 h 4939827"/>
              <a:gd name="connsiteX98" fmla="*/ 628105 w 12192000"/>
              <a:gd name="connsiteY98" fmla="*/ 547853 h 4939827"/>
              <a:gd name="connsiteX99" fmla="*/ 783146 w 12192000"/>
              <a:gd name="connsiteY99" fmla="*/ 591799 h 4939827"/>
              <a:gd name="connsiteX100" fmla="*/ 1043676 w 12192000"/>
              <a:gd name="connsiteY100" fmla="*/ 591887 h 4939827"/>
              <a:gd name="connsiteX101" fmla="*/ 1281816 w 12192000"/>
              <a:gd name="connsiteY101" fmla="*/ 520946 h 4939827"/>
              <a:gd name="connsiteX102" fmla="*/ 1486347 w 12192000"/>
              <a:gd name="connsiteY102" fmla="*/ 487310 h 4939827"/>
              <a:gd name="connsiteX103" fmla="*/ 1568079 w 12192000"/>
              <a:gd name="connsiteY103" fmla="*/ 462531 h 4939827"/>
              <a:gd name="connsiteX104" fmla="*/ 1622516 w 12192000"/>
              <a:gd name="connsiteY104" fmla="*/ 466058 h 4939827"/>
              <a:gd name="connsiteX105" fmla="*/ 1655457 w 12192000"/>
              <a:gd name="connsiteY105" fmla="*/ 465359 h 4939827"/>
              <a:gd name="connsiteX106" fmla="*/ 1717454 w 12192000"/>
              <a:gd name="connsiteY106" fmla="*/ 417203 h 4939827"/>
              <a:gd name="connsiteX107" fmla="*/ 1913794 w 12192000"/>
              <a:gd name="connsiteY107" fmla="*/ 365255 h 4939827"/>
              <a:gd name="connsiteX108" fmla="*/ 2129762 w 12192000"/>
              <a:gd name="connsiteY108" fmla="*/ 367832 h 4939827"/>
              <a:gd name="connsiteX109" fmla="*/ 2376970 w 12192000"/>
              <a:gd name="connsiteY109" fmla="*/ 350129 h 4939827"/>
              <a:gd name="connsiteX110" fmla="*/ 2480155 w 12192000"/>
              <a:gd name="connsiteY110" fmla="*/ 359227 h 4939827"/>
              <a:gd name="connsiteX111" fmla="*/ 2586782 w 12192000"/>
              <a:gd name="connsiteY111" fmla="*/ 339352 h 4939827"/>
              <a:gd name="connsiteX112" fmla="*/ 2654496 w 12192000"/>
              <a:gd name="connsiteY112" fmla="*/ 315431 h 4939827"/>
              <a:gd name="connsiteX113" fmla="*/ 2788947 w 12192000"/>
              <a:gd name="connsiteY113" fmla="*/ 250375 h 4939827"/>
              <a:gd name="connsiteX114" fmla="*/ 2885389 w 12192000"/>
              <a:gd name="connsiteY114" fmla="*/ 255259 h 4939827"/>
              <a:gd name="connsiteX115" fmla="*/ 3045916 w 12192000"/>
              <a:gd name="connsiteY115" fmla="*/ 261030 h 4939827"/>
              <a:gd name="connsiteX116" fmla="*/ 3074187 w 12192000"/>
              <a:gd name="connsiteY116" fmla="*/ 243226 h 4939827"/>
              <a:gd name="connsiteX117" fmla="*/ 3103677 w 12192000"/>
              <a:gd name="connsiteY117" fmla="*/ 209527 h 4939827"/>
              <a:gd name="connsiteX118" fmla="*/ 3126759 w 12192000"/>
              <a:gd name="connsiteY118" fmla="*/ 211226 h 4939827"/>
              <a:gd name="connsiteX119" fmla="*/ 3164020 w 12192000"/>
              <a:gd name="connsiteY119" fmla="*/ 212779 h 4939827"/>
              <a:gd name="connsiteX120" fmla="*/ 3285019 w 12192000"/>
              <a:gd name="connsiteY120" fmla="*/ 220535 h 4939827"/>
              <a:gd name="connsiteX121" fmla="*/ 3365154 w 12192000"/>
              <a:gd name="connsiteY121" fmla="*/ 226416 h 4939827"/>
              <a:gd name="connsiteX122" fmla="*/ 3367507 w 12192000"/>
              <a:gd name="connsiteY122" fmla="*/ 225416 h 4939827"/>
              <a:gd name="connsiteX123" fmla="*/ 3387567 w 12192000"/>
              <a:gd name="connsiteY123" fmla="*/ 227103 h 4939827"/>
              <a:gd name="connsiteX124" fmla="*/ 3498001 w 12192000"/>
              <a:gd name="connsiteY124" fmla="*/ 231941 h 4939827"/>
              <a:gd name="connsiteX125" fmla="*/ 3561557 w 12192000"/>
              <a:gd name="connsiteY125" fmla="*/ 228095 h 4939827"/>
              <a:gd name="connsiteX126" fmla="*/ 3611920 w 12192000"/>
              <a:gd name="connsiteY126" fmla="*/ 218094 h 4939827"/>
              <a:gd name="connsiteX127" fmla="*/ 3620528 w 12192000"/>
              <a:gd name="connsiteY127" fmla="*/ 218788 h 4939827"/>
              <a:gd name="connsiteX128" fmla="*/ 3620766 w 12192000"/>
              <a:gd name="connsiteY128" fmla="*/ 218511 h 4939827"/>
              <a:gd name="connsiteX129" fmla="*/ 3629977 w 12192000"/>
              <a:gd name="connsiteY129" fmla="*/ 218664 h 4939827"/>
              <a:gd name="connsiteX130" fmla="*/ 3636217 w 12192000"/>
              <a:gd name="connsiteY130" fmla="*/ 220048 h 4939827"/>
              <a:gd name="connsiteX131" fmla="*/ 3709484 w 12192000"/>
              <a:gd name="connsiteY131" fmla="*/ 186927 h 4939827"/>
              <a:gd name="connsiteX132" fmla="*/ 3761342 w 12192000"/>
              <a:gd name="connsiteY132" fmla="*/ 177474 h 4939827"/>
              <a:gd name="connsiteX133" fmla="*/ 3799748 w 12192000"/>
              <a:gd name="connsiteY133" fmla="*/ 167154 h 4939827"/>
              <a:gd name="connsiteX134" fmla="*/ 3922756 w 12192000"/>
              <a:gd name="connsiteY134" fmla="*/ 194044 h 4939827"/>
              <a:gd name="connsiteX135" fmla="*/ 4028476 w 12192000"/>
              <a:gd name="connsiteY135" fmla="*/ 223679 h 4939827"/>
              <a:gd name="connsiteX136" fmla="*/ 4191582 w 12192000"/>
              <a:gd name="connsiteY136" fmla="*/ 238952 h 4939827"/>
              <a:gd name="connsiteX137" fmla="*/ 4251024 w 12192000"/>
              <a:gd name="connsiteY137" fmla="*/ 240874 h 4939827"/>
              <a:gd name="connsiteX138" fmla="*/ 4355275 w 12192000"/>
              <a:gd name="connsiteY138" fmla="*/ 260205 h 4939827"/>
              <a:gd name="connsiteX139" fmla="*/ 4423807 w 12192000"/>
              <a:gd name="connsiteY139" fmla="*/ 270366 h 4939827"/>
              <a:gd name="connsiteX140" fmla="*/ 4558432 w 12192000"/>
              <a:gd name="connsiteY140" fmla="*/ 269194 h 4939827"/>
              <a:gd name="connsiteX141" fmla="*/ 4635061 w 12192000"/>
              <a:gd name="connsiteY141" fmla="*/ 280682 h 4939827"/>
              <a:gd name="connsiteX142" fmla="*/ 4807427 w 12192000"/>
              <a:gd name="connsiteY142" fmla="*/ 276835 h 4939827"/>
              <a:gd name="connsiteX143" fmla="*/ 5028933 w 12192000"/>
              <a:gd name="connsiteY143" fmla="*/ 183887 h 4939827"/>
              <a:gd name="connsiteX144" fmla="*/ 5093642 w 12192000"/>
              <a:gd name="connsiteY144" fmla="*/ 177214 h 4939827"/>
              <a:gd name="connsiteX145" fmla="*/ 5102642 w 12192000"/>
              <a:gd name="connsiteY145" fmla="*/ 186816 h 4939827"/>
              <a:gd name="connsiteX146" fmla="*/ 5193590 w 12192000"/>
              <a:gd name="connsiteY146" fmla="*/ 156458 h 4939827"/>
              <a:gd name="connsiteX147" fmla="*/ 5323922 w 12192000"/>
              <a:gd name="connsiteY147" fmla="*/ 146332 h 4939827"/>
              <a:gd name="connsiteX148" fmla="*/ 5421860 w 12192000"/>
              <a:gd name="connsiteY148" fmla="*/ 167298 h 4939827"/>
              <a:gd name="connsiteX149" fmla="*/ 5476948 w 12192000"/>
              <a:gd name="connsiteY149" fmla="*/ 173249 h 4939827"/>
              <a:gd name="connsiteX150" fmla="*/ 5516842 w 12192000"/>
              <a:gd name="connsiteY150" fmla="*/ 184018 h 4939827"/>
              <a:gd name="connsiteX151" fmla="*/ 5619415 w 12192000"/>
              <a:gd name="connsiteY151" fmla="*/ 176781 h 4939827"/>
              <a:gd name="connsiteX152" fmla="*/ 5789867 w 12192000"/>
              <a:gd name="connsiteY152" fmla="*/ 150304 h 4939827"/>
              <a:gd name="connsiteX153" fmla="*/ 5825953 w 12192000"/>
              <a:gd name="connsiteY153" fmla="*/ 147907 h 4939827"/>
              <a:gd name="connsiteX154" fmla="*/ 5856168 w 12192000"/>
              <a:gd name="connsiteY154" fmla="*/ 158719 h 4939827"/>
              <a:gd name="connsiteX155" fmla="*/ 5862476 w 12192000"/>
              <a:gd name="connsiteY155" fmla="*/ 172447 h 4939827"/>
              <a:gd name="connsiteX156" fmla="*/ 5882195 w 12192000"/>
              <a:gd name="connsiteY156" fmla="*/ 173195 h 4939827"/>
              <a:gd name="connsiteX157" fmla="*/ 5887271 w 12192000"/>
              <a:gd name="connsiteY157" fmla="*/ 176084 h 4939827"/>
              <a:gd name="connsiteX158" fmla="*/ 5921577 w 12192000"/>
              <a:gd name="connsiteY158" fmla="*/ 169858 h 4939827"/>
              <a:gd name="connsiteX159" fmla="*/ 5983240 w 12192000"/>
              <a:gd name="connsiteY159" fmla="*/ 152755 h 4939827"/>
              <a:gd name="connsiteX160" fmla="*/ 6152287 w 12192000"/>
              <a:gd name="connsiteY160" fmla="*/ 116736 h 4939827"/>
              <a:gd name="connsiteX161" fmla="*/ 6415830 w 12192000"/>
              <a:gd name="connsiteY161" fmla="*/ 136006 h 4939827"/>
              <a:gd name="connsiteX162" fmla="*/ 6756965 w 12192000"/>
              <a:gd name="connsiteY162" fmla="*/ 57636 h 4939827"/>
              <a:gd name="connsiteX163" fmla="*/ 6819400 w 12192000"/>
              <a:gd name="connsiteY163" fmla="*/ 30742 h 4939827"/>
              <a:gd name="connsiteX164" fmla="*/ 6986370 w 12192000"/>
              <a:gd name="connsiteY164" fmla="*/ 12659 h 4939827"/>
              <a:gd name="connsiteX165" fmla="*/ 6989536 w 12192000"/>
              <a:gd name="connsiteY165" fmla="*/ 14528 h 4939827"/>
              <a:gd name="connsiteX166" fmla="*/ 7015933 w 12192000"/>
              <a:gd name="connsiteY166" fmla="*/ 9653 h 4939827"/>
              <a:gd name="connsiteX167" fmla="*/ 7020592 w 12192000"/>
              <a:gd name="connsiteY167" fmla="*/ 1651 h 4939827"/>
              <a:gd name="connsiteX168" fmla="*/ 7025905 w 12192000"/>
              <a:gd name="connsiteY168" fmla="*/ 0 h 4939827"/>
              <a:gd name="connsiteX0" fmla="*/ 7025905 w 12192000"/>
              <a:gd name="connsiteY0" fmla="*/ 0 h 4939827"/>
              <a:gd name="connsiteX1" fmla="*/ 7032579 w 12192000"/>
              <a:gd name="connsiteY1" fmla="*/ 2808 h 4939827"/>
              <a:gd name="connsiteX2" fmla="*/ 7079505 w 12192000"/>
              <a:gd name="connsiteY2" fmla="*/ 12971 h 4939827"/>
              <a:gd name="connsiteX3" fmla="*/ 7158791 w 12192000"/>
              <a:gd name="connsiteY3" fmla="*/ 12462 h 4939827"/>
              <a:gd name="connsiteX4" fmla="*/ 7233338 w 12192000"/>
              <a:gd name="connsiteY4" fmla="*/ 24846 h 4939827"/>
              <a:gd name="connsiteX5" fmla="*/ 7259791 w 12192000"/>
              <a:gd name="connsiteY5" fmla="*/ 29557 h 4939827"/>
              <a:gd name="connsiteX6" fmla="*/ 7263923 w 12192000"/>
              <a:gd name="connsiteY6" fmla="*/ 35029 h 4939827"/>
              <a:gd name="connsiteX7" fmla="*/ 7281549 w 12192000"/>
              <a:gd name="connsiteY7" fmla="*/ 39654 h 4939827"/>
              <a:gd name="connsiteX8" fmla="*/ 7374735 w 12192000"/>
              <a:gd name="connsiteY8" fmla="*/ 65326 h 4939827"/>
              <a:gd name="connsiteX9" fmla="*/ 7376078 w 12192000"/>
              <a:gd name="connsiteY9" fmla="*/ 63849 h 4939827"/>
              <a:gd name="connsiteX10" fmla="*/ 7402026 w 12192000"/>
              <a:gd name="connsiteY10" fmla="*/ 60308 h 4939827"/>
              <a:gd name="connsiteX11" fmla="*/ 7415091 w 12192000"/>
              <a:gd name="connsiteY11" fmla="*/ 77403 h 4939827"/>
              <a:gd name="connsiteX12" fmla="*/ 7488682 w 12192000"/>
              <a:gd name="connsiteY12" fmla="*/ 83440 h 4939827"/>
              <a:gd name="connsiteX13" fmla="*/ 7588044 w 12192000"/>
              <a:gd name="connsiteY13" fmla="*/ 110756 h 4939827"/>
              <a:gd name="connsiteX14" fmla="*/ 7732750 w 12192000"/>
              <a:gd name="connsiteY14" fmla="*/ 145456 h 4939827"/>
              <a:gd name="connsiteX15" fmla="*/ 7785900 w 12192000"/>
              <a:gd name="connsiteY15" fmla="*/ 154493 h 4939827"/>
              <a:gd name="connsiteX16" fmla="*/ 7877301 w 12192000"/>
              <a:gd name="connsiteY16" fmla="*/ 186153 h 4939827"/>
              <a:gd name="connsiteX17" fmla="*/ 7952584 w 12192000"/>
              <a:gd name="connsiteY17" fmla="*/ 170181 h 4939827"/>
              <a:gd name="connsiteX18" fmla="*/ 8009534 w 12192000"/>
              <a:gd name="connsiteY18" fmla="*/ 176441 h 4939827"/>
              <a:gd name="connsiteX19" fmla="*/ 8058681 w 12192000"/>
              <a:gd name="connsiteY19" fmla="*/ 219431 h 4939827"/>
              <a:gd name="connsiteX20" fmla="*/ 8126175 w 12192000"/>
              <a:gd name="connsiteY20" fmla="*/ 240005 h 4939827"/>
              <a:gd name="connsiteX21" fmla="*/ 8166439 w 12192000"/>
              <a:gd name="connsiteY21" fmla="*/ 252699 h 4939827"/>
              <a:gd name="connsiteX22" fmla="*/ 8281371 w 12192000"/>
              <a:gd name="connsiteY22" fmla="*/ 256875 h 4939827"/>
              <a:gd name="connsiteX23" fmla="*/ 8381609 w 12192000"/>
              <a:gd name="connsiteY23" fmla="*/ 240618 h 4939827"/>
              <a:gd name="connsiteX24" fmla="*/ 8406759 w 12192000"/>
              <a:gd name="connsiteY24" fmla="*/ 232517 h 4939827"/>
              <a:gd name="connsiteX25" fmla="*/ 8426506 w 12192000"/>
              <a:gd name="connsiteY25" fmla="*/ 241842 h 4939827"/>
              <a:gd name="connsiteX26" fmla="*/ 8427949 w 12192000"/>
              <a:gd name="connsiteY26" fmla="*/ 240981 h 4939827"/>
              <a:gd name="connsiteX27" fmla="*/ 8441468 w 12192000"/>
              <a:gd name="connsiteY27" fmla="*/ 241157 h 4939827"/>
              <a:gd name="connsiteX28" fmla="*/ 8565757 w 12192000"/>
              <a:gd name="connsiteY28" fmla="*/ 255317 h 4939827"/>
              <a:gd name="connsiteX29" fmla="*/ 8573171 w 12192000"/>
              <a:gd name="connsiteY29" fmla="*/ 258426 h 4939827"/>
              <a:gd name="connsiteX30" fmla="*/ 8573548 w 12192000"/>
              <a:gd name="connsiteY30" fmla="*/ 258241 h 4939827"/>
              <a:gd name="connsiteX31" fmla="*/ 8581827 w 12192000"/>
              <a:gd name="connsiteY31" fmla="*/ 261028 h 4939827"/>
              <a:gd name="connsiteX32" fmla="*/ 8586687 w 12192000"/>
              <a:gd name="connsiteY32" fmla="*/ 264089 h 4939827"/>
              <a:gd name="connsiteX33" fmla="*/ 8601067 w 12192000"/>
              <a:gd name="connsiteY33" fmla="*/ 270114 h 4939827"/>
              <a:gd name="connsiteX34" fmla="*/ 8672650 w 12192000"/>
              <a:gd name="connsiteY34" fmla="*/ 254821 h 4939827"/>
              <a:gd name="connsiteX35" fmla="*/ 8785543 w 12192000"/>
              <a:gd name="connsiteY35" fmla="*/ 263406 h 4939827"/>
              <a:gd name="connsiteX36" fmla="*/ 8830588 w 12192000"/>
              <a:gd name="connsiteY36" fmla="*/ 265483 h 4939827"/>
              <a:gd name="connsiteX37" fmla="*/ 8905142 w 12192000"/>
              <a:gd name="connsiteY37" fmla="*/ 264958 h 4939827"/>
              <a:gd name="connsiteX38" fmla="*/ 8968582 w 12192000"/>
              <a:gd name="connsiteY38" fmla="*/ 262728 h 4939827"/>
              <a:gd name="connsiteX39" fmla="*/ 8972994 w 12192000"/>
              <a:gd name="connsiteY39" fmla="*/ 263284 h 4939827"/>
              <a:gd name="connsiteX40" fmla="*/ 9004605 w 12192000"/>
              <a:gd name="connsiteY40" fmla="*/ 258041 h 4939827"/>
              <a:gd name="connsiteX41" fmla="*/ 9016165 w 12192000"/>
              <a:gd name="connsiteY41" fmla="*/ 261258 h 4939827"/>
              <a:gd name="connsiteX42" fmla="*/ 9043297 w 12192000"/>
              <a:gd name="connsiteY42" fmla="*/ 281547 h 4939827"/>
              <a:gd name="connsiteX43" fmla="*/ 9048315 w 12192000"/>
              <a:gd name="connsiteY43" fmla="*/ 279264 h 4939827"/>
              <a:gd name="connsiteX44" fmla="*/ 9054706 w 12192000"/>
              <a:gd name="connsiteY44" fmla="*/ 278538 h 4939827"/>
              <a:gd name="connsiteX45" fmla="*/ 9070919 w 12192000"/>
              <a:gd name="connsiteY45" fmla="*/ 281810 h 4939827"/>
              <a:gd name="connsiteX46" fmla="*/ 9076813 w 12192000"/>
              <a:gd name="connsiteY46" fmla="*/ 283909 h 4939827"/>
              <a:gd name="connsiteX47" fmla="*/ 9085871 w 12192000"/>
              <a:gd name="connsiteY47" fmla="*/ 285133 h 4939827"/>
              <a:gd name="connsiteX48" fmla="*/ 9086159 w 12192000"/>
              <a:gd name="connsiteY48" fmla="*/ 284887 h 4939827"/>
              <a:gd name="connsiteX49" fmla="*/ 9134606 w 12192000"/>
              <a:gd name="connsiteY49" fmla="*/ 288168 h 4939827"/>
              <a:gd name="connsiteX50" fmla="*/ 9195590 w 12192000"/>
              <a:gd name="connsiteY50" fmla="*/ 279568 h 4939827"/>
              <a:gd name="connsiteX51" fmla="*/ 9219336 w 12192000"/>
              <a:gd name="connsiteY51" fmla="*/ 278133 h 4939827"/>
              <a:gd name="connsiteX52" fmla="*/ 9232362 w 12192000"/>
              <a:gd name="connsiteY52" fmla="*/ 275894 h 4939827"/>
              <a:gd name="connsiteX53" fmla="*/ 9233396 w 12192000"/>
              <a:gd name="connsiteY53" fmla="*/ 274803 h 4939827"/>
              <a:gd name="connsiteX54" fmla="*/ 9256213 w 12192000"/>
              <a:gd name="connsiteY54" fmla="*/ 281576 h 4939827"/>
              <a:gd name="connsiteX55" fmla="*/ 9262377 w 12192000"/>
              <a:gd name="connsiteY55" fmla="*/ 286635 h 4939827"/>
              <a:gd name="connsiteX56" fmla="*/ 9287089 w 12192000"/>
              <a:gd name="connsiteY56" fmla="*/ 303891 h 4939827"/>
              <a:gd name="connsiteX57" fmla="*/ 9371484 w 12192000"/>
              <a:gd name="connsiteY57" fmla="*/ 329634 h 4939827"/>
              <a:gd name="connsiteX58" fmla="*/ 9404829 w 12192000"/>
              <a:gd name="connsiteY58" fmla="*/ 339038 h 4939827"/>
              <a:gd name="connsiteX59" fmla="*/ 9427021 w 12192000"/>
              <a:gd name="connsiteY59" fmla="*/ 358784 h 4939827"/>
              <a:gd name="connsiteX60" fmla="*/ 9670844 w 12192000"/>
              <a:gd name="connsiteY60" fmla="*/ 405128 h 4939827"/>
              <a:gd name="connsiteX61" fmla="*/ 9816083 w 12192000"/>
              <a:gd name="connsiteY61" fmla="*/ 416573 h 4939827"/>
              <a:gd name="connsiteX62" fmla="*/ 9936741 w 12192000"/>
              <a:gd name="connsiteY62" fmla="*/ 437044 h 4939827"/>
              <a:gd name="connsiteX63" fmla="*/ 10050093 w 12192000"/>
              <a:gd name="connsiteY63" fmla="*/ 443783 h 4939827"/>
              <a:gd name="connsiteX64" fmla="*/ 10130090 w 12192000"/>
              <a:gd name="connsiteY64" fmla="*/ 459520 h 4939827"/>
              <a:gd name="connsiteX65" fmla="*/ 10173456 w 12192000"/>
              <a:gd name="connsiteY65" fmla="*/ 457749 h 4939827"/>
              <a:gd name="connsiteX66" fmla="*/ 10218232 w 12192000"/>
              <a:gd name="connsiteY66" fmla="*/ 459820 h 4939827"/>
              <a:gd name="connsiteX67" fmla="*/ 10354176 w 12192000"/>
              <a:gd name="connsiteY67" fmla="*/ 471377 h 4939827"/>
              <a:gd name="connsiteX68" fmla="*/ 10430681 w 12192000"/>
              <a:gd name="connsiteY68" fmla="*/ 481226 h 4939827"/>
              <a:gd name="connsiteX69" fmla="*/ 10478169 w 12192000"/>
              <a:gd name="connsiteY69" fmla="*/ 481774 h 4939827"/>
              <a:gd name="connsiteX70" fmla="*/ 10540907 w 12192000"/>
              <a:gd name="connsiteY70" fmla="*/ 485607 h 4939827"/>
              <a:gd name="connsiteX71" fmla="*/ 10614941 w 12192000"/>
              <a:gd name="connsiteY71" fmla="*/ 487592 h 4939827"/>
              <a:gd name="connsiteX72" fmla="*/ 10674098 w 12192000"/>
              <a:gd name="connsiteY72" fmla="*/ 521656 h 4939827"/>
              <a:gd name="connsiteX73" fmla="*/ 10874834 w 12192000"/>
              <a:gd name="connsiteY73" fmla="*/ 574867 h 4939827"/>
              <a:gd name="connsiteX74" fmla="*/ 10944981 w 12192000"/>
              <a:gd name="connsiteY74" fmla="*/ 615042 h 4939827"/>
              <a:gd name="connsiteX75" fmla="*/ 11006376 w 12192000"/>
              <a:gd name="connsiteY75" fmla="*/ 645957 h 4939827"/>
              <a:gd name="connsiteX76" fmla="*/ 11076308 w 12192000"/>
              <a:gd name="connsiteY76" fmla="*/ 675698 h 4939827"/>
              <a:gd name="connsiteX77" fmla="*/ 11148789 w 12192000"/>
              <a:gd name="connsiteY77" fmla="*/ 685041 h 4939827"/>
              <a:gd name="connsiteX78" fmla="*/ 11249129 w 12192000"/>
              <a:gd name="connsiteY78" fmla="*/ 684218 h 4939827"/>
              <a:gd name="connsiteX79" fmla="*/ 11299915 w 12192000"/>
              <a:gd name="connsiteY79" fmla="*/ 692177 h 4939827"/>
              <a:gd name="connsiteX80" fmla="*/ 11386973 w 12192000"/>
              <a:gd name="connsiteY80" fmla="*/ 708209 h 4939827"/>
              <a:gd name="connsiteX81" fmla="*/ 11500105 w 12192000"/>
              <a:gd name="connsiteY81" fmla="*/ 735014 h 4939827"/>
              <a:gd name="connsiteX82" fmla="*/ 11621735 w 12192000"/>
              <a:gd name="connsiteY82" fmla="*/ 789584 h 4939827"/>
              <a:gd name="connsiteX83" fmla="*/ 11691200 w 12192000"/>
              <a:gd name="connsiteY83" fmla="*/ 867902 h 4939827"/>
              <a:gd name="connsiteX84" fmla="*/ 11819427 w 12192000"/>
              <a:gd name="connsiteY84" fmla="*/ 911634 h 4939827"/>
              <a:gd name="connsiteX85" fmla="*/ 11969720 w 12192000"/>
              <a:gd name="connsiteY85" fmla="*/ 964737 h 4939827"/>
              <a:gd name="connsiteX86" fmla="*/ 12055766 w 12192000"/>
              <a:gd name="connsiteY86" fmla="*/ 991268 h 4939827"/>
              <a:gd name="connsiteX87" fmla="*/ 12171539 w 12192000"/>
              <a:gd name="connsiteY87" fmla="*/ 995427 h 4939827"/>
              <a:gd name="connsiteX88" fmla="*/ 12187831 w 12192000"/>
              <a:gd name="connsiteY88" fmla="*/ 996580 h 4939827"/>
              <a:gd name="connsiteX89" fmla="*/ 12192000 w 12192000"/>
              <a:gd name="connsiteY89" fmla="*/ 996726 h 4939827"/>
              <a:gd name="connsiteX90" fmla="*/ 12192000 w 12192000"/>
              <a:gd name="connsiteY90" fmla="*/ 4939827 h 4939827"/>
              <a:gd name="connsiteX91" fmla="*/ 0 w 12192000"/>
              <a:gd name="connsiteY91" fmla="*/ 4939827 h 4939827"/>
              <a:gd name="connsiteX92" fmla="*/ 0 w 12192000"/>
              <a:gd name="connsiteY92" fmla="*/ 512043 h 4939827"/>
              <a:gd name="connsiteX93" fmla="*/ 7381 w 12192000"/>
              <a:gd name="connsiteY93" fmla="*/ 512580 h 4939827"/>
              <a:gd name="connsiteX94" fmla="*/ 100029 w 12192000"/>
              <a:gd name="connsiteY94" fmla="*/ 504758 h 4939827"/>
              <a:gd name="connsiteX95" fmla="*/ 155244 w 12192000"/>
              <a:gd name="connsiteY95" fmla="*/ 525130 h 4939827"/>
              <a:gd name="connsiteX96" fmla="*/ 254366 w 12192000"/>
              <a:gd name="connsiteY96" fmla="*/ 534449 h 4939827"/>
              <a:gd name="connsiteX97" fmla="*/ 447292 w 12192000"/>
              <a:gd name="connsiteY97" fmla="*/ 542725 h 4939827"/>
              <a:gd name="connsiteX98" fmla="*/ 628105 w 12192000"/>
              <a:gd name="connsiteY98" fmla="*/ 547853 h 4939827"/>
              <a:gd name="connsiteX99" fmla="*/ 783146 w 12192000"/>
              <a:gd name="connsiteY99" fmla="*/ 591799 h 4939827"/>
              <a:gd name="connsiteX100" fmla="*/ 1043676 w 12192000"/>
              <a:gd name="connsiteY100" fmla="*/ 591887 h 4939827"/>
              <a:gd name="connsiteX101" fmla="*/ 1281816 w 12192000"/>
              <a:gd name="connsiteY101" fmla="*/ 520946 h 4939827"/>
              <a:gd name="connsiteX102" fmla="*/ 1486347 w 12192000"/>
              <a:gd name="connsiteY102" fmla="*/ 487310 h 4939827"/>
              <a:gd name="connsiteX103" fmla="*/ 1568079 w 12192000"/>
              <a:gd name="connsiteY103" fmla="*/ 462531 h 4939827"/>
              <a:gd name="connsiteX104" fmla="*/ 1622516 w 12192000"/>
              <a:gd name="connsiteY104" fmla="*/ 466058 h 4939827"/>
              <a:gd name="connsiteX105" fmla="*/ 1655457 w 12192000"/>
              <a:gd name="connsiteY105" fmla="*/ 465359 h 4939827"/>
              <a:gd name="connsiteX106" fmla="*/ 1717454 w 12192000"/>
              <a:gd name="connsiteY106" fmla="*/ 417203 h 4939827"/>
              <a:gd name="connsiteX107" fmla="*/ 1913794 w 12192000"/>
              <a:gd name="connsiteY107" fmla="*/ 365255 h 4939827"/>
              <a:gd name="connsiteX108" fmla="*/ 2129762 w 12192000"/>
              <a:gd name="connsiteY108" fmla="*/ 367832 h 4939827"/>
              <a:gd name="connsiteX109" fmla="*/ 2376970 w 12192000"/>
              <a:gd name="connsiteY109" fmla="*/ 350129 h 4939827"/>
              <a:gd name="connsiteX110" fmla="*/ 2480155 w 12192000"/>
              <a:gd name="connsiteY110" fmla="*/ 359227 h 4939827"/>
              <a:gd name="connsiteX111" fmla="*/ 2586782 w 12192000"/>
              <a:gd name="connsiteY111" fmla="*/ 339352 h 4939827"/>
              <a:gd name="connsiteX112" fmla="*/ 2654496 w 12192000"/>
              <a:gd name="connsiteY112" fmla="*/ 315431 h 4939827"/>
              <a:gd name="connsiteX113" fmla="*/ 2788947 w 12192000"/>
              <a:gd name="connsiteY113" fmla="*/ 250375 h 4939827"/>
              <a:gd name="connsiteX114" fmla="*/ 2885389 w 12192000"/>
              <a:gd name="connsiteY114" fmla="*/ 255259 h 4939827"/>
              <a:gd name="connsiteX115" fmla="*/ 3045916 w 12192000"/>
              <a:gd name="connsiteY115" fmla="*/ 261030 h 4939827"/>
              <a:gd name="connsiteX116" fmla="*/ 3103677 w 12192000"/>
              <a:gd name="connsiteY116" fmla="*/ 209527 h 4939827"/>
              <a:gd name="connsiteX117" fmla="*/ 3126759 w 12192000"/>
              <a:gd name="connsiteY117" fmla="*/ 211226 h 4939827"/>
              <a:gd name="connsiteX118" fmla="*/ 3164020 w 12192000"/>
              <a:gd name="connsiteY118" fmla="*/ 212779 h 4939827"/>
              <a:gd name="connsiteX119" fmla="*/ 3285019 w 12192000"/>
              <a:gd name="connsiteY119" fmla="*/ 220535 h 4939827"/>
              <a:gd name="connsiteX120" fmla="*/ 3365154 w 12192000"/>
              <a:gd name="connsiteY120" fmla="*/ 226416 h 4939827"/>
              <a:gd name="connsiteX121" fmla="*/ 3367507 w 12192000"/>
              <a:gd name="connsiteY121" fmla="*/ 225416 h 4939827"/>
              <a:gd name="connsiteX122" fmla="*/ 3387567 w 12192000"/>
              <a:gd name="connsiteY122" fmla="*/ 227103 h 4939827"/>
              <a:gd name="connsiteX123" fmla="*/ 3498001 w 12192000"/>
              <a:gd name="connsiteY123" fmla="*/ 231941 h 4939827"/>
              <a:gd name="connsiteX124" fmla="*/ 3561557 w 12192000"/>
              <a:gd name="connsiteY124" fmla="*/ 228095 h 4939827"/>
              <a:gd name="connsiteX125" fmla="*/ 3611920 w 12192000"/>
              <a:gd name="connsiteY125" fmla="*/ 218094 h 4939827"/>
              <a:gd name="connsiteX126" fmla="*/ 3620528 w 12192000"/>
              <a:gd name="connsiteY126" fmla="*/ 218788 h 4939827"/>
              <a:gd name="connsiteX127" fmla="*/ 3620766 w 12192000"/>
              <a:gd name="connsiteY127" fmla="*/ 218511 h 4939827"/>
              <a:gd name="connsiteX128" fmla="*/ 3629977 w 12192000"/>
              <a:gd name="connsiteY128" fmla="*/ 218664 h 4939827"/>
              <a:gd name="connsiteX129" fmla="*/ 3636217 w 12192000"/>
              <a:gd name="connsiteY129" fmla="*/ 220048 h 4939827"/>
              <a:gd name="connsiteX130" fmla="*/ 3709484 w 12192000"/>
              <a:gd name="connsiteY130" fmla="*/ 186927 h 4939827"/>
              <a:gd name="connsiteX131" fmla="*/ 3761342 w 12192000"/>
              <a:gd name="connsiteY131" fmla="*/ 177474 h 4939827"/>
              <a:gd name="connsiteX132" fmla="*/ 3799748 w 12192000"/>
              <a:gd name="connsiteY132" fmla="*/ 167154 h 4939827"/>
              <a:gd name="connsiteX133" fmla="*/ 3922756 w 12192000"/>
              <a:gd name="connsiteY133" fmla="*/ 194044 h 4939827"/>
              <a:gd name="connsiteX134" fmla="*/ 4028476 w 12192000"/>
              <a:gd name="connsiteY134" fmla="*/ 223679 h 4939827"/>
              <a:gd name="connsiteX135" fmla="*/ 4191582 w 12192000"/>
              <a:gd name="connsiteY135" fmla="*/ 238952 h 4939827"/>
              <a:gd name="connsiteX136" fmla="*/ 4251024 w 12192000"/>
              <a:gd name="connsiteY136" fmla="*/ 240874 h 4939827"/>
              <a:gd name="connsiteX137" fmla="*/ 4355275 w 12192000"/>
              <a:gd name="connsiteY137" fmla="*/ 260205 h 4939827"/>
              <a:gd name="connsiteX138" fmla="*/ 4423807 w 12192000"/>
              <a:gd name="connsiteY138" fmla="*/ 270366 h 4939827"/>
              <a:gd name="connsiteX139" fmla="*/ 4558432 w 12192000"/>
              <a:gd name="connsiteY139" fmla="*/ 269194 h 4939827"/>
              <a:gd name="connsiteX140" fmla="*/ 4635061 w 12192000"/>
              <a:gd name="connsiteY140" fmla="*/ 280682 h 4939827"/>
              <a:gd name="connsiteX141" fmla="*/ 4807427 w 12192000"/>
              <a:gd name="connsiteY141" fmla="*/ 276835 h 4939827"/>
              <a:gd name="connsiteX142" fmla="*/ 5028933 w 12192000"/>
              <a:gd name="connsiteY142" fmla="*/ 183887 h 4939827"/>
              <a:gd name="connsiteX143" fmla="*/ 5093642 w 12192000"/>
              <a:gd name="connsiteY143" fmla="*/ 177214 h 4939827"/>
              <a:gd name="connsiteX144" fmla="*/ 5102642 w 12192000"/>
              <a:gd name="connsiteY144" fmla="*/ 186816 h 4939827"/>
              <a:gd name="connsiteX145" fmla="*/ 5193590 w 12192000"/>
              <a:gd name="connsiteY145" fmla="*/ 156458 h 4939827"/>
              <a:gd name="connsiteX146" fmla="*/ 5323922 w 12192000"/>
              <a:gd name="connsiteY146" fmla="*/ 146332 h 4939827"/>
              <a:gd name="connsiteX147" fmla="*/ 5421860 w 12192000"/>
              <a:gd name="connsiteY147" fmla="*/ 167298 h 4939827"/>
              <a:gd name="connsiteX148" fmla="*/ 5476948 w 12192000"/>
              <a:gd name="connsiteY148" fmla="*/ 173249 h 4939827"/>
              <a:gd name="connsiteX149" fmla="*/ 5516842 w 12192000"/>
              <a:gd name="connsiteY149" fmla="*/ 184018 h 4939827"/>
              <a:gd name="connsiteX150" fmla="*/ 5619415 w 12192000"/>
              <a:gd name="connsiteY150" fmla="*/ 176781 h 4939827"/>
              <a:gd name="connsiteX151" fmla="*/ 5789867 w 12192000"/>
              <a:gd name="connsiteY151" fmla="*/ 150304 h 4939827"/>
              <a:gd name="connsiteX152" fmla="*/ 5825953 w 12192000"/>
              <a:gd name="connsiteY152" fmla="*/ 147907 h 4939827"/>
              <a:gd name="connsiteX153" fmla="*/ 5856168 w 12192000"/>
              <a:gd name="connsiteY153" fmla="*/ 158719 h 4939827"/>
              <a:gd name="connsiteX154" fmla="*/ 5862476 w 12192000"/>
              <a:gd name="connsiteY154" fmla="*/ 172447 h 4939827"/>
              <a:gd name="connsiteX155" fmla="*/ 5882195 w 12192000"/>
              <a:gd name="connsiteY155" fmla="*/ 173195 h 4939827"/>
              <a:gd name="connsiteX156" fmla="*/ 5887271 w 12192000"/>
              <a:gd name="connsiteY156" fmla="*/ 176084 h 4939827"/>
              <a:gd name="connsiteX157" fmla="*/ 5921577 w 12192000"/>
              <a:gd name="connsiteY157" fmla="*/ 169858 h 4939827"/>
              <a:gd name="connsiteX158" fmla="*/ 5983240 w 12192000"/>
              <a:gd name="connsiteY158" fmla="*/ 152755 h 4939827"/>
              <a:gd name="connsiteX159" fmla="*/ 6152287 w 12192000"/>
              <a:gd name="connsiteY159" fmla="*/ 116736 h 4939827"/>
              <a:gd name="connsiteX160" fmla="*/ 6415830 w 12192000"/>
              <a:gd name="connsiteY160" fmla="*/ 136006 h 4939827"/>
              <a:gd name="connsiteX161" fmla="*/ 6756965 w 12192000"/>
              <a:gd name="connsiteY161" fmla="*/ 57636 h 4939827"/>
              <a:gd name="connsiteX162" fmla="*/ 6819400 w 12192000"/>
              <a:gd name="connsiteY162" fmla="*/ 30742 h 4939827"/>
              <a:gd name="connsiteX163" fmla="*/ 6986370 w 12192000"/>
              <a:gd name="connsiteY163" fmla="*/ 12659 h 4939827"/>
              <a:gd name="connsiteX164" fmla="*/ 6989536 w 12192000"/>
              <a:gd name="connsiteY164" fmla="*/ 14528 h 4939827"/>
              <a:gd name="connsiteX165" fmla="*/ 7015933 w 12192000"/>
              <a:gd name="connsiteY165" fmla="*/ 9653 h 4939827"/>
              <a:gd name="connsiteX166" fmla="*/ 7020592 w 12192000"/>
              <a:gd name="connsiteY166" fmla="*/ 1651 h 4939827"/>
              <a:gd name="connsiteX167" fmla="*/ 7025905 w 12192000"/>
              <a:gd name="connsiteY167" fmla="*/ 0 h 4939827"/>
              <a:gd name="connsiteX0" fmla="*/ 7025905 w 12192000"/>
              <a:gd name="connsiteY0" fmla="*/ 0 h 4939827"/>
              <a:gd name="connsiteX1" fmla="*/ 7032579 w 12192000"/>
              <a:gd name="connsiteY1" fmla="*/ 2808 h 4939827"/>
              <a:gd name="connsiteX2" fmla="*/ 7079505 w 12192000"/>
              <a:gd name="connsiteY2" fmla="*/ 12971 h 4939827"/>
              <a:gd name="connsiteX3" fmla="*/ 7158791 w 12192000"/>
              <a:gd name="connsiteY3" fmla="*/ 12462 h 4939827"/>
              <a:gd name="connsiteX4" fmla="*/ 7233338 w 12192000"/>
              <a:gd name="connsiteY4" fmla="*/ 24846 h 4939827"/>
              <a:gd name="connsiteX5" fmla="*/ 7259791 w 12192000"/>
              <a:gd name="connsiteY5" fmla="*/ 29557 h 4939827"/>
              <a:gd name="connsiteX6" fmla="*/ 7263923 w 12192000"/>
              <a:gd name="connsiteY6" fmla="*/ 35029 h 4939827"/>
              <a:gd name="connsiteX7" fmla="*/ 7281549 w 12192000"/>
              <a:gd name="connsiteY7" fmla="*/ 39654 h 4939827"/>
              <a:gd name="connsiteX8" fmla="*/ 7374735 w 12192000"/>
              <a:gd name="connsiteY8" fmla="*/ 65326 h 4939827"/>
              <a:gd name="connsiteX9" fmla="*/ 7376078 w 12192000"/>
              <a:gd name="connsiteY9" fmla="*/ 63849 h 4939827"/>
              <a:gd name="connsiteX10" fmla="*/ 7402026 w 12192000"/>
              <a:gd name="connsiteY10" fmla="*/ 60308 h 4939827"/>
              <a:gd name="connsiteX11" fmla="*/ 7415091 w 12192000"/>
              <a:gd name="connsiteY11" fmla="*/ 77403 h 4939827"/>
              <a:gd name="connsiteX12" fmla="*/ 7488682 w 12192000"/>
              <a:gd name="connsiteY12" fmla="*/ 83440 h 4939827"/>
              <a:gd name="connsiteX13" fmla="*/ 7588044 w 12192000"/>
              <a:gd name="connsiteY13" fmla="*/ 110756 h 4939827"/>
              <a:gd name="connsiteX14" fmla="*/ 7732750 w 12192000"/>
              <a:gd name="connsiteY14" fmla="*/ 145456 h 4939827"/>
              <a:gd name="connsiteX15" fmla="*/ 7785900 w 12192000"/>
              <a:gd name="connsiteY15" fmla="*/ 154493 h 4939827"/>
              <a:gd name="connsiteX16" fmla="*/ 7877301 w 12192000"/>
              <a:gd name="connsiteY16" fmla="*/ 186153 h 4939827"/>
              <a:gd name="connsiteX17" fmla="*/ 7952584 w 12192000"/>
              <a:gd name="connsiteY17" fmla="*/ 170181 h 4939827"/>
              <a:gd name="connsiteX18" fmla="*/ 8009534 w 12192000"/>
              <a:gd name="connsiteY18" fmla="*/ 176441 h 4939827"/>
              <a:gd name="connsiteX19" fmla="*/ 8058681 w 12192000"/>
              <a:gd name="connsiteY19" fmla="*/ 219431 h 4939827"/>
              <a:gd name="connsiteX20" fmla="*/ 8126175 w 12192000"/>
              <a:gd name="connsiteY20" fmla="*/ 240005 h 4939827"/>
              <a:gd name="connsiteX21" fmla="*/ 8166439 w 12192000"/>
              <a:gd name="connsiteY21" fmla="*/ 252699 h 4939827"/>
              <a:gd name="connsiteX22" fmla="*/ 8281371 w 12192000"/>
              <a:gd name="connsiteY22" fmla="*/ 256875 h 4939827"/>
              <a:gd name="connsiteX23" fmla="*/ 8381609 w 12192000"/>
              <a:gd name="connsiteY23" fmla="*/ 240618 h 4939827"/>
              <a:gd name="connsiteX24" fmla="*/ 8406759 w 12192000"/>
              <a:gd name="connsiteY24" fmla="*/ 232517 h 4939827"/>
              <a:gd name="connsiteX25" fmla="*/ 8426506 w 12192000"/>
              <a:gd name="connsiteY25" fmla="*/ 241842 h 4939827"/>
              <a:gd name="connsiteX26" fmla="*/ 8427949 w 12192000"/>
              <a:gd name="connsiteY26" fmla="*/ 240981 h 4939827"/>
              <a:gd name="connsiteX27" fmla="*/ 8441468 w 12192000"/>
              <a:gd name="connsiteY27" fmla="*/ 241157 h 4939827"/>
              <a:gd name="connsiteX28" fmla="*/ 8565757 w 12192000"/>
              <a:gd name="connsiteY28" fmla="*/ 255317 h 4939827"/>
              <a:gd name="connsiteX29" fmla="*/ 8573171 w 12192000"/>
              <a:gd name="connsiteY29" fmla="*/ 258426 h 4939827"/>
              <a:gd name="connsiteX30" fmla="*/ 8573548 w 12192000"/>
              <a:gd name="connsiteY30" fmla="*/ 258241 h 4939827"/>
              <a:gd name="connsiteX31" fmla="*/ 8581827 w 12192000"/>
              <a:gd name="connsiteY31" fmla="*/ 261028 h 4939827"/>
              <a:gd name="connsiteX32" fmla="*/ 8586687 w 12192000"/>
              <a:gd name="connsiteY32" fmla="*/ 264089 h 4939827"/>
              <a:gd name="connsiteX33" fmla="*/ 8601067 w 12192000"/>
              <a:gd name="connsiteY33" fmla="*/ 270114 h 4939827"/>
              <a:gd name="connsiteX34" fmla="*/ 8672650 w 12192000"/>
              <a:gd name="connsiteY34" fmla="*/ 254821 h 4939827"/>
              <a:gd name="connsiteX35" fmla="*/ 8785543 w 12192000"/>
              <a:gd name="connsiteY35" fmla="*/ 263406 h 4939827"/>
              <a:gd name="connsiteX36" fmla="*/ 8830588 w 12192000"/>
              <a:gd name="connsiteY36" fmla="*/ 265483 h 4939827"/>
              <a:gd name="connsiteX37" fmla="*/ 8905142 w 12192000"/>
              <a:gd name="connsiteY37" fmla="*/ 264958 h 4939827"/>
              <a:gd name="connsiteX38" fmla="*/ 8968582 w 12192000"/>
              <a:gd name="connsiteY38" fmla="*/ 262728 h 4939827"/>
              <a:gd name="connsiteX39" fmla="*/ 8972994 w 12192000"/>
              <a:gd name="connsiteY39" fmla="*/ 263284 h 4939827"/>
              <a:gd name="connsiteX40" fmla="*/ 9004605 w 12192000"/>
              <a:gd name="connsiteY40" fmla="*/ 258041 h 4939827"/>
              <a:gd name="connsiteX41" fmla="*/ 9016165 w 12192000"/>
              <a:gd name="connsiteY41" fmla="*/ 261258 h 4939827"/>
              <a:gd name="connsiteX42" fmla="*/ 9043297 w 12192000"/>
              <a:gd name="connsiteY42" fmla="*/ 281547 h 4939827"/>
              <a:gd name="connsiteX43" fmla="*/ 9048315 w 12192000"/>
              <a:gd name="connsiteY43" fmla="*/ 279264 h 4939827"/>
              <a:gd name="connsiteX44" fmla="*/ 9054706 w 12192000"/>
              <a:gd name="connsiteY44" fmla="*/ 278538 h 4939827"/>
              <a:gd name="connsiteX45" fmla="*/ 9070919 w 12192000"/>
              <a:gd name="connsiteY45" fmla="*/ 281810 h 4939827"/>
              <a:gd name="connsiteX46" fmla="*/ 9076813 w 12192000"/>
              <a:gd name="connsiteY46" fmla="*/ 283909 h 4939827"/>
              <a:gd name="connsiteX47" fmla="*/ 9085871 w 12192000"/>
              <a:gd name="connsiteY47" fmla="*/ 285133 h 4939827"/>
              <a:gd name="connsiteX48" fmla="*/ 9086159 w 12192000"/>
              <a:gd name="connsiteY48" fmla="*/ 284887 h 4939827"/>
              <a:gd name="connsiteX49" fmla="*/ 9134606 w 12192000"/>
              <a:gd name="connsiteY49" fmla="*/ 288168 h 4939827"/>
              <a:gd name="connsiteX50" fmla="*/ 9195590 w 12192000"/>
              <a:gd name="connsiteY50" fmla="*/ 279568 h 4939827"/>
              <a:gd name="connsiteX51" fmla="*/ 9219336 w 12192000"/>
              <a:gd name="connsiteY51" fmla="*/ 278133 h 4939827"/>
              <a:gd name="connsiteX52" fmla="*/ 9232362 w 12192000"/>
              <a:gd name="connsiteY52" fmla="*/ 275894 h 4939827"/>
              <a:gd name="connsiteX53" fmla="*/ 9233396 w 12192000"/>
              <a:gd name="connsiteY53" fmla="*/ 274803 h 4939827"/>
              <a:gd name="connsiteX54" fmla="*/ 9256213 w 12192000"/>
              <a:gd name="connsiteY54" fmla="*/ 281576 h 4939827"/>
              <a:gd name="connsiteX55" fmla="*/ 9262377 w 12192000"/>
              <a:gd name="connsiteY55" fmla="*/ 286635 h 4939827"/>
              <a:gd name="connsiteX56" fmla="*/ 9287089 w 12192000"/>
              <a:gd name="connsiteY56" fmla="*/ 303891 h 4939827"/>
              <a:gd name="connsiteX57" fmla="*/ 9371484 w 12192000"/>
              <a:gd name="connsiteY57" fmla="*/ 329634 h 4939827"/>
              <a:gd name="connsiteX58" fmla="*/ 9404829 w 12192000"/>
              <a:gd name="connsiteY58" fmla="*/ 339038 h 4939827"/>
              <a:gd name="connsiteX59" fmla="*/ 9427021 w 12192000"/>
              <a:gd name="connsiteY59" fmla="*/ 358784 h 4939827"/>
              <a:gd name="connsiteX60" fmla="*/ 9670844 w 12192000"/>
              <a:gd name="connsiteY60" fmla="*/ 405128 h 4939827"/>
              <a:gd name="connsiteX61" fmla="*/ 9816083 w 12192000"/>
              <a:gd name="connsiteY61" fmla="*/ 416573 h 4939827"/>
              <a:gd name="connsiteX62" fmla="*/ 9936741 w 12192000"/>
              <a:gd name="connsiteY62" fmla="*/ 437044 h 4939827"/>
              <a:gd name="connsiteX63" fmla="*/ 10050093 w 12192000"/>
              <a:gd name="connsiteY63" fmla="*/ 443783 h 4939827"/>
              <a:gd name="connsiteX64" fmla="*/ 10130090 w 12192000"/>
              <a:gd name="connsiteY64" fmla="*/ 459520 h 4939827"/>
              <a:gd name="connsiteX65" fmla="*/ 10173456 w 12192000"/>
              <a:gd name="connsiteY65" fmla="*/ 457749 h 4939827"/>
              <a:gd name="connsiteX66" fmla="*/ 10218232 w 12192000"/>
              <a:gd name="connsiteY66" fmla="*/ 459820 h 4939827"/>
              <a:gd name="connsiteX67" fmla="*/ 10354176 w 12192000"/>
              <a:gd name="connsiteY67" fmla="*/ 471377 h 4939827"/>
              <a:gd name="connsiteX68" fmla="*/ 10430681 w 12192000"/>
              <a:gd name="connsiteY68" fmla="*/ 481226 h 4939827"/>
              <a:gd name="connsiteX69" fmla="*/ 10478169 w 12192000"/>
              <a:gd name="connsiteY69" fmla="*/ 481774 h 4939827"/>
              <a:gd name="connsiteX70" fmla="*/ 10540907 w 12192000"/>
              <a:gd name="connsiteY70" fmla="*/ 485607 h 4939827"/>
              <a:gd name="connsiteX71" fmla="*/ 10614941 w 12192000"/>
              <a:gd name="connsiteY71" fmla="*/ 487592 h 4939827"/>
              <a:gd name="connsiteX72" fmla="*/ 10674098 w 12192000"/>
              <a:gd name="connsiteY72" fmla="*/ 521656 h 4939827"/>
              <a:gd name="connsiteX73" fmla="*/ 10874834 w 12192000"/>
              <a:gd name="connsiteY73" fmla="*/ 574867 h 4939827"/>
              <a:gd name="connsiteX74" fmla="*/ 10944981 w 12192000"/>
              <a:gd name="connsiteY74" fmla="*/ 615042 h 4939827"/>
              <a:gd name="connsiteX75" fmla="*/ 11006376 w 12192000"/>
              <a:gd name="connsiteY75" fmla="*/ 645957 h 4939827"/>
              <a:gd name="connsiteX76" fmla="*/ 11076308 w 12192000"/>
              <a:gd name="connsiteY76" fmla="*/ 675698 h 4939827"/>
              <a:gd name="connsiteX77" fmla="*/ 11148789 w 12192000"/>
              <a:gd name="connsiteY77" fmla="*/ 685041 h 4939827"/>
              <a:gd name="connsiteX78" fmla="*/ 11249129 w 12192000"/>
              <a:gd name="connsiteY78" fmla="*/ 684218 h 4939827"/>
              <a:gd name="connsiteX79" fmla="*/ 11299915 w 12192000"/>
              <a:gd name="connsiteY79" fmla="*/ 692177 h 4939827"/>
              <a:gd name="connsiteX80" fmla="*/ 11386973 w 12192000"/>
              <a:gd name="connsiteY80" fmla="*/ 708209 h 4939827"/>
              <a:gd name="connsiteX81" fmla="*/ 11500105 w 12192000"/>
              <a:gd name="connsiteY81" fmla="*/ 735014 h 4939827"/>
              <a:gd name="connsiteX82" fmla="*/ 11621735 w 12192000"/>
              <a:gd name="connsiteY82" fmla="*/ 789584 h 4939827"/>
              <a:gd name="connsiteX83" fmla="*/ 11691200 w 12192000"/>
              <a:gd name="connsiteY83" fmla="*/ 867902 h 4939827"/>
              <a:gd name="connsiteX84" fmla="*/ 11819427 w 12192000"/>
              <a:gd name="connsiteY84" fmla="*/ 911634 h 4939827"/>
              <a:gd name="connsiteX85" fmla="*/ 11969720 w 12192000"/>
              <a:gd name="connsiteY85" fmla="*/ 964737 h 4939827"/>
              <a:gd name="connsiteX86" fmla="*/ 12055766 w 12192000"/>
              <a:gd name="connsiteY86" fmla="*/ 991268 h 4939827"/>
              <a:gd name="connsiteX87" fmla="*/ 12171539 w 12192000"/>
              <a:gd name="connsiteY87" fmla="*/ 995427 h 4939827"/>
              <a:gd name="connsiteX88" fmla="*/ 12187831 w 12192000"/>
              <a:gd name="connsiteY88" fmla="*/ 996580 h 4939827"/>
              <a:gd name="connsiteX89" fmla="*/ 12192000 w 12192000"/>
              <a:gd name="connsiteY89" fmla="*/ 996726 h 4939827"/>
              <a:gd name="connsiteX90" fmla="*/ 12192000 w 12192000"/>
              <a:gd name="connsiteY90" fmla="*/ 4939827 h 4939827"/>
              <a:gd name="connsiteX91" fmla="*/ 0 w 12192000"/>
              <a:gd name="connsiteY91" fmla="*/ 4939827 h 4939827"/>
              <a:gd name="connsiteX92" fmla="*/ 0 w 12192000"/>
              <a:gd name="connsiteY92" fmla="*/ 512043 h 4939827"/>
              <a:gd name="connsiteX93" fmla="*/ 7381 w 12192000"/>
              <a:gd name="connsiteY93" fmla="*/ 512580 h 4939827"/>
              <a:gd name="connsiteX94" fmla="*/ 100029 w 12192000"/>
              <a:gd name="connsiteY94" fmla="*/ 504758 h 4939827"/>
              <a:gd name="connsiteX95" fmla="*/ 155244 w 12192000"/>
              <a:gd name="connsiteY95" fmla="*/ 525130 h 4939827"/>
              <a:gd name="connsiteX96" fmla="*/ 254366 w 12192000"/>
              <a:gd name="connsiteY96" fmla="*/ 534449 h 4939827"/>
              <a:gd name="connsiteX97" fmla="*/ 447292 w 12192000"/>
              <a:gd name="connsiteY97" fmla="*/ 542725 h 4939827"/>
              <a:gd name="connsiteX98" fmla="*/ 628105 w 12192000"/>
              <a:gd name="connsiteY98" fmla="*/ 547853 h 4939827"/>
              <a:gd name="connsiteX99" fmla="*/ 783146 w 12192000"/>
              <a:gd name="connsiteY99" fmla="*/ 591799 h 4939827"/>
              <a:gd name="connsiteX100" fmla="*/ 1043676 w 12192000"/>
              <a:gd name="connsiteY100" fmla="*/ 591887 h 4939827"/>
              <a:gd name="connsiteX101" fmla="*/ 1281816 w 12192000"/>
              <a:gd name="connsiteY101" fmla="*/ 520946 h 4939827"/>
              <a:gd name="connsiteX102" fmla="*/ 1486347 w 12192000"/>
              <a:gd name="connsiteY102" fmla="*/ 487310 h 4939827"/>
              <a:gd name="connsiteX103" fmla="*/ 1568079 w 12192000"/>
              <a:gd name="connsiteY103" fmla="*/ 462531 h 4939827"/>
              <a:gd name="connsiteX104" fmla="*/ 1622516 w 12192000"/>
              <a:gd name="connsiteY104" fmla="*/ 466058 h 4939827"/>
              <a:gd name="connsiteX105" fmla="*/ 1655457 w 12192000"/>
              <a:gd name="connsiteY105" fmla="*/ 465359 h 4939827"/>
              <a:gd name="connsiteX106" fmla="*/ 1717454 w 12192000"/>
              <a:gd name="connsiteY106" fmla="*/ 417203 h 4939827"/>
              <a:gd name="connsiteX107" fmla="*/ 1913794 w 12192000"/>
              <a:gd name="connsiteY107" fmla="*/ 365255 h 4939827"/>
              <a:gd name="connsiteX108" fmla="*/ 2129762 w 12192000"/>
              <a:gd name="connsiteY108" fmla="*/ 367832 h 4939827"/>
              <a:gd name="connsiteX109" fmla="*/ 2376970 w 12192000"/>
              <a:gd name="connsiteY109" fmla="*/ 350129 h 4939827"/>
              <a:gd name="connsiteX110" fmla="*/ 2480155 w 12192000"/>
              <a:gd name="connsiteY110" fmla="*/ 359227 h 4939827"/>
              <a:gd name="connsiteX111" fmla="*/ 2586782 w 12192000"/>
              <a:gd name="connsiteY111" fmla="*/ 339352 h 4939827"/>
              <a:gd name="connsiteX112" fmla="*/ 2654496 w 12192000"/>
              <a:gd name="connsiteY112" fmla="*/ 315431 h 4939827"/>
              <a:gd name="connsiteX113" fmla="*/ 2788947 w 12192000"/>
              <a:gd name="connsiteY113" fmla="*/ 250375 h 4939827"/>
              <a:gd name="connsiteX114" fmla="*/ 2885389 w 12192000"/>
              <a:gd name="connsiteY114" fmla="*/ 255259 h 4939827"/>
              <a:gd name="connsiteX115" fmla="*/ 3030844 w 12192000"/>
              <a:gd name="connsiteY115" fmla="*/ 225861 h 4939827"/>
              <a:gd name="connsiteX116" fmla="*/ 3103677 w 12192000"/>
              <a:gd name="connsiteY116" fmla="*/ 209527 h 4939827"/>
              <a:gd name="connsiteX117" fmla="*/ 3126759 w 12192000"/>
              <a:gd name="connsiteY117" fmla="*/ 211226 h 4939827"/>
              <a:gd name="connsiteX118" fmla="*/ 3164020 w 12192000"/>
              <a:gd name="connsiteY118" fmla="*/ 212779 h 4939827"/>
              <a:gd name="connsiteX119" fmla="*/ 3285019 w 12192000"/>
              <a:gd name="connsiteY119" fmla="*/ 220535 h 4939827"/>
              <a:gd name="connsiteX120" fmla="*/ 3365154 w 12192000"/>
              <a:gd name="connsiteY120" fmla="*/ 226416 h 4939827"/>
              <a:gd name="connsiteX121" fmla="*/ 3367507 w 12192000"/>
              <a:gd name="connsiteY121" fmla="*/ 225416 h 4939827"/>
              <a:gd name="connsiteX122" fmla="*/ 3387567 w 12192000"/>
              <a:gd name="connsiteY122" fmla="*/ 227103 h 4939827"/>
              <a:gd name="connsiteX123" fmla="*/ 3498001 w 12192000"/>
              <a:gd name="connsiteY123" fmla="*/ 231941 h 4939827"/>
              <a:gd name="connsiteX124" fmla="*/ 3561557 w 12192000"/>
              <a:gd name="connsiteY124" fmla="*/ 228095 h 4939827"/>
              <a:gd name="connsiteX125" fmla="*/ 3611920 w 12192000"/>
              <a:gd name="connsiteY125" fmla="*/ 218094 h 4939827"/>
              <a:gd name="connsiteX126" fmla="*/ 3620528 w 12192000"/>
              <a:gd name="connsiteY126" fmla="*/ 218788 h 4939827"/>
              <a:gd name="connsiteX127" fmla="*/ 3620766 w 12192000"/>
              <a:gd name="connsiteY127" fmla="*/ 218511 h 4939827"/>
              <a:gd name="connsiteX128" fmla="*/ 3629977 w 12192000"/>
              <a:gd name="connsiteY128" fmla="*/ 218664 h 4939827"/>
              <a:gd name="connsiteX129" fmla="*/ 3636217 w 12192000"/>
              <a:gd name="connsiteY129" fmla="*/ 220048 h 4939827"/>
              <a:gd name="connsiteX130" fmla="*/ 3709484 w 12192000"/>
              <a:gd name="connsiteY130" fmla="*/ 186927 h 4939827"/>
              <a:gd name="connsiteX131" fmla="*/ 3761342 w 12192000"/>
              <a:gd name="connsiteY131" fmla="*/ 177474 h 4939827"/>
              <a:gd name="connsiteX132" fmla="*/ 3799748 w 12192000"/>
              <a:gd name="connsiteY132" fmla="*/ 167154 h 4939827"/>
              <a:gd name="connsiteX133" fmla="*/ 3922756 w 12192000"/>
              <a:gd name="connsiteY133" fmla="*/ 194044 h 4939827"/>
              <a:gd name="connsiteX134" fmla="*/ 4028476 w 12192000"/>
              <a:gd name="connsiteY134" fmla="*/ 223679 h 4939827"/>
              <a:gd name="connsiteX135" fmla="*/ 4191582 w 12192000"/>
              <a:gd name="connsiteY135" fmla="*/ 238952 h 4939827"/>
              <a:gd name="connsiteX136" fmla="*/ 4251024 w 12192000"/>
              <a:gd name="connsiteY136" fmla="*/ 240874 h 4939827"/>
              <a:gd name="connsiteX137" fmla="*/ 4355275 w 12192000"/>
              <a:gd name="connsiteY137" fmla="*/ 260205 h 4939827"/>
              <a:gd name="connsiteX138" fmla="*/ 4423807 w 12192000"/>
              <a:gd name="connsiteY138" fmla="*/ 270366 h 4939827"/>
              <a:gd name="connsiteX139" fmla="*/ 4558432 w 12192000"/>
              <a:gd name="connsiteY139" fmla="*/ 269194 h 4939827"/>
              <a:gd name="connsiteX140" fmla="*/ 4635061 w 12192000"/>
              <a:gd name="connsiteY140" fmla="*/ 280682 h 4939827"/>
              <a:gd name="connsiteX141" fmla="*/ 4807427 w 12192000"/>
              <a:gd name="connsiteY141" fmla="*/ 276835 h 4939827"/>
              <a:gd name="connsiteX142" fmla="*/ 5028933 w 12192000"/>
              <a:gd name="connsiteY142" fmla="*/ 183887 h 4939827"/>
              <a:gd name="connsiteX143" fmla="*/ 5093642 w 12192000"/>
              <a:gd name="connsiteY143" fmla="*/ 177214 h 4939827"/>
              <a:gd name="connsiteX144" fmla="*/ 5102642 w 12192000"/>
              <a:gd name="connsiteY144" fmla="*/ 186816 h 4939827"/>
              <a:gd name="connsiteX145" fmla="*/ 5193590 w 12192000"/>
              <a:gd name="connsiteY145" fmla="*/ 156458 h 4939827"/>
              <a:gd name="connsiteX146" fmla="*/ 5323922 w 12192000"/>
              <a:gd name="connsiteY146" fmla="*/ 146332 h 4939827"/>
              <a:gd name="connsiteX147" fmla="*/ 5421860 w 12192000"/>
              <a:gd name="connsiteY147" fmla="*/ 167298 h 4939827"/>
              <a:gd name="connsiteX148" fmla="*/ 5476948 w 12192000"/>
              <a:gd name="connsiteY148" fmla="*/ 173249 h 4939827"/>
              <a:gd name="connsiteX149" fmla="*/ 5516842 w 12192000"/>
              <a:gd name="connsiteY149" fmla="*/ 184018 h 4939827"/>
              <a:gd name="connsiteX150" fmla="*/ 5619415 w 12192000"/>
              <a:gd name="connsiteY150" fmla="*/ 176781 h 4939827"/>
              <a:gd name="connsiteX151" fmla="*/ 5789867 w 12192000"/>
              <a:gd name="connsiteY151" fmla="*/ 150304 h 4939827"/>
              <a:gd name="connsiteX152" fmla="*/ 5825953 w 12192000"/>
              <a:gd name="connsiteY152" fmla="*/ 147907 h 4939827"/>
              <a:gd name="connsiteX153" fmla="*/ 5856168 w 12192000"/>
              <a:gd name="connsiteY153" fmla="*/ 158719 h 4939827"/>
              <a:gd name="connsiteX154" fmla="*/ 5862476 w 12192000"/>
              <a:gd name="connsiteY154" fmla="*/ 172447 h 4939827"/>
              <a:gd name="connsiteX155" fmla="*/ 5882195 w 12192000"/>
              <a:gd name="connsiteY155" fmla="*/ 173195 h 4939827"/>
              <a:gd name="connsiteX156" fmla="*/ 5887271 w 12192000"/>
              <a:gd name="connsiteY156" fmla="*/ 176084 h 4939827"/>
              <a:gd name="connsiteX157" fmla="*/ 5921577 w 12192000"/>
              <a:gd name="connsiteY157" fmla="*/ 169858 h 4939827"/>
              <a:gd name="connsiteX158" fmla="*/ 5983240 w 12192000"/>
              <a:gd name="connsiteY158" fmla="*/ 152755 h 4939827"/>
              <a:gd name="connsiteX159" fmla="*/ 6152287 w 12192000"/>
              <a:gd name="connsiteY159" fmla="*/ 116736 h 4939827"/>
              <a:gd name="connsiteX160" fmla="*/ 6415830 w 12192000"/>
              <a:gd name="connsiteY160" fmla="*/ 136006 h 4939827"/>
              <a:gd name="connsiteX161" fmla="*/ 6756965 w 12192000"/>
              <a:gd name="connsiteY161" fmla="*/ 57636 h 4939827"/>
              <a:gd name="connsiteX162" fmla="*/ 6819400 w 12192000"/>
              <a:gd name="connsiteY162" fmla="*/ 30742 h 4939827"/>
              <a:gd name="connsiteX163" fmla="*/ 6986370 w 12192000"/>
              <a:gd name="connsiteY163" fmla="*/ 12659 h 4939827"/>
              <a:gd name="connsiteX164" fmla="*/ 6989536 w 12192000"/>
              <a:gd name="connsiteY164" fmla="*/ 14528 h 4939827"/>
              <a:gd name="connsiteX165" fmla="*/ 7015933 w 12192000"/>
              <a:gd name="connsiteY165" fmla="*/ 9653 h 4939827"/>
              <a:gd name="connsiteX166" fmla="*/ 7020592 w 12192000"/>
              <a:gd name="connsiteY166" fmla="*/ 1651 h 4939827"/>
              <a:gd name="connsiteX167" fmla="*/ 7025905 w 12192000"/>
              <a:gd name="connsiteY167" fmla="*/ 0 h 4939827"/>
              <a:gd name="connsiteX0" fmla="*/ 7025905 w 12192000"/>
              <a:gd name="connsiteY0" fmla="*/ 0 h 4939827"/>
              <a:gd name="connsiteX1" fmla="*/ 7032579 w 12192000"/>
              <a:gd name="connsiteY1" fmla="*/ 2808 h 4939827"/>
              <a:gd name="connsiteX2" fmla="*/ 7079505 w 12192000"/>
              <a:gd name="connsiteY2" fmla="*/ 12971 h 4939827"/>
              <a:gd name="connsiteX3" fmla="*/ 7158791 w 12192000"/>
              <a:gd name="connsiteY3" fmla="*/ 12462 h 4939827"/>
              <a:gd name="connsiteX4" fmla="*/ 7233338 w 12192000"/>
              <a:gd name="connsiteY4" fmla="*/ 24846 h 4939827"/>
              <a:gd name="connsiteX5" fmla="*/ 7259791 w 12192000"/>
              <a:gd name="connsiteY5" fmla="*/ 29557 h 4939827"/>
              <a:gd name="connsiteX6" fmla="*/ 7263923 w 12192000"/>
              <a:gd name="connsiteY6" fmla="*/ 35029 h 4939827"/>
              <a:gd name="connsiteX7" fmla="*/ 7281549 w 12192000"/>
              <a:gd name="connsiteY7" fmla="*/ 39654 h 4939827"/>
              <a:gd name="connsiteX8" fmla="*/ 7374735 w 12192000"/>
              <a:gd name="connsiteY8" fmla="*/ 65326 h 4939827"/>
              <a:gd name="connsiteX9" fmla="*/ 7376078 w 12192000"/>
              <a:gd name="connsiteY9" fmla="*/ 63849 h 4939827"/>
              <a:gd name="connsiteX10" fmla="*/ 7402026 w 12192000"/>
              <a:gd name="connsiteY10" fmla="*/ 60308 h 4939827"/>
              <a:gd name="connsiteX11" fmla="*/ 7415091 w 12192000"/>
              <a:gd name="connsiteY11" fmla="*/ 77403 h 4939827"/>
              <a:gd name="connsiteX12" fmla="*/ 7488682 w 12192000"/>
              <a:gd name="connsiteY12" fmla="*/ 83440 h 4939827"/>
              <a:gd name="connsiteX13" fmla="*/ 7588044 w 12192000"/>
              <a:gd name="connsiteY13" fmla="*/ 110756 h 4939827"/>
              <a:gd name="connsiteX14" fmla="*/ 7732750 w 12192000"/>
              <a:gd name="connsiteY14" fmla="*/ 145456 h 4939827"/>
              <a:gd name="connsiteX15" fmla="*/ 7785900 w 12192000"/>
              <a:gd name="connsiteY15" fmla="*/ 154493 h 4939827"/>
              <a:gd name="connsiteX16" fmla="*/ 7877301 w 12192000"/>
              <a:gd name="connsiteY16" fmla="*/ 186153 h 4939827"/>
              <a:gd name="connsiteX17" fmla="*/ 7952584 w 12192000"/>
              <a:gd name="connsiteY17" fmla="*/ 170181 h 4939827"/>
              <a:gd name="connsiteX18" fmla="*/ 8009534 w 12192000"/>
              <a:gd name="connsiteY18" fmla="*/ 176441 h 4939827"/>
              <a:gd name="connsiteX19" fmla="*/ 8058681 w 12192000"/>
              <a:gd name="connsiteY19" fmla="*/ 219431 h 4939827"/>
              <a:gd name="connsiteX20" fmla="*/ 8126175 w 12192000"/>
              <a:gd name="connsiteY20" fmla="*/ 240005 h 4939827"/>
              <a:gd name="connsiteX21" fmla="*/ 8166439 w 12192000"/>
              <a:gd name="connsiteY21" fmla="*/ 252699 h 4939827"/>
              <a:gd name="connsiteX22" fmla="*/ 8281371 w 12192000"/>
              <a:gd name="connsiteY22" fmla="*/ 256875 h 4939827"/>
              <a:gd name="connsiteX23" fmla="*/ 8381609 w 12192000"/>
              <a:gd name="connsiteY23" fmla="*/ 240618 h 4939827"/>
              <a:gd name="connsiteX24" fmla="*/ 8406759 w 12192000"/>
              <a:gd name="connsiteY24" fmla="*/ 232517 h 4939827"/>
              <a:gd name="connsiteX25" fmla="*/ 8426506 w 12192000"/>
              <a:gd name="connsiteY25" fmla="*/ 241842 h 4939827"/>
              <a:gd name="connsiteX26" fmla="*/ 8427949 w 12192000"/>
              <a:gd name="connsiteY26" fmla="*/ 240981 h 4939827"/>
              <a:gd name="connsiteX27" fmla="*/ 8441468 w 12192000"/>
              <a:gd name="connsiteY27" fmla="*/ 241157 h 4939827"/>
              <a:gd name="connsiteX28" fmla="*/ 8565757 w 12192000"/>
              <a:gd name="connsiteY28" fmla="*/ 255317 h 4939827"/>
              <a:gd name="connsiteX29" fmla="*/ 8573171 w 12192000"/>
              <a:gd name="connsiteY29" fmla="*/ 258426 h 4939827"/>
              <a:gd name="connsiteX30" fmla="*/ 8573548 w 12192000"/>
              <a:gd name="connsiteY30" fmla="*/ 258241 h 4939827"/>
              <a:gd name="connsiteX31" fmla="*/ 8581827 w 12192000"/>
              <a:gd name="connsiteY31" fmla="*/ 261028 h 4939827"/>
              <a:gd name="connsiteX32" fmla="*/ 8586687 w 12192000"/>
              <a:gd name="connsiteY32" fmla="*/ 264089 h 4939827"/>
              <a:gd name="connsiteX33" fmla="*/ 8601067 w 12192000"/>
              <a:gd name="connsiteY33" fmla="*/ 270114 h 4939827"/>
              <a:gd name="connsiteX34" fmla="*/ 8672650 w 12192000"/>
              <a:gd name="connsiteY34" fmla="*/ 254821 h 4939827"/>
              <a:gd name="connsiteX35" fmla="*/ 8785543 w 12192000"/>
              <a:gd name="connsiteY35" fmla="*/ 263406 h 4939827"/>
              <a:gd name="connsiteX36" fmla="*/ 8830588 w 12192000"/>
              <a:gd name="connsiteY36" fmla="*/ 265483 h 4939827"/>
              <a:gd name="connsiteX37" fmla="*/ 8905142 w 12192000"/>
              <a:gd name="connsiteY37" fmla="*/ 264958 h 4939827"/>
              <a:gd name="connsiteX38" fmla="*/ 8968582 w 12192000"/>
              <a:gd name="connsiteY38" fmla="*/ 262728 h 4939827"/>
              <a:gd name="connsiteX39" fmla="*/ 8972994 w 12192000"/>
              <a:gd name="connsiteY39" fmla="*/ 263284 h 4939827"/>
              <a:gd name="connsiteX40" fmla="*/ 9004605 w 12192000"/>
              <a:gd name="connsiteY40" fmla="*/ 258041 h 4939827"/>
              <a:gd name="connsiteX41" fmla="*/ 9016165 w 12192000"/>
              <a:gd name="connsiteY41" fmla="*/ 261258 h 4939827"/>
              <a:gd name="connsiteX42" fmla="*/ 9043297 w 12192000"/>
              <a:gd name="connsiteY42" fmla="*/ 281547 h 4939827"/>
              <a:gd name="connsiteX43" fmla="*/ 9048315 w 12192000"/>
              <a:gd name="connsiteY43" fmla="*/ 279264 h 4939827"/>
              <a:gd name="connsiteX44" fmla="*/ 9054706 w 12192000"/>
              <a:gd name="connsiteY44" fmla="*/ 278538 h 4939827"/>
              <a:gd name="connsiteX45" fmla="*/ 9070919 w 12192000"/>
              <a:gd name="connsiteY45" fmla="*/ 281810 h 4939827"/>
              <a:gd name="connsiteX46" fmla="*/ 9076813 w 12192000"/>
              <a:gd name="connsiteY46" fmla="*/ 283909 h 4939827"/>
              <a:gd name="connsiteX47" fmla="*/ 9085871 w 12192000"/>
              <a:gd name="connsiteY47" fmla="*/ 285133 h 4939827"/>
              <a:gd name="connsiteX48" fmla="*/ 9086159 w 12192000"/>
              <a:gd name="connsiteY48" fmla="*/ 284887 h 4939827"/>
              <a:gd name="connsiteX49" fmla="*/ 9134606 w 12192000"/>
              <a:gd name="connsiteY49" fmla="*/ 288168 h 4939827"/>
              <a:gd name="connsiteX50" fmla="*/ 9195590 w 12192000"/>
              <a:gd name="connsiteY50" fmla="*/ 279568 h 4939827"/>
              <a:gd name="connsiteX51" fmla="*/ 9219336 w 12192000"/>
              <a:gd name="connsiteY51" fmla="*/ 278133 h 4939827"/>
              <a:gd name="connsiteX52" fmla="*/ 9232362 w 12192000"/>
              <a:gd name="connsiteY52" fmla="*/ 275894 h 4939827"/>
              <a:gd name="connsiteX53" fmla="*/ 9233396 w 12192000"/>
              <a:gd name="connsiteY53" fmla="*/ 274803 h 4939827"/>
              <a:gd name="connsiteX54" fmla="*/ 9256213 w 12192000"/>
              <a:gd name="connsiteY54" fmla="*/ 281576 h 4939827"/>
              <a:gd name="connsiteX55" fmla="*/ 9262377 w 12192000"/>
              <a:gd name="connsiteY55" fmla="*/ 286635 h 4939827"/>
              <a:gd name="connsiteX56" fmla="*/ 9287089 w 12192000"/>
              <a:gd name="connsiteY56" fmla="*/ 303891 h 4939827"/>
              <a:gd name="connsiteX57" fmla="*/ 9371484 w 12192000"/>
              <a:gd name="connsiteY57" fmla="*/ 329634 h 4939827"/>
              <a:gd name="connsiteX58" fmla="*/ 9404829 w 12192000"/>
              <a:gd name="connsiteY58" fmla="*/ 339038 h 4939827"/>
              <a:gd name="connsiteX59" fmla="*/ 9427021 w 12192000"/>
              <a:gd name="connsiteY59" fmla="*/ 358784 h 4939827"/>
              <a:gd name="connsiteX60" fmla="*/ 9670844 w 12192000"/>
              <a:gd name="connsiteY60" fmla="*/ 405128 h 4939827"/>
              <a:gd name="connsiteX61" fmla="*/ 9816083 w 12192000"/>
              <a:gd name="connsiteY61" fmla="*/ 416573 h 4939827"/>
              <a:gd name="connsiteX62" fmla="*/ 9936741 w 12192000"/>
              <a:gd name="connsiteY62" fmla="*/ 437044 h 4939827"/>
              <a:gd name="connsiteX63" fmla="*/ 10050093 w 12192000"/>
              <a:gd name="connsiteY63" fmla="*/ 443783 h 4939827"/>
              <a:gd name="connsiteX64" fmla="*/ 10130090 w 12192000"/>
              <a:gd name="connsiteY64" fmla="*/ 459520 h 4939827"/>
              <a:gd name="connsiteX65" fmla="*/ 10173456 w 12192000"/>
              <a:gd name="connsiteY65" fmla="*/ 457749 h 4939827"/>
              <a:gd name="connsiteX66" fmla="*/ 10218232 w 12192000"/>
              <a:gd name="connsiteY66" fmla="*/ 459820 h 4939827"/>
              <a:gd name="connsiteX67" fmla="*/ 10354176 w 12192000"/>
              <a:gd name="connsiteY67" fmla="*/ 471377 h 4939827"/>
              <a:gd name="connsiteX68" fmla="*/ 10430681 w 12192000"/>
              <a:gd name="connsiteY68" fmla="*/ 481226 h 4939827"/>
              <a:gd name="connsiteX69" fmla="*/ 10478169 w 12192000"/>
              <a:gd name="connsiteY69" fmla="*/ 481774 h 4939827"/>
              <a:gd name="connsiteX70" fmla="*/ 10540907 w 12192000"/>
              <a:gd name="connsiteY70" fmla="*/ 485607 h 4939827"/>
              <a:gd name="connsiteX71" fmla="*/ 10614941 w 12192000"/>
              <a:gd name="connsiteY71" fmla="*/ 487592 h 4939827"/>
              <a:gd name="connsiteX72" fmla="*/ 10674098 w 12192000"/>
              <a:gd name="connsiteY72" fmla="*/ 521656 h 4939827"/>
              <a:gd name="connsiteX73" fmla="*/ 10874834 w 12192000"/>
              <a:gd name="connsiteY73" fmla="*/ 574867 h 4939827"/>
              <a:gd name="connsiteX74" fmla="*/ 10944981 w 12192000"/>
              <a:gd name="connsiteY74" fmla="*/ 615042 h 4939827"/>
              <a:gd name="connsiteX75" fmla="*/ 11006376 w 12192000"/>
              <a:gd name="connsiteY75" fmla="*/ 645957 h 4939827"/>
              <a:gd name="connsiteX76" fmla="*/ 11076308 w 12192000"/>
              <a:gd name="connsiteY76" fmla="*/ 675698 h 4939827"/>
              <a:gd name="connsiteX77" fmla="*/ 11148789 w 12192000"/>
              <a:gd name="connsiteY77" fmla="*/ 685041 h 4939827"/>
              <a:gd name="connsiteX78" fmla="*/ 11249129 w 12192000"/>
              <a:gd name="connsiteY78" fmla="*/ 684218 h 4939827"/>
              <a:gd name="connsiteX79" fmla="*/ 11299915 w 12192000"/>
              <a:gd name="connsiteY79" fmla="*/ 692177 h 4939827"/>
              <a:gd name="connsiteX80" fmla="*/ 11386973 w 12192000"/>
              <a:gd name="connsiteY80" fmla="*/ 708209 h 4939827"/>
              <a:gd name="connsiteX81" fmla="*/ 11500105 w 12192000"/>
              <a:gd name="connsiteY81" fmla="*/ 735014 h 4939827"/>
              <a:gd name="connsiteX82" fmla="*/ 11621735 w 12192000"/>
              <a:gd name="connsiteY82" fmla="*/ 789584 h 4939827"/>
              <a:gd name="connsiteX83" fmla="*/ 11691200 w 12192000"/>
              <a:gd name="connsiteY83" fmla="*/ 867902 h 4939827"/>
              <a:gd name="connsiteX84" fmla="*/ 11819427 w 12192000"/>
              <a:gd name="connsiteY84" fmla="*/ 911634 h 4939827"/>
              <a:gd name="connsiteX85" fmla="*/ 11969720 w 12192000"/>
              <a:gd name="connsiteY85" fmla="*/ 964737 h 4939827"/>
              <a:gd name="connsiteX86" fmla="*/ 12055766 w 12192000"/>
              <a:gd name="connsiteY86" fmla="*/ 991268 h 4939827"/>
              <a:gd name="connsiteX87" fmla="*/ 12171539 w 12192000"/>
              <a:gd name="connsiteY87" fmla="*/ 995427 h 4939827"/>
              <a:gd name="connsiteX88" fmla="*/ 12187831 w 12192000"/>
              <a:gd name="connsiteY88" fmla="*/ 996580 h 4939827"/>
              <a:gd name="connsiteX89" fmla="*/ 12192000 w 12192000"/>
              <a:gd name="connsiteY89" fmla="*/ 996726 h 4939827"/>
              <a:gd name="connsiteX90" fmla="*/ 12192000 w 12192000"/>
              <a:gd name="connsiteY90" fmla="*/ 4939827 h 4939827"/>
              <a:gd name="connsiteX91" fmla="*/ 0 w 12192000"/>
              <a:gd name="connsiteY91" fmla="*/ 4939827 h 4939827"/>
              <a:gd name="connsiteX92" fmla="*/ 0 w 12192000"/>
              <a:gd name="connsiteY92" fmla="*/ 512043 h 4939827"/>
              <a:gd name="connsiteX93" fmla="*/ 7381 w 12192000"/>
              <a:gd name="connsiteY93" fmla="*/ 512580 h 4939827"/>
              <a:gd name="connsiteX94" fmla="*/ 100029 w 12192000"/>
              <a:gd name="connsiteY94" fmla="*/ 504758 h 4939827"/>
              <a:gd name="connsiteX95" fmla="*/ 155244 w 12192000"/>
              <a:gd name="connsiteY95" fmla="*/ 525130 h 4939827"/>
              <a:gd name="connsiteX96" fmla="*/ 254366 w 12192000"/>
              <a:gd name="connsiteY96" fmla="*/ 534449 h 4939827"/>
              <a:gd name="connsiteX97" fmla="*/ 447292 w 12192000"/>
              <a:gd name="connsiteY97" fmla="*/ 542725 h 4939827"/>
              <a:gd name="connsiteX98" fmla="*/ 628105 w 12192000"/>
              <a:gd name="connsiteY98" fmla="*/ 547853 h 4939827"/>
              <a:gd name="connsiteX99" fmla="*/ 783146 w 12192000"/>
              <a:gd name="connsiteY99" fmla="*/ 591799 h 4939827"/>
              <a:gd name="connsiteX100" fmla="*/ 1043676 w 12192000"/>
              <a:gd name="connsiteY100" fmla="*/ 591887 h 4939827"/>
              <a:gd name="connsiteX101" fmla="*/ 1281816 w 12192000"/>
              <a:gd name="connsiteY101" fmla="*/ 520946 h 4939827"/>
              <a:gd name="connsiteX102" fmla="*/ 1486347 w 12192000"/>
              <a:gd name="connsiteY102" fmla="*/ 487310 h 4939827"/>
              <a:gd name="connsiteX103" fmla="*/ 1568079 w 12192000"/>
              <a:gd name="connsiteY103" fmla="*/ 462531 h 4939827"/>
              <a:gd name="connsiteX104" fmla="*/ 1622516 w 12192000"/>
              <a:gd name="connsiteY104" fmla="*/ 466058 h 4939827"/>
              <a:gd name="connsiteX105" fmla="*/ 1655457 w 12192000"/>
              <a:gd name="connsiteY105" fmla="*/ 465359 h 4939827"/>
              <a:gd name="connsiteX106" fmla="*/ 1717454 w 12192000"/>
              <a:gd name="connsiteY106" fmla="*/ 417203 h 4939827"/>
              <a:gd name="connsiteX107" fmla="*/ 1913794 w 12192000"/>
              <a:gd name="connsiteY107" fmla="*/ 365255 h 4939827"/>
              <a:gd name="connsiteX108" fmla="*/ 2129762 w 12192000"/>
              <a:gd name="connsiteY108" fmla="*/ 367832 h 4939827"/>
              <a:gd name="connsiteX109" fmla="*/ 2376970 w 12192000"/>
              <a:gd name="connsiteY109" fmla="*/ 350129 h 4939827"/>
              <a:gd name="connsiteX110" fmla="*/ 2480155 w 12192000"/>
              <a:gd name="connsiteY110" fmla="*/ 359227 h 4939827"/>
              <a:gd name="connsiteX111" fmla="*/ 2586782 w 12192000"/>
              <a:gd name="connsiteY111" fmla="*/ 339352 h 4939827"/>
              <a:gd name="connsiteX112" fmla="*/ 2654496 w 12192000"/>
              <a:gd name="connsiteY112" fmla="*/ 315431 h 4939827"/>
              <a:gd name="connsiteX113" fmla="*/ 2788947 w 12192000"/>
              <a:gd name="connsiteY113" fmla="*/ 250375 h 4939827"/>
              <a:gd name="connsiteX114" fmla="*/ 3030844 w 12192000"/>
              <a:gd name="connsiteY114" fmla="*/ 225861 h 4939827"/>
              <a:gd name="connsiteX115" fmla="*/ 3103677 w 12192000"/>
              <a:gd name="connsiteY115" fmla="*/ 209527 h 4939827"/>
              <a:gd name="connsiteX116" fmla="*/ 3126759 w 12192000"/>
              <a:gd name="connsiteY116" fmla="*/ 211226 h 4939827"/>
              <a:gd name="connsiteX117" fmla="*/ 3164020 w 12192000"/>
              <a:gd name="connsiteY117" fmla="*/ 212779 h 4939827"/>
              <a:gd name="connsiteX118" fmla="*/ 3285019 w 12192000"/>
              <a:gd name="connsiteY118" fmla="*/ 220535 h 4939827"/>
              <a:gd name="connsiteX119" fmla="*/ 3365154 w 12192000"/>
              <a:gd name="connsiteY119" fmla="*/ 226416 h 4939827"/>
              <a:gd name="connsiteX120" fmla="*/ 3367507 w 12192000"/>
              <a:gd name="connsiteY120" fmla="*/ 225416 h 4939827"/>
              <a:gd name="connsiteX121" fmla="*/ 3387567 w 12192000"/>
              <a:gd name="connsiteY121" fmla="*/ 227103 h 4939827"/>
              <a:gd name="connsiteX122" fmla="*/ 3498001 w 12192000"/>
              <a:gd name="connsiteY122" fmla="*/ 231941 h 4939827"/>
              <a:gd name="connsiteX123" fmla="*/ 3561557 w 12192000"/>
              <a:gd name="connsiteY123" fmla="*/ 228095 h 4939827"/>
              <a:gd name="connsiteX124" fmla="*/ 3611920 w 12192000"/>
              <a:gd name="connsiteY124" fmla="*/ 218094 h 4939827"/>
              <a:gd name="connsiteX125" fmla="*/ 3620528 w 12192000"/>
              <a:gd name="connsiteY125" fmla="*/ 218788 h 4939827"/>
              <a:gd name="connsiteX126" fmla="*/ 3620766 w 12192000"/>
              <a:gd name="connsiteY126" fmla="*/ 218511 h 4939827"/>
              <a:gd name="connsiteX127" fmla="*/ 3629977 w 12192000"/>
              <a:gd name="connsiteY127" fmla="*/ 218664 h 4939827"/>
              <a:gd name="connsiteX128" fmla="*/ 3636217 w 12192000"/>
              <a:gd name="connsiteY128" fmla="*/ 220048 h 4939827"/>
              <a:gd name="connsiteX129" fmla="*/ 3709484 w 12192000"/>
              <a:gd name="connsiteY129" fmla="*/ 186927 h 4939827"/>
              <a:gd name="connsiteX130" fmla="*/ 3761342 w 12192000"/>
              <a:gd name="connsiteY130" fmla="*/ 177474 h 4939827"/>
              <a:gd name="connsiteX131" fmla="*/ 3799748 w 12192000"/>
              <a:gd name="connsiteY131" fmla="*/ 167154 h 4939827"/>
              <a:gd name="connsiteX132" fmla="*/ 3922756 w 12192000"/>
              <a:gd name="connsiteY132" fmla="*/ 194044 h 4939827"/>
              <a:gd name="connsiteX133" fmla="*/ 4028476 w 12192000"/>
              <a:gd name="connsiteY133" fmla="*/ 223679 h 4939827"/>
              <a:gd name="connsiteX134" fmla="*/ 4191582 w 12192000"/>
              <a:gd name="connsiteY134" fmla="*/ 238952 h 4939827"/>
              <a:gd name="connsiteX135" fmla="*/ 4251024 w 12192000"/>
              <a:gd name="connsiteY135" fmla="*/ 240874 h 4939827"/>
              <a:gd name="connsiteX136" fmla="*/ 4355275 w 12192000"/>
              <a:gd name="connsiteY136" fmla="*/ 260205 h 4939827"/>
              <a:gd name="connsiteX137" fmla="*/ 4423807 w 12192000"/>
              <a:gd name="connsiteY137" fmla="*/ 270366 h 4939827"/>
              <a:gd name="connsiteX138" fmla="*/ 4558432 w 12192000"/>
              <a:gd name="connsiteY138" fmla="*/ 269194 h 4939827"/>
              <a:gd name="connsiteX139" fmla="*/ 4635061 w 12192000"/>
              <a:gd name="connsiteY139" fmla="*/ 280682 h 4939827"/>
              <a:gd name="connsiteX140" fmla="*/ 4807427 w 12192000"/>
              <a:gd name="connsiteY140" fmla="*/ 276835 h 4939827"/>
              <a:gd name="connsiteX141" fmla="*/ 5028933 w 12192000"/>
              <a:gd name="connsiteY141" fmla="*/ 183887 h 4939827"/>
              <a:gd name="connsiteX142" fmla="*/ 5093642 w 12192000"/>
              <a:gd name="connsiteY142" fmla="*/ 177214 h 4939827"/>
              <a:gd name="connsiteX143" fmla="*/ 5102642 w 12192000"/>
              <a:gd name="connsiteY143" fmla="*/ 186816 h 4939827"/>
              <a:gd name="connsiteX144" fmla="*/ 5193590 w 12192000"/>
              <a:gd name="connsiteY144" fmla="*/ 156458 h 4939827"/>
              <a:gd name="connsiteX145" fmla="*/ 5323922 w 12192000"/>
              <a:gd name="connsiteY145" fmla="*/ 146332 h 4939827"/>
              <a:gd name="connsiteX146" fmla="*/ 5421860 w 12192000"/>
              <a:gd name="connsiteY146" fmla="*/ 167298 h 4939827"/>
              <a:gd name="connsiteX147" fmla="*/ 5476948 w 12192000"/>
              <a:gd name="connsiteY147" fmla="*/ 173249 h 4939827"/>
              <a:gd name="connsiteX148" fmla="*/ 5516842 w 12192000"/>
              <a:gd name="connsiteY148" fmla="*/ 184018 h 4939827"/>
              <a:gd name="connsiteX149" fmla="*/ 5619415 w 12192000"/>
              <a:gd name="connsiteY149" fmla="*/ 176781 h 4939827"/>
              <a:gd name="connsiteX150" fmla="*/ 5789867 w 12192000"/>
              <a:gd name="connsiteY150" fmla="*/ 150304 h 4939827"/>
              <a:gd name="connsiteX151" fmla="*/ 5825953 w 12192000"/>
              <a:gd name="connsiteY151" fmla="*/ 147907 h 4939827"/>
              <a:gd name="connsiteX152" fmla="*/ 5856168 w 12192000"/>
              <a:gd name="connsiteY152" fmla="*/ 158719 h 4939827"/>
              <a:gd name="connsiteX153" fmla="*/ 5862476 w 12192000"/>
              <a:gd name="connsiteY153" fmla="*/ 172447 h 4939827"/>
              <a:gd name="connsiteX154" fmla="*/ 5882195 w 12192000"/>
              <a:gd name="connsiteY154" fmla="*/ 173195 h 4939827"/>
              <a:gd name="connsiteX155" fmla="*/ 5887271 w 12192000"/>
              <a:gd name="connsiteY155" fmla="*/ 176084 h 4939827"/>
              <a:gd name="connsiteX156" fmla="*/ 5921577 w 12192000"/>
              <a:gd name="connsiteY156" fmla="*/ 169858 h 4939827"/>
              <a:gd name="connsiteX157" fmla="*/ 5983240 w 12192000"/>
              <a:gd name="connsiteY157" fmla="*/ 152755 h 4939827"/>
              <a:gd name="connsiteX158" fmla="*/ 6152287 w 12192000"/>
              <a:gd name="connsiteY158" fmla="*/ 116736 h 4939827"/>
              <a:gd name="connsiteX159" fmla="*/ 6415830 w 12192000"/>
              <a:gd name="connsiteY159" fmla="*/ 136006 h 4939827"/>
              <a:gd name="connsiteX160" fmla="*/ 6756965 w 12192000"/>
              <a:gd name="connsiteY160" fmla="*/ 57636 h 4939827"/>
              <a:gd name="connsiteX161" fmla="*/ 6819400 w 12192000"/>
              <a:gd name="connsiteY161" fmla="*/ 30742 h 4939827"/>
              <a:gd name="connsiteX162" fmla="*/ 6986370 w 12192000"/>
              <a:gd name="connsiteY162" fmla="*/ 12659 h 4939827"/>
              <a:gd name="connsiteX163" fmla="*/ 6989536 w 12192000"/>
              <a:gd name="connsiteY163" fmla="*/ 14528 h 4939827"/>
              <a:gd name="connsiteX164" fmla="*/ 7015933 w 12192000"/>
              <a:gd name="connsiteY164" fmla="*/ 9653 h 4939827"/>
              <a:gd name="connsiteX165" fmla="*/ 7020592 w 12192000"/>
              <a:gd name="connsiteY165" fmla="*/ 1651 h 4939827"/>
              <a:gd name="connsiteX166" fmla="*/ 7025905 w 12192000"/>
              <a:gd name="connsiteY166" fmla="*/ 0 h 4939827"/>
              <a:gd name="connsiteX0" fmla="*/ 7025905 w 12192000"/>
              <a:gd name="connsiteY0" fmla="*/ 0 h 4939827"/>
              <a:gd name="connsiteX1" fmla="*/ 7032579 w 12192000"/>
              <a:gd name="connsiteY1" fmla="*/ 2808 h 4939827"/>
              <a:gd name="connsiteX2" fmla="*/ 7079505 w 12192000"/>
              <a:gd name="connsiteY2" fmla="*/ 12971 h 4939827"/>
              <a:gd name="connsiteX3" fmla="*/ 7158791 w 12192000"/>
              <a:gd name="connsiteY3" fmla="*/ 12462 h 4939827"/>
              <a:gd name="connsiteX4" fmla="*/ 7233338 w 12192000"/>
              <a:gd name="connsiteY4" fmla="*/ 24846 h 4939827"/>
              <a:gd name="connsiteX5" fmla="*/ 7259791 w 12192000"/>
              <a:gd name="connsiteY5" fmla="*/ 29557 h 4939827"/>
              <a:gd name="connsiteX6" fmla="*/ 7263923 w 12192000"/>
              <a:gd name="connsiteY6" fmla="*/ 35029 h 4939827"/>
              <a:gd name="connsiteX7" fmla="*/ 7281549 w 12192000"/>
              <a:gd name="connsiteY7" fmla="*/ 39654 h 4939827"/>
              <a:gd name="connsiteX8" fmla="*/ 7374735 w 12192000"/>
              <a:gd name="connsiteY8" fmla="*/ 65326 h 4939827"/>
              <a:gd name="connsiteX9" fmla="*/ 7376078 w 12192000"/>
              <a:gd name="connsiteY9" fmla="*/ 63849 h 4939827"/>
              <a:gd name="connsiteX10" fmla="*/ 7402026 w 12192000"/>
              <a:gd name="connsiteY10" fmla="*/ 60308 h 4939827"/>
              <a:gd name="connsiteX11" fmla="*/ 7415091 w 12192000"/>
              <a:gd name="connsiteY11" fmla="*/ 77403 h 4939827"/>
              <a:gd name="connsiteX12" fmla="*/ 7488682 w 12192000"/>
              <a:gd name="connsiteY12" fmla="*/ 83440 h 4939827"/>
              <a:gd name="connsiteX13" fmla="*/ 7588044 w 12192000"/>
              <a:gd name="connsiteY13" fmla="*/ 110756 h 4939827"/>
              <a:gd name="connsiteX14" fmla="*/ 7732750 w 12192000"/>
              <a:gd name="connsiteY14" fmla="*/ 145456 h 4939827"/>
              <a:gd name="connsiteX15" fmla="*/ 7785900 w 12192000"/>
              <a:gd name="connsiteY15" fmla="*/ 154493 h 4939827"/>
              <a:gd name="connsiteX16" fmla="*/ 7877301 w 12192000"/>
              <a:gd name="connsiteY16" fmla="*/ 186153 h 4939827"/>
              <a:gd name="connsiteX17" fmla="*/ 7952584 w 12192000"/>
              <a:gd name="connsiteY17" fmla="*/ 170181 h 4939827"/>
              <a:gd name="connsiteX18" fmla="*/ 8009534 w 12192000"/>
              <a:gd name="connsiteY18" fmla="*/ 176441 h 4939827"/>
              <a:gd name="connsiteX19" fmla="*/ 8058681 w 12192000"/>
              <a:gd name="connsiteY19" fmla="*/ 219431 h 4939827"/>
              <a:gd name="connsiteX20" fmla="*/ 8126175 w 12192000"/>
              <a:gd name="connsiteY20" fmla="*/ 240005 h 4939827"/>
              <a:gd name="connsiteX21" fmla="*/ 8166439 w 12192000"/>
              <a:gd name="connsiteY21" fmla="*/ 252699 h 4939827"/>
              <a:gd name="connsiteX22" fmla="*/ 8281371 w 12192000"/>
              <a:gd name="connsiteY22" fmla="*/ 256875 h 4939827"/>
              <a:gd name="connsiteX23" fmla="*/ 8381609 w 12192000"/>
              <a:gd name="connsiteY23" fmla="*/ 240618 h 4939827"/>
              <a:gd name="connsiteX24" fmla="*/ 8406759 w 12192000"/>
              <a:gd name="connsiteY24" fmla="*/ 232517 h 4939827"/>
              <a:gd name="connsiteX25" fmla="*/ 8426506 w 12192000"/>
              <a:gd name="connsiteY25" fmla="*/ 241842 h 4939827"/>
              <a:gd name="connsiteX26" fmla="*/ 8427949 w 12192000"/>
              <a:gd name="connsiteY26" fmla="*/ 240981 h 4939827"/>
              <a:gd name="connsiteX27" fmla="*/ 8441468 w 12192000"/>
              <a:gd name="connsiteY27" fmla="*/ 241157 h 4939827"/>
              <a:gd name="connsiteX28" fmla="*/ 8565757 w 12192000"/>
              <a:gd name="connsiteY28" fmla="*/ 255317 h 4939827"/>
              <a:gd name="connsiteX29" fmla="*/ 8573171 w 12192000"/>
              <a:gd name="connsiteY29" fmla="*/ 258426 h 4939827"/>
              <a:gd name="connsiteX30" fmla="*/ 8573548 w 12192000"/>
              <a:gd name="connsiteY30" fmla="*/ 258241 h 4939827"/>
              <a:gd name="connsiteX31" fmla="*/ 8581827 w 12192000"/>
              <a:gd name="connsiteY31" fmla="*/ 261028 h 4939827"/>
              <a:gd name="connsiteX32" fmla="*/ 8586687 w 12192000"/>
              <a:gd name="connsiteY32" fmla="*/ 264089 h 4939827"/>
              <a:gd name="connsiteX33" fmla="*/ 8601067 w 12192000"/>
              <a:gd name="connsiteY33" fmla="*/ 270114 h 4939827"/>
              <a:gd name="connsiteX34" fmla="*/ 8672650 w 12192000"/>
              <a:gd name="connsiteY34" fmla="*/ 254821 h 4939827"/>
              <a:gd name="connsiteX35" fmla="*/ 8785543 w 12192000"/>
              <a:gd name="connsiteY35" fmla="*/ 263406 h 4939827"/>
              <a:gd name="connsiteX36" fmla="*/ 8830588 w 12192000"/>
              <a:gd name="connsiteY36" fmla="*/ 265483 h 4939827"/>
              <a:gd name="connsiteX37" fmla="*/ 8905142 w 12192000"/>
              <a:gd name="connsiteY37" fmla="*/ 264958 h 4939827"/>
              <a:gd name="connsiteX38" fmla="*/ 8968582 w 12192000"/>
              <a:gd name="connsiteY38" fmla="*/ 262728 h 4939827"/>
              <a:gd name="connsiteX39" fmla="*/ 8972994 w 12192000"/>
              <a:gd name="connsiteY39" fmla="*/ 263284 h 4939827"/>
              <a:gd name="connsiteX40" fmla="*/ 9004605 w 12192000"/>
              <a:gd name="connsiteY40" fmla="*/ 258041 h 4939827"/>
              <a:gd name="connsiteX41" fmla="*/ 9016165 w 12192000"/>
              <a:gd name="connsiteY41" fmla="*/ 261258 h 4939827"/>
              <a:gd name="connsiteX42" fmla="*/ 9043297 w 12192000"/>
              <a:gd name="connsiteY42" fmla="*/ 281547 h 4939827"/>
              <a:gd name="connsiteX43" fmla="*/ 9048315 w 12192000"/>
              <a:gd name="connsiteY43" fmla="*/ 279264 h 4939827"/>
              <a:gd name="connsiteX44" fmla="*/ 9054706 w 12192000"/>
              <a:gd name="connsiteY44" fmla="*/ 278538 h 4939827"/>
              <a:gd name="connsiteX45" fmla="*/ 9070919 w 12192000"/>
              <a:gd name="connsiteY45" fmla="*/ 281810 h 4939827"/>
              <a:gd name="connsiteX46" fmla="*/ 9076813 w 12192000"/>
              <a:gd name="connsiteY46" fmla="*/ 283909 h 4939827"/>
              <a:gd name="connsiteX47" fmla="*/ 9085871 w 12192000"/>
              <a:gd name="connsiteY47" fmla="*/ 285133 h 4939827"/>
              <a:gd name="connsiteX48" fmla="*/ 9086159 w 12192000"/>
              <a:gd name="connsiteY48" fmla="*/ 284887 h 4939827"/>
              <a:gd name="connsiteX49" fmla="*/ 9134606 w 12192000"/>
              <a:gd name="connsiteY49" fmla="*/ 288168 h 4939827"/>
              <a:gd name="connsiteX50" fmla="*/ 9195590 w 12192000"/>
              <a:gd name="connsiteY50" fmla="*/ 279568 h 4939827"/>
              <a:gd name="connsiteX51" fmla="*/ 9219336 w 12192000"/>
              <a:gd name="connsiteY51" fmla="*/ 278133 h 4939827"/>
              <a:gd name="connsiteX52" fmla="*/ 9232362 w 12192000"/>
              <a:gd name="connsiteY52" fmla="*/ 275894 h 4939827"/>
              <a:gd name="connsiteX53" fmla="*/ 9233396 w 12192000"/>
              <a:gd name="connsiteY53" fmla="*/ 274803 h 4939827"/>
              <a:gd name="connsiteX54" fmla="*/ 9256213 w 12192000"/>
              <a:gd name="connsiteY54" fmla="*/ 281576 h 4939827"/>
              <a:gd name="connsiteX55" fmla="*/ 9262377 w 12192000"/>
              <a:gd name="connsiteY55" fmla="*/ 286635 h 4939827"/>
              <a:gd name="connsiteX56" fmla="*/ 9287089 w 12192000"/>
              <a:gd name="connsiteY56" fmla="*/ 303891 h 4939827"/>
              <a:gd name="connsiteX57" fmla="*/ 9371484 w 12192000"/>
              <a:gd name="connsiteY57" fmla="*/ 329634 h 4939827"/>
              <a:gd name="connsiteX58" fmla="*/ 9404829 w 12192000"/>
              <a:gd name="connsiteY58" fmla="*/ 339038 h 4939827"/>
              <a:gd name="connsiteX59" fmla="*/ 9427021 w 12192000"/>
              <a:gd name="connsiteY59" fmla="*/ 358784 h 4939827"/>
              <a:gd name="connsiteX60" fmla="*/ 9670844 w 12192000"/>
              <a:gd name="connsiteY60" fmla="*/ 405128 h 4939827"/>
              <a:gd name="connsiteX61" fmla="*/ 9816083 w 12192000"/>
              <a:gd name="connsiteY61" fmla="*/ 416573 h 4939827"/>
              <a:gd name="connsiteX62" fmla="*/ 9936741 w 12192000"/>
              <a:gd name="connsiteY62" fmla="*/ 437044 h 4939827"/>
              <a:gd name="connsiteX63" fmla="*/ 10050093 w 12192000"/>
              <a:gd name="connsiteY63" fmla="*/ 443783 h 4939827"/>
              <a:gd name="connsiteX64" fmla="*/ 10130090 w 12192000"/>
              <a:gd name="connsiteY64" fmla="*/ 459520 h 4939827"/>
              <a:gd name="connsiteX65" fmla="*/ 10173456 w 12192000"/>
              <a:gd name="connsiteY65" fmla="*/ 457749 h 4939827"/>
              <a:gd name="connsiteX66" fmla="*/ 10218232 w 12192000"/>
              <a:gd name="connsiteY66" fmla="*/ 459820 h 4939827"/>
              <a:gd name="connsiteX67" fmla="*/ 10354176 w 12192000"/>
              <a:gd name="connsiteY67" fmla="*/ 471377 h 4939827"/>
              <a:gd name="connsiteX68" fmla="*/ 10430681 w 12192000"/>
              <a:gd name="connsiteY68" fmla="*/ 481226 h 4939827"/>
              <a:gd name="connsiteX69" fmla="*/ 10478169 w 12192000"/>
              <a:gd name="connsiteY69" fmla="*/ 481774 h 4939827"/>
              <a:gd name="connsiteX70" fmla="*/ 10540907 w 12192000"/>
              <a:gd name="connsiteY70" fmla="*/ 485607 h 4939827"/>
              <a:gd name="connsiteX71" fmla="*/ 10614941 w 12192000"/>
              <a:gd name="connsiteY71" fmla="*/ 487592 h 4939827"/>
              <a:gd name="connsiteX72" fmla="*/ 10674098 w 12192000"/>
              <a:gd name="connsiteY72" fmla="*/ 521656 h 4939827"/>
              <a:gd name="connsiteX73" fmla="*/ 10874834 w 12192000"/>
              <a:gd name="connsiteY73" fmla="*/ 574867 h 4939827"/>
              <a:gd name="connsiteX74" fmla="*/ 10944981 w 12192000"/>
              <a:gd name="connsiteY74" fmla="*/ 615042 h 4939827"/>
              <a:gd name="connsiteX75" fmla="*/ 11006376 w 12192000"/>
              <a:gd name="connsiteY75" fmla="*/ 645957 h 4939827"/>
              <a:gd name="connsiteX76" fmla="*/ 11076308 w 12192000"/>
              <a:gd name="connsiteY76" fmla="*/ 675698 h 4939827"/>
              <a:gd name="connsiteX77" fmla="*/ 11148789 w 12192000"/>
              <a:gd name="connsiteY77" fmla="*/ 685041 h 4939827"/>
              <a:gd name="connsiteX78" fmla="*/ 11249129 w 12192000"/>
              <a:gd name="connsiteY78" fmla="*/ 684218 h 4939827"/>
              <a:gd name="connsiteX79" fmla="*/ 11299915 w 12192000"/>
              <a:gd name="connsiteY79" fmla="*/ 692177 h 4939827"/>
              <a:gd name="connsiteX80" fmla="*/ 11386973 w 12192000"/>
              <a:gd name="connsiteY80" fmla="*/ 708209 h 4939827"/>
              <a:gd name="connsiteX81" fmla="*/ 11500105 w 12192000"/>
              <a:gd name="connsiteY81" fmla="*/ 735014 h 4939827"/>
              <a:gd name="connsiteX82" fmla="*/ 11621735 w 12192000"/>
              <a:gd name="connsiteY82" fmla="*/ 789584 h 4939827"/>
              <a:gd name="connsiteX83" fmla="*/ 11691200 w 12192000"/>
              <a:gd name="connsiteY83" fmla="*/ 867902 h 4939827"/>
              <a:gd name="connsiteX84" fmla="*/ 11819427 w 12192000"/>
              <a:gd name="connsiteY84" fmla="*/ 911634 h 4939827"/>
              <a:gd name="connsiteX85" fmla="*/ 11969720 w 12192000"/>
              <a:gd name="connsiteY85" fmla="*/ 964737 h 4939827"/>
              <a:gd name="connsiteX86" fmla="*/ 12055766 w 12192000"/>
              <a:gd name="connsiteY86" fmla="*/ 991268 h 4939827"/>
              <a:gd name="connsiteX87" fmla="*/ 12171539 w 12192000"/>
              <a:gd name="connsiteY87" fmla="*/ 995427 h 4939827"/>
              <a:gd name="connsiteX88" fmla="*/ 12187831 w 12192000"/>
              <a:gd name="connsiteY88" fmla="*/ 996580 h 4939827"/>
              <a:gd name="connsiteX89" fmla="*/ 12192000 w 12192000"/>
              <a:gd name="connsiteY89" fmla="*/ 996726 h 4939827"/>
              <a:gd name="connsiteX90" fmla="*/ 12192000 w 12192000"/>
              <a:gd name="connsiteY90" fmla="*/ 4939827 h 4939827"/>
              <a:gd name="connsiteX91" fmla="*/ 0 w 12192000"/>
              <a:gd name="connsiteY91" fmla="*/ 4939827 h 4939827"/>
              <a:gd name="connsiteX92" fmla="*/ 0 w 12192000"/>
              <a:gd name="connsiteY92" fmla="*/ 512043 h 4939827"/>
              <a:gd name="connsiteX93" fmla="*/ 7381 w 12192000"/>
              <a:gd name="connsiteY93" fmla="*/ 512580 h 4939827"/>
              <a:gd name="connsiteX94" fmla="*/ 100029 w 12192000"/>
              <a:gd name="connsiteY94" fmla="*/ 504758 h 4939827"/>
              <a:gd name="connsiteX95" fmla="*/ 155244 w 12192000"/>
              <a:gd name="connsiteY95" fmla="*/ 525130 h 4939827"/>
              <a:gd name="connsiteX96" fmla="*/ 254366 w 12192000"/>
              <a:gd name="connsiteY96" fmla="*/ 534449 h 4939827"/>
              <a:gd name="connsiteX97" fmla="*/ 447292 w 12192000"/>
              <a:gd name="connsiteY97" fmla="*/ 542725 h 4939827"/>
              <a:gd name="connsiteX98" fmla="*/ 628105 w 12192000"/>
              <a:gd name="connsiteY98" fmla="*/ 547853 h 4939827"/>
              <a:gd name="connsiteX99" fmla="*/ 783146 w 12192000"/>
              <a:gd name="connsiteY99" fmla="*/ 591799 h 4939827"/>
              <a:gd name="connsiteX100" fmla="*/ 1043676 w 12192000"/>
              <a:gd name="connsiteY100" fmla="*/ 591887 h 4939827"/>
              <a:gd name="connsiteX101" fmla="*/ 1281816 w 12192000"/>
              <a:gd name="connsiteY101" fmla="*/ 520946 h 4939827"/>
              <a:gd name="connsiteX102" fmla="*/ 1486347 w 12192000"/>
              <a:gd name="connsiteY102" fmla="*/ 487310 h 4939827"/>
              <a:gd name="connsiteX103" fmla="*/ 1568079 w 12192000"/>
              <a:gd name="connsiteY103" fmla="*/ 462531 h 4939827"/>
              <a:gd name="connsiteX104" fmla="*/ 1622516 w 12192000"/>
              <a:gd name="connsiteY104" fmla="*/ 466058 h 4939827"/>
              <a:gd name="connsiteX105" fmla="*/ 1655457 w 12192000"/>
              <a:gd name="connsiteY105" fmla="*/ 465359 h 4939827"/>
              <a:gd name="connsiteX106" fmla="*/ 1717454 w 12192000"/>
              <a:gd name="connsiteY106" fmla="*/ 417203 h 4939827"/>
              <a:gd name="connsiteX107" fmla="*/ 1913794 w 12192000"/>
              <a:gd name="connsiteY107" fmla="*/ 365255 h 4939827"/>
              <a:gd name="connsiteX108" fmla="*/ 2129762 w 12192000"/>
              <a:gd name="connsiteY108" fmla="*/ 367832 h 4939827"/>
              <a:gd name="connsiteX109" fmla="*/ 2376970 w 12192000"/>
              <a:gd name="connsiteY109" fmla="*/ 350129 h 4939827"/>
              <a:gd name="connsiteX110" fmla="*/ 2480155 w 12192000"/>
              <a:gd name="connsiteY110" fmla="*/ 359227 h 4939827"/>
              <a:gd name="connsiteX111" fmla="*/ 2586782 w 12192000"/>
              <a:gd name="connsiteY111" fmla="*/ 339352 h 4939827"/>
              <a:gd name="connsiteX112" fmla="*/ 2654496 w 12192000"/>
              <a:gd name="connsiteY112" fmla="*/ 315431 h 4939827"/>
              <a:gd name="connsiteX113" fmla="*/ 2788947 w 12192000"/>
              <a:gd name="connsiteY113" fmla="*/ 250375 h 4939827"/>
              <a:gd name="connsiteX114" fmla="*/ 2965530 w 12192000"/>
              <a:gd name="connsiteY114" fmla="*/ 245958 h 4939827"/>
              <a:gd name="connsiteX115" fmla="*/ 3103677 w 12192000"/>
              <a:gd name="connsiteY115" fmla="*/ 209527 h 4939827"/>
              <a:gd name="connsiteX116" fmla="*/ 3126759 w 12192000"/>
              <a:gd name="connsiteY116" fmla="*/ 211226 h 4939827"/>
              <a:gd name="connsiteX117" fmla="*/ 3164020 w 12192000"/>
              <a:gd name="connsiteY117" fmla="*/ 212779 h 4939827"/>
              <a:gd name="connsiteX118" fmla="*/ 3285019 w 12192000"/>
              <a:gd name="connsiteY118" fmla="*/ 220535 h 4939827"/>
              <a:gd name="connsiteX119" fmla="*/ 3365154 w 12192000"/>
              <a:gd name="connsiteY119" fmla="*/ 226416 h 4939827"/>
              <a:gd name="connsiteX120" fmla="*/ 3367507 w 12192000"/>
              <a:gd name="connsiteY120" fmla="*/ 225416 h 4939827"/>
              <a:gd name="connsiteX121" fmla="*/ 3387567 w 12192000"/>
              <a:gd name="connsiteY121" fmla="*/ 227103 h 4939827"/>
              <a:gd name="connsiteX122" fmla="*/ 3498001 w 12192000"/>
              <a:gd name="connsiteY122" fmla="*/ 231941 h 4939827"/>
              <a:gd name="connsiteX123" fmla="*/ 3561557 w 12192000"/>
              <a:gd name="connsiteY123" fmla="*/ 228095 h 4939827"/>
              <a:gd name="connsiteX124" fmla="*/ 3611920 w 12192000"/>
              <a:gd name="connsiteY124" fmla="*/ 218094 h 4939827"/>
              <a:gd name="connsiteX125" fmla="*/ 3620528 w 12192000"/>
              <a:gd name="connsiteY125" fmla="*/ 218788 h 4939827"/>
              <a:gd name="connsiteX126" fmla="*/ 3620766 w 12192000"/>
              <a:gd name="connsiteY126" fmla="*/ 218511 h 4939827"/>
              <a:gd name="connsiteX127" fmla="*/ 3629977 w 12192000"/>
              <a:gd name="connsiteY127" fmla="*/ 218664 h 4939827"/>
              <a:gd name="connsiteX128" fmla="*/ 3636217 w 12192000"/>
              <a:gd name="connsiteY128" fmla="*/ 220048 h 4939827"/>
              <a:gd name="connsiteX129" fmla="*/ 3709484 w 12192000"/>
              <a:gd name="connsiteY129" fmla="*/ 186927 h 4939827"/>
              <a:gd name="connsiteX130" fmla="*/ 3761342 w 12192000"/>
              <a:gd name="connsiteY130" fmla="*/ 177474 h 4939827"/>
              <a:gd name="connsiteX131" fmla="*/ 3799748 w 12192000"/>
              <a:gd name="connsiteY131" fmla="*/ 167154 h 4939827"/>
              <a:gd name="connsiteX132" fmla="*/ 3922756 w 12192000"/>
              <a:gd name="connsiteY132" fmla="*/ 194044 h 4939827"/>
              <a:gd name="connsiteX133" fmla="*/ 4028476 w 12192000"/>
              <a:gd name="connsiteY133" fmla="*/ 223679 h 4939827"/>
              <a:gd name="connsiteX134" fmla="*/ 4191582 w 12192000"/>
              <a:gd name="connsiteY134" fmla="*/ 238952 h 4939827"/>
              <a:gd name="connsiteX135" fmla="*/ 4251024 w 12192000"/>
              <a:gd name="connsiteY135" fmla="*/ 240874 h 4939827"/>
              <a:gd name="connsiteX136" fmla="*/ 4355275 w 12192000"/>
              <a:gd name="connsiteY136" fmla="*/ 260205 h 4939827"/>
              <a:gd name="connsiteX137" fmla="*/ 4423807 w 12192000"/>
              <a:gd name="connsiteY137" fmla="*/ 270366 h 4939827"/>
              <a:gd name="connsiteX138" fmla="*/ 4558432 w 12192000"/>
              <a:gd name="connsiteY138" fmla="*/ 269194 h 4939827"/>
              <a:gd name="connsiteX139" fmla="*/ 4635061 w 12192000"/>
              <a:gd name="connsiteY139" fmla="*/ 280682 h 4939827"/>
              <a:gd name="connsiteX140" fmla="*/ 4807427 w 12192000"/>
              <a:gd name="connsiteY140" fmla="*/ 276835 h 4939827"/>
              <a:gd name="connsiteX141" fmla="*/ 5028933 w 12192000"/>
              <a:gd name="connsiteY141" fmla="*/ 183887 h 4939827"/>
              <a:gd name="connsiteX142" fmla="*/ 5093642 w 12192000"/>
              <a:gd name="connsiteY142" fmla="*/ 177214 h 4939827"/>
              <a:gd name="connsiteX143" fmla="*/ 5102642 w 12192000"/>
              <a:gd name="connsiteY143" fmla="*/ 186816 h 4939827"/>
              <a:gd name="connsiteX144" fmla="*/ 5193590 w 12192000"/>
              <a:gd name="connsiteY144" fmla="*/ 156458 h 4939827"/>
              <a:gd name="connsiteX145" fmla="*/ 5323922 w 12192000"/>
              <a:gd name="connsiteY145" fmla="*/ 146332 h 4939827"/>
              <a:gd name="connsiteX146" fmla="*/ 5421860 w 12192000"/>
              <a:gd name="connsiteY146" fmla="*/ 167298 h 4939827"/>
              <a:gd name="connsiteX147" fmla="*/ 5476948 w 12192000"/>
              <a:gd name="connsiteY147" fmla="*/ 173249 h 4939827"/>
              <a:gd name="connsiteX148" fmla="*/ 5516842 w 12192000"/>
              <a:gd name="connsiteY148" fmla="*/ 184018 h 4939827"/>
              <a:gd name="connsiteX149" fmla="*/ 5619415 w 12192000"/>
              <a:gd name="connsiteY149" fmla="*/ 176781 h 4939827"/>
              <a:gd name="connsiteX150" fmla="*/ 5789867 w 12192000"/>
              <a:gd name="connsiteY150" fmla="*/ 150304 h 4939827"/>
              <a:gd name="connsiteX151" fmla="*/ 5825953 w 12192000"/>
              <a:gd name="connsiteY151" fmla="*/ 147907 h 4939827"/>
              <a:gd name="connsiteX152" fmla="*/ 5856168 w 12192000"/>
              <a:gd name="connsiteY152" fmla="*/ 158719 h 4939827"/>
              <a:gd name="connsiteX153" fmla="*/ 5862476 w 12192000"/>
              <a:gd name="connsiteY153" fmla="*/ 172447 h 4939827"/>
              <a:gd name="connsiteX154" fmla="*/ 5882195 w 12192000"/>
              <a:gd name="connsiteY154" fmla="*/ 173195 h 4939827"/>
              <a:gd name="connsiteX155" fmla="*/ 5887271 w 12192000"/>
              <a:gd name="connsiteY155" fmla="*/ 176084 h 4939827"/>
              <a:gd name="connsiteX156" fmla="*/ 5921577 w 12192000"/>
              <a:gd name="connsiteY156" fmla="*/ 169858 h 4939827"/>
              <a:gd name="connsiteX157" fmla="*/ 5983240 w 12192000"/>
              <a:gd name="connsiteY157" fmla="*/ 152755 h 4939827"/>
              <a:gd name="connsiteX158" fmla="*/ 6152287 w 12192000"/>
              <a:gd name="connsiteY158" fmla="*/ 116736 h 4939827"/>
              <a:gd name="connsiteX159" fmla="*/ 6415830 w 12192000"/>
              <a:gd name="connsiteY159" fmla="*/ 136006 h 4939827"/>
              <a:gd name="connsiteX160" fmla="*/ 6756965 w 12192000"/>
              <a:gd name="connsiteY160" fmla="*/ 57636 h 4939827"/>
              <a:gd name="connsiteX161" fmla="*/ 6819400 w 12192000"/>
              <a:gd name="connsiteY161" fmla="*/ 30742 h 4939827"/>
              <a:gd name="connsiteX162" fmla="*/ 6986370 w 12192000"/>
              <a:gd name="connsiteY162" fmla="*/ 12659 h 4939827"/>
              <a:gd name="connsiteX163" fmla="*/ 6989536 w 12192000"/>
              <a:gd name="connsiteY163" fmla="*/ 14528 h 4939827"/>
              <a:gd name="connsiteX164" fmla="*/ 7015933 w 12192000"/>
              <a:gd name="connsiteY164" fmla="*/ 9653 h 4939827"/>
              <a:gd name="connsiteX165" fmla="*/ 7020592 w 12192000"/>
              <a:gd name="connsiteY165" fmla="*/ 1651 h 4939827"/>
              <a:gd name="connsiteX166" fmla="*/ 7025905 w 12192000"/>
              <a:gd name="connsiteY166" fmla="*/ 0 h 4939827"/>
              <a:gd name="connsiteX0" fmla="*/ 7025905 w 12192000"/>
              <a:gd name="connsiteY0" fmla="*/ 0 h 4939827"/>
              <a:gd name="connsiteX1" fmla="*/ 7032579 w 12192000"/>
              <a:gd name="connsiteY1" fmla="*/ 2808 h 4939827"/>
              <a:gd name="connsiteX2" fmla="*/ 7079505 w 12192000"/>
              <a:gd name="connsiteY2" fmla="*/ 12971 h 4939827"/>
              <a:gd name="connsiteX3" fmla="*/ 7158791 w 12192000"/>
              <a:gd name="connsiteY3" fmla="*/ 12462 h 4939827"/>
              <a:gd name="connsiteX4" fmla="*/ 7233338 w 12192000"/>
              <a:gd name="connsiteY4" fmla="*/ 24846 h 4939827"/>
              <a:gd name="connsiteX5" fmla="*/ 7259791 w 12192000"/>
              <a:gd name="connsiteY5" fmla="*/ 29557 h 4939827"/>
              <a:gd name="connsiteX6" fmla="*/ 7263923 w 12192000"/>
              <a:gd name="connsiteY6" fmla="*/ 35029 h 4939827"/>
              <a:gd name="connsiteX7" fmla="*/ 7281549 w 12192000"/>
              <a:gd name="connsiteY7" fmla="*/ 39654 h 4939827"/>
              <a:gd name="connsiteX8" fmla="*/ 7374735 w 12192000"/>
              <a:gd name="connsiteY8" fmla="*/ 65326 h 4939827"/>
              <a:gd name="connsiteX9" fmla="*/ 7376078 w 12192000"/>
              <a:gd name="connsiteY9" fmla="*/ 63849 h 4939827"/>
              <a:gd name="connsiteX10" fmla="*/ 7402026 w 12192000"/>
              <a:gd name="connsiteY10" fmla="*/ 60308 h 4939827"/>
              <a:gd name="connsiteX11" fmla="*/ 7415091 w 12192000"/>
              <a:gd name="connsiteY11" fmla="*/ 77403 h 4939827"/>
              <a:gd name="connsiteX12" fmla="*/ 7488682 w 12192000"/>
              <a:gd name="connsiteY12" fmla="*/ 83440 h 4939827"/>
              <a:gd name="connsiteX13" fmla="*/ 7588044 w 12192000"/>
              <a:gd name="connsiteY13" fmla="*/ 110756 h 4939827"/>
              <a:gd name="connsiteX14" fmla="*/ 7732750 w 12192000"/>
              <a:gd name="connsiteY14" fmla="*/ 145456 h 4939827"/>
              <a:gd name="connsiteX15" fmla="*/ 7785900 w 12192000"/>
              <a:gd name="connsiteY15" fmla="*/ 154493 h 4939827"/>
              <a:gd name="connsiteX16" fmla="*/ 7877301 w 12192000"/>
              <a:gd name="connsiteY16" fmla="*/ 186153 h 4939827"/>
              <a:gd name="connsiteX17" fmla="*/ 7952584 w 12192000"/>
              <a:gd name="connsiteY17" fmla="*/ 170181 h 4939827"/>
              <a:gd name="connsiteX18" fmla="*/ 8009534 w 12192000"/>
              <a:gd name="connsiteY18" fmla="*/ 176441 h 4939827"/>
              <a:gd name="connsiteX19" fmla="*/ 8058681 w 12192000"/>
              <a:gd name="connsiteY19" fmla="*/ 219431 h 4939827"/>
              <a:gd name="connsiteX20" fmla="*/ 8126175 w 12192000"/>
              <a:gd name="connsiteY20" fmla="*/ 240005 h 4939827"/>
              <a:gd name="connsiteX21" fmla="*/ 8166439 w 12192000"/>
              <a:gd name="connsiteY21" fmla="*/ 252699 h 4939827"/>
              <a:gd name="connsiteX22" fmla="*/ 8281371 w 12192000"/>
              <a:gd name="connsiteY22" fmla="*/ 256875 h 4939827"/>
              <a:gd name="connsiteX23" fmla="*/ 8381609 w 12192000"/>
              <a:gd name="connsiteY23" fmla="*/ 240618 h 4939827"/>
              <a:gd name="connsiteX24" fmla="*/ 8406759 w 12192000"/>
              <a:gd name="connsiteY24" fmla="*/ 232517 h 4939827"/>
              <a:gd name="connsiteX25" fmla="*/ 8426506 w 12192000"/>
              <a:gd name="connsiteY25" fmla="*/ 241842 h 4939827"/>
              <a:gd name="connsiteX26" fmla="*/ 8427949 w 12192000"/>
              <a:gd name="connsiteY26" fmla="*/ 240981 h 4939827"/>
              <a:gd name="connsiteX27" fmla="*/ 8441468 w 12192000"/>
              <a:gd name="connsiteY27" fmla="*/ 241157 h 4939827"/>
              <a:gd name="connsiteX28" fmla="*/ 8565757 w 12192000"/>
              <a:gd name="connsiteY28" fmla="*/ 255317 h 4939827"/>
              <a:gd name="connsiteX29" fmla="*/ 8573171 w 12192000"/>
              <a:gd name="connsiteY29" fmla="*/ 258426 h 4939827"/>
              <a:gd name="connsiteX30" fmla="*/ 8573548 w 12192000"/>
              <a:gd name="connsiteY30" fmla="*/ 258241 h 4939827"/>
              <a:gd name="connsiteX31" fmla="*/ 8581827 w 12192000"/>
              <a:gd name="connsiteY31" fmla="*/ 261028 h 4939827"/>
              <a:gd name="connsiteX32" fmla="*/ 8586687 w 12192000"/>
              <a:gd name="connsiteY32" fmla="*/ 264089 h 4939827"/>
              <a:gd name="connsiteX33" fmla="*/ 8601067 w 12192000"/>
              <a:gd name="connsiteY33" fmla="*/ 270114 h 4939827"/>
              <a:gd name="connsiteX34" fmla="*/ 8672650 w 12192000"/>
              <a:gd name="connsiteY34" fmla="*/ 254821 h 4939827"/>
              <a:gd name="connsiteX35" fmla="*/ 8785543 w 12192000"/>
              <a:gd name="connsiteY35" fmla="*/ 263406 h 4939827"/>
              <a:gd name="connsiteX36" fmla="*/ 8830588 w 12192000"/>
              <a:gd name="connsiteY36" fmla="*/ 265483 h 4939827"/>
              <a:gd name="connsiteX37" fmla="*/ 8905142 w 12192000"/>
              <a:gd name="connsiteY37" fmla="*/ 264958 h 4939827"/>
              <a:gd name="connsiteX38" fmla="*/ 8968582 w 12192000"/>
              <a:gd name="connsiteY38" fmla="*/ 262728 h 4939827"/>
              <a:gd name="connsiteX39" fmla="*/ 8972994 w 12192000"/>
              <a:gd name="connsiteY39" fmla="*/ 263284 h 4939827"/>
              <a:gd name="connsiteX40" fmla="*/ 9004605 w 12192000"/>
              <a:gd name="connsiteY40" fmla="*/ 258041 h 4939827"/>
              <a:gd name="connsiteX41" fmla="*/ 9016165 w 12192000"/>
              <a:gd name="connsiteY41" fmla="*/ 261258 h 4939827"/>
              <a:gd name="connsiteX42" fmla="*/ 9043297 w 12192000"/>
              <a:gd name="connsiteY42" fmla="*/ 281547 h 4939827"/>
              <a:gd name="connsiteX43" fmla="*/ 9048315 w 12192000"/>
              <a:gd name="connsiteY43" fmla="*/ 279264 h 4939827"/>
              <a:gd name="connsiteX44" fmla="*/ 9054706 w 12192000"/>
              <a:gd name="connsiteY44" fmla="*/ 278538 h 4939827"/>
              <a:gd name="connsiteX45" fmla="*/ 9070919 w 12192000"/>
              <a:gd name="connsiteY45" fmla="*/ 281810 h 4939827"/>
              <a:gd name="connsiteX46" fmla="*/ 9076813 w 12192000"/>
              <a:gd name="connsiteY46" fmla="*/ 283909 h 4939827"/>
              <a:gd name="connsiteX47" fmla="*/ 9085871 w 12192000"/>
              <a:gd name="connsiteY47" fmla="*/ 285133 h 4939827"/>
              <a:gd name="connsiteX48" fmla="*/ 9086159 w 12192000"/>
              <a:gd name="connsiteY48" fmla="*/ 284887 h 4939827"/>
              <a:gd name="connsiteX49" fmla="*/ 9134606 w 12192000"/>
              <a:gd name="connsiteY49" fmla="*/ 288168 h 4939827"/>
              <a:gd name="connsiteX50" fmla="*/ 9195590 w 12192000"/>
              <a:gd name="connsiteY50" fmla="*/ 279568 h 4939827"/>
              <a:gd name="connsiteX51" fmla="*/ 9219336 w 12192000"/>
              <a:gd name="connsiteY51" fmla="*/ 278133 h 4939827"/>
              <a:gd name="connsiteX52" fmla="*/ 9232362 w 12192000"/>
              <a:gd name="connsiteY52" fmla="*/ 275894 h 4939827"/>
              <a:gd name="connsiteX53" fmla="*/ 9233396 w 12192000"/>
              <a:gd name="connsiteY53" fmla="*/ 274803 h 4939827"/>
              <a:gd name="connsiteX54" fmla="*/ 9256213 w 12192000"/>
              <a:gd name="connsiteY54" fmla="*/ 281576 h 4939827"/>
              <a:gd name="connsiteX55" fmla="*/ 9262377 w 12192000"/>
              <a:gd name="connsiteY55" fmla="*/ 286635 h 4939827"/>
              <a:gd name="connsiteX56" fmla="*/ 9287089 w 12192000"/>
              <a:gd name="connsiteY56" fmla="*/ 303891 h 4939827"/>
              <a:gd name="connsiteX57" fmla="*/ 9371484 w 12192000"/>
              <a:gd name="connsiteY57" fmla="*/ 329634 h 4939827"/>
              <a:gd name="connsiteX58" fmla="*/ 9404829 w 12192000"/>
              <a:gd name="connsiteY58" fmla="*/ 339038 h 4939827"/>
              <a:gd name="connsiteX59" fmla="*/ 9427021 w 12192000"/>
              <a:gd name="connsiteY59" fmla="*/ 358784 h 4939827"/>
              <a:gd name="connsiteX60" fmla="*/ 9670844 w 12192000"/>
              <a:gd name="connsiteY60" fmla="*/ 405128 h 4939827"/>
              <a:gd name="connsiteX61" fmla="*/ 9816083 w 12192000"/>
              <a:gd name="connsiteY61" fmla="*/ 416573 h 4939827"/>
              <a:gd name="connsiteX62" fmla="*/ 9936741 w 12192000"/>
              <a:gd name="connsiteY62" fmla="*/ 437044 h 4939827"/>
              <a:gd name="connsiteX63" fmla="*/ 10050093 w 12192000"/>
              <a:gd name="connsiteY63" fmla="*/ 443783 h 4939827"/>
              <a:gd name="connsiteX64" fmla="*/ 10130090 w 12192000"/>
              <a:gd name="connsiteY64" fmla="*/ 459520 h 4939827"/>
              <a:gd name="connsiteX65" fmla="*/ 10173456 w 12192000"/>
              <a:gd name="connsiteY65" fmla="*/ 457749 h 4939827"/>
              <a:gd name="connsiteX66" fmla="*/ 10218232 w 12192000"/>
              <a:gd name="connsiteY66" fmla="*/ 459820 h 4939827"/>
              <a:gd name="connsiteX67" fmla="*/ 10354176 w 12192000"/>
              <a:gd name="connsiteY67" fmla="*/ 471377 h 4939827"/>
              <a:gd name="connsiteX68" fmla="*/ 10430681 w 12192000"/>
              <a:gd name="connsiteY68" fmla="*/ 481226 h 4939827"/>
              <a:gd name="connsiteX69" fmla="*/ 10478169 w 12192000"/>
              <a:gd name="connsiteY69" fmla="*/ 481774 h 4939827"/>
              <a:gd name="connsiteX70" fmla="*/ 10540907 w 12192000"/>
              <a:gd name="connsiteY70" fmla="*/ 485607 h 4939827"/>
              <a:gd name="connsiteX71" fmla="*/ 10614941 w 12192000"/>
              <a:gd name="connsiteY71" fmla="*/ 487592 h 4939827"/>
              <a:gd name="connsiteX72" fmla="*/ 10674098 w 12192000"/>
              <a:gd name="connsiteY72" fmla="*/ 521656 h 4939827"/>
              <a:gd name="connsiteX73" fmla="*/ 10874834 w 12192000"/>
              <a:gd name="connsiteY73" fmla="*/ 574867 h 4939827"/>
              <a:gd name="connsiteX74" fmla="*/ 10944981 w 12192000"/>
              <a:gd name="connsiteY74" fmla="*/ 615042 h 4939827"/>
              <a:gd name="connsiteX75" fmla="*/ 11006376 w 12192000"/>
              <a:gd name="connsiteY75" fmla="*/ 645957 h 4939827"/>
              <a:gd name="connsiteX76" fmla="*/ 11076308 w 12192000"/>
              <a:gd name="connsiteY76" fmla="*/ 675698 h 4939827"/>
              <a:gd name="connsiteX77" fmla="*/ 11148789 w 12192000"/>
              <a:gd name="connsiteY77" fmla="*/ 685041 h 4939827"/>
              <a:gd name="connsiteX78" fmla="*/ 11249129 w 12192000"/>
              <a:gd name="connsiteY78" fmla="*/ 684218 h 4939827"/>
              <a:gd name="connsiteX79" fmla="*/ 11299915 w 12192000"/>
              <a:gd name="connsiteY79" fmla="*/ 692177 h 4939827"/>
              <a:gd name="connsiteX80" fmla="*/ 11386973 w 12192000"/>
              <a:gd name="connsiteY80" fmla="*/ 708209 h 4939827"/>
              <a:gd name="connsiteX81" fmla="*/ 11500105 w 12192000"/>
              <a:gd name="connsiteY81" fmla="*/ 735014 h 4939827"/>
              <a:gd name="connsiteX82" fmla="*/ 11621735 w 12192000"/>
              <a:gd name="connsiteY82" fmla="*/ 789584 h 4939827"/>
              <a:gd name="connsiteX83" fmla="*/ 11691200 w 12192000"/>
              <a:gd name="connsiteY83" fmla="*/ 867902 h 4939827"/>
              <a:gd name="connsiteX84" fmla="*/ 11819427 w 12192000"/>
              <a:gd name="connsiteY84" fmla="*/ 911634 h 4939827"/>
              <a:gd name="connsiteX85" fmla="*/ 11969720 w 12192000"/>
              <a:gd name="connsiteY85" fmla="*/ 964737 h 4939827"/>
              <a:gd name="connsiteX86" fmla="*/ 12055766 w 12192000"/>
              <a:gd name="connsiteY86" fmla="*/ 991268 h 4939827"/>
              <a:gd name="connsiteX87" fmla="*/ 12171539 w 12192000"/>
              <a:gd name="connsiteY87" fmla="*/ 995427 h 4939827"/>
              <a:gd name="connsiteX88" fmla="*/ 12187831 w 12192000"/>
              <a:gd name="connsiteY88" fmla="*/ 996580 h 4939827"/>
              <a:gd name="connsiteX89" fmla="*/ 12192000 w 12192000"/>
              <a:gd name="connsiteY89" fmla="*/ 996726 h 4939827"/>
              <a:gd name="connsiteX90" fmla="*/ 12192000 w 12192000"/>
              <a:gd name="connsiteY90" fmla="*/ 4939827 h 4939827"/>
              <a:gd name="connsiteX91" fmla="*/ 0 w 12192000"/>
              <a:gd name="connsiteY91" fmla="*/ 4939827 h 4939827"/>
              <a:gd name="connsiteX92" fmla="*/ 0 w 12192000"/>
              <a:gd name="connsiteY92" fmla="*/ 512043 h 4939827"/>
              <a:gd name="connsiteX93" fmla="*/ 7381 w 12192000"/>
              <a:gd name="connsiteY93" fmla="*/ 512580 h 4939827"/>
              <a:gd name="connsiteX94" fmla="*/ 100029 w 12192000"/>
              <a:gd name="connsiteY94" fmla="*/ 504758 h 4939827"/>
              <a:gd name="connsiteX95" fmla="*/ 155244 w 12192000"/>
              <a:gd name="connsiteY95" fmla="*/ 525130 h 4939827"/>
              <a:gd name="connsiteX96" fmla="*/ 254366 w 12192000"/>
              <a:gd name="connsiteY96" fmla="*/ 534449 h 4939827"/>
              <a:gd name="connsiteX97" fmla="*/ 447292 w 12192000"/>
              <a:gd name="connsiteY97" fmla="*/ 542725 h 4939827"/>
              <a:gd name="connsiteX98" fmla="*/ 628105 w 12192000"/>
              <a:gd name="connsiteY98" fmla="*/ 547853 h 4939827"/>
              <a:gd name="connsiteX99" fmla="*/ 783146 w 12192000"/>
              <a:gd name="connsiteY99" fmla="*/ 591799 h 4939827"/>
              <a:gd name="connsiteX100" fmla="*/ 1043676 w 12192000"/>
              <a:gd name="connsiteY100" fmla="*/ 591887 h 4939827"/>
              <a:gd name="connsiteX101" fmla="*/ 1281816 w 12192000"/>
              <a:gd name="connsiteY101" fmla="*/ 520946 h 4939827"/>
              <a:gd name="connsiteX102" fmla="*/ 1486347 w 12192000"/>
              <a:gd name="connsiteY102" fmla="*/ 487310 h 4939827"/>
              <a:gd name="connsiteX103" fmla="*/ 1568079 w 12192000"/>
              <a:gd name="connsiteY103" fmla="*/ 462531 h 4939827"/>
              <a:gd name="connsiteX104" fmla="*/ 1622516 w 12192000"/>
              <a:gd name="connsiteY104" fmla="*/ 466058 h 4939827"/>
              <a:gd name="connsiteX105" fmla="*/ 1655457 w 12192000"/>
              <a:gd name="connsiteY105" fmla="*/ 465359 h 4939827"/>
              <a:gd name="connsiteX106" fmla="*/ 1717454 w 12192000"/>
              <a:gd name="connsiteY106" fmla="*/ 417203 h 4939827"/>
              <a:gd name="connsiteX107" fmla="*/ 1913794 w 12192000"/>
              <a:gd name="connsiteY107" fmla="*/ 365255 h 4939827"/>
              <a:gd name="connsiteX108" fmla="*/ 2129762 w 12192000"/>
              <a:gd name="connsiteY108" fmla="*/ 367832 h 4939827"/>
              <a:gd name="connsiteX109" fmla="*/ 2376970 w 12192000"/>
              <a:gd name="connsiteY109" fmla="*/ 350129 h 4939827"/>
              <a:gd name="connsiteX110" fmla="*/ 2480155 w 12192000"/>
              <a:gd name="connsiteY110" fmla="*/ 359227 h 4939827"/>
              <a:gd name="connsiteX111" fmla="*/ 2586782 w 12192000"/>
              <a:gd name="connsiteY111" fmla="*/ 339352 h 4939827"/>
              <a:gd name="connsiteX112" fmla="*/ 2654496 w 12192000"/>
              <a:gd name="connsiteY112" fmla="*/ 315431 h 4939827"/>
              <a:gd name="connsiteX113" fmla="*/ 2788947 w 12192000"/>
              <a:gd name="connsiteY113" fmla="*/ 250375 h 4939827"/>
              <a:gd name="connsiteX114" fmla="*/ 2965530 w 12192000"/>
              <a:gd name="connsiteY114" fmla="*/ 245958 h 4939827"/>
              <a:gd name="connsiteX115" fmla="*/ 3103677 w 12192000"/>
              <a:gd name="connsiteY115" fmla="*/ 209527 h 4939827"/>
              <a:gd name="connsiteX116" fmla="*/ 3126759 w 12192000"/>
              <a:gd name="connsiteY116" fmla="*/ 211226 h 4939827"/>
              <a:gd name="connsiteX117" fmla="*/ 3164020 w 12192000"/>
              <a:gd name="connsiteY117" fmla="*/ 212779 h 4939827"/>
              <a:gd name="connsiteX118" fmla="*/ 3285019 w 12192000"/>
              <a:gd name="connsiteY118" fmla="*/ 220535 h 4939827"/>
              <a:gd name="connsiteX119" fmla="*/ 3365154 w 12192000"/>
              <a:gd name="connsiteY119" fmla="*/ 226416 h 4939827"/>
              <a:gd name="connsiteX120" fmla="*/ 3367507 w 12192000"/>
              <a:gd name="connsiteY120" fmla="*/ 225416 h 4939827"/>
              <a:gd name="connsiteX121" fmla="*/ 3387567 w 12192000"/>
              <a:gd name="connsiteY121" fmla="*/ 227103 h 4939827"/>
              <a:gd name="connsiteX122" fmla="*/ 3498001 w 12192000"/>
              <a:gd name="connsiteY122" fmla="*/ 231941 h 4939827"/>
              <a:gd name="connsiteX123" fmla="*/ 3561557 w 12192000"/>
              <a:gd name="connsiteY123" fmla="*/ 228095 h 4939827"/>
              <a:gd name="connsiteX124" fmla="*/ 3611920 w 12192000"/>
              <a:gd name="connsiteY124" fmla="*/ 218094 h 4939827"/>
              <a:gd name="connsiteX125" fmla="*/ 3620528 w 12192000"/>
              <a:gd name="connsiteY125" fmla="*/ 218788 h 4939827"/>
              <a:gd name="connsiteX126" fmla="*/ 3620766 w 12192000"/>
              <a:gd name="connsiteY126" fmla="*/ 218511 h 4939827"/>
              <a:gd name="connsiteX127" fmla="*/ 3629977 w 12192000"/>
              <a:gd name="connsiteY127" fmla="*/ 218664 h 4939827"/>
              <a:gd name="connsiteX128" fmla="*/ 3636217 w 12192000"/>
              <a:gd name="connsiteY128" fmla="*/ 220048 h 4939827"/>
              <a:gd name="connsiteX129" fmla="*/ 3709484 w 12192000"/>
              <a:gd name="connsiteY129" fmla="*/ 186927 h 4939827"/>
              <a:gd name="connsiteX130" fmla="*/ 3761342 w 12192000"/>
              <a:gd name="connsiteY130" fmla="*/ 177474 h 4939827"/>
              <a:gd name="connsiteX131" fmla="*/ 3799748 w 12192000"/>
              <a:gd name="connsiteY131" fmla="*/ 167154 h 4939827"/>
              <a:gd name="connsiteX132" fmla="*/ 3922756 w 12192000"/>
              <a:gd name="connsiteY132" fmla="*/ 194044 h 4939827"/>
              <a:gd name="connsiteX133" fmla="*/ 4028476 w 12192000"/>
              <a:gd name="connsiteY133" fmla="*/ 223679 h 4939827"/>
              <a:gd name="connsiteX134" fmla="*/ 4191582 w 12192000"/>
              <a:gd name="connsiteY134" fmla="*/ 238952 h 4939827"/>
              <a:gd name="connsiteX135" fmla="*/ 4251024 w 12192000"/>
              <a:gd name="connsiteY135" fmla="*/ 240874 h 4939827"/>
              <a:gd name="connsiteX136" fmla="*/ 4355275 w 12192000"/>
              <a:gd name="connsiteY136" fmla="*/ 260205 h 4939827"/>
              <a:gd name="connsiteX137" fmla="*/ 4423807 w 12192000"/>
              <a:gd name="connsiteY137" fmla="*/ 270366 h 4939827"/>
              <a:gd name="connsiteX138" fmla="*/ 4558432 w 12192000"/>
              <a:gd name="connsiteY138" fmla="*/ 269194 h 4939827"/>
              <a:gd name="connsiteX139" fmla="*/ 4635061 w 12192000"/>
              <a:gd name="connsiteY139" fmla="*/ 280682 h 4939827"/>
              <a:gd name="connsiteX140" fmla="*/ 4807427 w 12192000"/>
              <a:gd name="connsiteY140" fmla="*/ 276835 h 4939827"/>
              <a:gd name="connsiteX141" fmla="*/ 5028933 w 12192000"/>
              <a:gd name="connsiteY141" fmla="*/ 183887 h 4939827"/>
              <a:gd name="connsiteX142" fmla="*/ 5093642 w 12192000"/>
              <a:gd name="connsiteY142" fmla="*/ 177214 h 4939827"/>
              <a:gd name="connsiteX143" fmla="*/ 5102642 w 12192000"/>
              <a:gd name="connsiteY143" fmla="*/ 186816 h 4939827"/>
              <a:gd name="connsiteX144" fmla="*/ 5193590 w 12192000"/>
              <a:gd name="connsiteY144" fmla="*/ 156458 h 4939827"/>
              <a:gd name="connsiteX145" fmla="*/ 5323922 w 12192000"/>
              <a:gd name="connsiteY145" fmla="*/ 146332 h 4939827"/>
              <a:gd name="connsiteX146" fmla="*/ 5421860 w 12192000"/>
              <a:gd name="connsiteY146" fmla="*/ 167298 h 4939827"/>
              <a:gd name="connsiteX147" fmla="*/ 5476948 w 12192000"/>
              <a:gd name="connsiteY147" fmla="*/ 173249 h 4939827"/>
              <a:gd name="connsiteX148" fmla="*/ 5516842 w 12192000"/>
              <a:gd name="connsiteY148" fmla="*/ 184018 h 4939827"/>
              <a:gd name="connsiteX149" fmla="*/ 5619415 w 12192000"/>
              <a:gd name="connsiteY149" fmla="*/ 176781 h 4939827"/>
              <a:gd name="connsiteX150" fmla="*/ 5789867 w 12192000"/>
              <a:gd name="connsiteY150" fmla="*/ 150304 h 4939827"/>
              <a:gd name="connsiteX151" fmla="*/ 5825953 w 12192000"/>
              <a:gd name="connsiteY151" fmla="*/ 147907 h 4939827"/>
              <a:gd name="connsiteX152" fmla="*/ 5856168 w 12192000"/>
              <a:gd name="connsiteY152" fmla="*/ 158719 h 4939827"/>
              <a:gd name="connsiteX153" fmla="*/ 5862476 w 12192000"/>
              <a:gd name="connsiteY153" fmla="*/ 172447 h 4939827"/>
              <a:gd name="connsiteX154" fmla="*/ 5882195 w 12192000"/>
              <a:gd name="connsiteY154" fmla="*/ 173195 h 4939827"/>
              <a:gd name="connsiteX155" fmla="*/ 5887271 w 12192000"/>
              <a:gd name="connsiteY155" fmla="*/ 176084 h 4939827"/>
              <a:gd name="connsiteX156" fmla="*/ 5921577 w 12192000"/>
              <a:gd name="connsiteY156" fmla="*/ 169858 h 4939827"/>
              <a:gd name="connsiteX157" fmla="*/ 5983240 w 12192000"/>
              <a:gd name="connsiteY157" fmla="*/ 152755 h 4939827"/>
              <a:gd name="connsiteX158" fmla="*/ 6152287 w 12192000"/>
              <a:gd name="connsiteY158" fmla="*/ 116736 h 4939827"/>
              <a:gd name="connsiteX159" fmla="*/ 6415830 w 12192000"/>
              <a:gd name="connsiteY159" fmla="*/ 136006 h 4939827"/>
              <a:gd name="connsiteX160" fmla="*/ 6756965 w 12192000"/>
              <a:gd name="connsiteY160" fmla="*/ 57636 h 4939827"/>
              <a:gd name="connsiteX161" fmla="*/ 6819400 w 12192000"/>
              <a:gd name="connsiteY161" fmla="*/ 30742 h 4939827"/>
              <a:gd name="connsiteX162" fmla="*/ 6986370 w 12192000"/>
              <a:gd name="connsiteY162" fmla="*/ 12659 h 4939827"/>
              <a:gd name="connsiteX163" fmla="*/ 6989536 w 12192000"/>
              <a:gd name="connsiteY163" fmla="*/ 14528 h 4939827"/>
              <a:gd name="connsiteX164" fmla="*/ 7015933 w 12192000"/>
              <a:gd name="connsiteY164" fmla="*/ 9653 h 4939827"/>
              <a:gd name="connsiteX165" fmla="*/ 7020592 w 12192000"/>
              <a:gd name="connsiteY165" fmla="*/ 1651 h 4939827"/>
              <a:gd name="connsiteX166" fmla="*/ 7025905 w 12192000"/>
              <a:gd name="connsiteY166" fmla="*/ 0 h 4939827"/>
              <a:gd name="connsiteX0" fmla="*/ 7025905 w 12192000"/>
              <a:gd name="connsiteY0" fmla="*/ 0 h 4939827"/>
              <a:gd name="connsiteX1" fmla="*/ 7032579 w 12192000"/>
              <a:gd name="connsiteY1" fmla="*/ 2808 h 4939827"/>
              <a:gd name="connsiteX2" fmla="*/ 7079505 w 12192000"/>
              <a:gd name="connsiteY2" fmla="*/ 12971 h 4939827"/>
              <a:gd name="connsiteX3" fmla="*/ 7158791 w 12192000"/>
              <a:gd name="connsiteY3" fmla="*/ 12462 h 4939827"/>
              <a:gd name="connsiteX4" fmla="*/ 7233338 w 12192000"/>
              <a:gd name="connsiteY4" fmla="*/ 24846 h 4939827"/>
              <a:gd name="connsiteX5" fmla="*/ 7259791 w 12192000"/>
              <a:gd name="connsiteY5" fmla="*/ 29557 h 4939827"/>
              <a:gd name="connsiteX6" fmla="*/ 7263923 w 12192000"/>
              <a:gd name="connsiteY6" fmla="*/ 35029 h 4939827"/>
              <a:gd name="connsiteX7" fmla="*/ 7281549 w 12192000"/>
              <a:gd name="connsiteY7" fmla="*/ 39654 h 4939827"/>
              <a:gd name="connsiteX8" fmla="*/ 7374735 w 12192000"/>
              <a:gd name="connsiteY8" fmla="*/ 65326 h 4939827"/>
              <a:gd name="connsiteX9" fmla="*/ 7376078 w 12192000"/>
              <a:gd name="connsiteY9" fmla="*/ 63849 h 4939827"/>
              <a:gd name="connsiteX10" fmla="*/ 7402026 w 12192000"/>
              <a:gd name="connsiteY10" fmla="*/ 60308 h 4939827"/>
              <a:gd name="connsiteX11" fmla="*/ 7415091 w 12192000"/>
              <a:gd name="connsiteY11" fmla="*/ 77403 h 4939827"/>
              <a:gd name="connsiteX12" fmla="*/ 7488682 w 12192000"/>
              <a:gd name="connsiteY12" fmla="*/ 83440 h 4939827"/>
              <a:gd name="connsiteX13" fmla="*/ 7588044 w 12192000"/>
              <a:gd name="connsiteY13" fmla="*/ 110756 h 4939827"/>
              <a:gd name="connsiteX14" fmla="*/ 7732750 w 12192000"/>
              <a:gd name="connsiteY14" fmla="*/ 145456 h 4939827"/>
              <a:gd name="connsiteX15" fmla="*/ 7785900 w 12192000"/>
              <a:gd name="connsiteY15" fmla="*/ 154493 h 4939827"/>
              <a:gd name="connsiteX16" fmla="*/ 7877301 w 12192000"/>
              <a:gd name="connsiteY16" fmla="*/ 186153 h 4939827"/>
              <a:gd name="connsiteX17" fmla="*/ 7952584 w 12192000"/>
              <a:gd name="connsiteY17" fmla="*/ 170181 h 4939827"/>
              <a:gd name="connsiteX18" fmla="*/ 8009534 w 12192000"/>
              <a:gd name="connsiteY18" fmla="*/ 176441 h 4939827"/>
              <a:gd name="connsiteX19" fmla="*/ 8058681 w 12192000"/>
              <a:gd name="connsiteY19" fmla="*/ 219431 h 4939827"/>
              <a:gd name="connsiteX20" fmla="*/ 8126175 w 12192000"/>
              <a:gd name="connsiteY20" fmla="*/ 240005 h 4939827"/>
              <a:gd name="connsiteX21" fmla="*/ 8166439 w 12192000"/>
              <a:gd name="connsiteY21" fmla="*/ 252699 h 4939827"/>
              <a:gd name="connsiteX22" fmla="*/ 8281371 w 12192000"/>
              <a:gd name="connsiteY22" fmla="*/ 256875 h 4939827"/>
              <a:gd name="connsiteX23" fmla="*/ 8381609 w 12192000"/>
              <a:gd name="connsiteY23" fmla="*/ 240618 h 4939827"/>
              <a:gd name="connsiteX24" fmla="*/ 8406759 w 12192000"/>
              <a:gd name="connsiteY24" fmla="*/ 232517 h 4939827"/>
              <a:gd name="connsiteX25" fmla="*/ 8426506 w 12192000"/>
              <a:gd name="connsiteY25" fmla="*/ 241842 h 4939827"/>
              <a:gd name="connsiteX26" fmla="*/ 8427949 w 12192000"/>
              <a:gd name="connsiteY26" fmla="*/ 240981 h 4939827"/>
              <a:gd name="connsiteX27" fmla="*/ 8441468 w 12192000"/>
              <a:gd name="connsiteY27" fmla="*/ 241157 h 4939827"/>
              <a:gd name="connsiteX28" fmla="*/ 8565757 w 12192000"/>
              <a:gd name="connsiteY28" fmla="*/ 255317 h 4939827"/>
              <a:gd name="connsiteX29" fmla="*/ 8573171 w 12192000"/>
              <a:gd name="connsiteY29" fmla="*/ 258426 h 4939827"/>
              <a:gd name="connsiteX30" fmla="*/ 8573548 w 12192000"/>
              <a:gd name="connsiteY30" fmla="*/ 258241 h 4939827"/>
              <a:gd name="connsiteX31" fmla="*/ 8581827 w 12192000"/>
              <a:gd name="connsiteY31" fmla="*/ 261028 h 4939827"/>
              <a:gd name="connsiteX32" fmla="*/ 8586687 w 12192000"/>
              <a:gd name="connsiteY32" fmla="*/ 264089 h 4939827"/>
              <a:gd name="connsiteX33" fmla="*/ 8601067 w 12192000"/>
              <a:gd name="connsiteY33" fmla="*/ 270114 h 4939827"/>
              <a:gd name="connsiteX34" fmla="*/ 8672650 w 12192000"/>
              <a:gd name="connsiteY34" fmla="*/ 254821 h 4939827"/>
              <a:gd name="connsiteX35" fmla="*/ 8785543 w 12192000"/>
              <a:gd name="connsiteY35" fmla="*/ 263406 h 4939827"/>
              <a:gd name="connsiteX36" fmla="*/ 8830588 w 12192000"/>
              <a:gd name="connsiteY36" fmla="*/ 265483 h 4939827"/>
              <a:gd name="connsiteX37" fmla="*/ 8905142 w 12192000"/>
              <a:gd name="connsiteY37" fmla="*/ 264958 h 4939827"/>
              <a:gd name="connsiteX38" fmla="*/ 8968582 w 12192000"/>
              <a:gd name="connsiteY38" fmla="*/ 262728 h 4939827"/>
              <a:gd name="connsiteX39" fmla="*/ 8972994 w 12192000"/>
              <a:gd name="connsiteY39" fmla="*/ 263284 h 4939827"/>
              <a:gd name="connsiteX40" fmla="*/ 9004605 w 12192000"/>
              <a:gd name="connsiteY40" fmla="*/ 258041 h 4939827"/>
              <a:gd name="connsiteX41" fmla="*/ 9016165 w 12192000"/>
              <a:gd name="connsiteY41" fmla="*/ 261258 h 4939827"/>
              <a:gd name="connsiteX42" fmla="*/ 9043297 w 12192000"/>
              <a:gd name="connsiteY42" fmla="*/ 281547 h 4939827"/>
              <a:gd name="connsiteX43" fmla="*/ 9048315 w 12192000"/>
              <a:gd name="connsiteY43" fmla="*/ 279264 h 4939827"/>
              <a:gd name="connsiteX44" fmla="*/ 9054706 w 12192000"/>
              <a:gd name="connsiteY44" fmla="*/ 278538 h 4939827"/>
              <a:gd name="connsiteX45" fmla="*/ 9070919 w 12192000"/>
              <a:gd name="connsiteY45" fmla="*/ 281810 h 4939827"/>
              <a:gd name="connsiteX46" fmla="*/ 9076813 w 12192000"/>
              <a:gd name="connsiteY46" fmla="*/ 283909 h 4939827"/>
              <a:gd name="connsiteX47" fmla="*/ 9085871 w 12192000"/>
              <a:gd name="connsiteY47" fmla="*/ 285133 h 4939827"/>
              <a:gd name="connsiteX48" fmla="*/ 9086159 w 12192000"/>
              <a:gd name="connsiteY48" fmla="*/ 284887 h 4939827"/>
              <a:gd name="connsiteX49" fmla="*/ 9134606 w 12192000"/>
              <a:gd name="connsiteY49" fmla="*/ 288168 h 4939827"/>
              <a:gd name="connsiteX50" fmla="*/ 9195590 w 12192000"/>
              <a:gd name="connsiteY50" fmla="*/ 279568 h 4939827"/>
              <a:gd name="connsiteX51" fmla="*/ 9219336 w 12192000"/>
              <a:gd name="connsiteY51" fmla="*/ 278133 h 4939827"/>
              <a:gd name="connsiteX52" fmla="*/ 9232362 w 12192000"/>
              <a:gd name="connsiteY52" fmla="*/ 275894 h 4939827"/>
              <a:gd name="connsiteX53" fmla="*/ 9233396 w 12192000"/>
              <a:gd name="connsiteY53" fmla="*/ 274803 h 4939827"/>
              <a:gd name="connsiteX54" fmla="*/ 9256213 w 12192000"/>
              <a:gd name="connsiteY54" fmla="*/ 281576 h 4939827"/>
              <a:gd name="connsiteX55" fmla="*/ 9262377 w 12192000"/>
              <a:gd name="connsiteY55" fmla="*/ 286635 h 4939827"/>
              <a:gd name="connsiteX56" fmla="*/ 9287089 w 12192000"/>
              <a:gd name="connsiteY56" fmla="*/ 303891 h 4939827"/>
              <a:gd name="connsiteX57" fmla="*/ 9371484 w 12192000"/>
              <a:gd name="connsiteY57" fmla="*/ 329634 h 4939827"/>
              <a:gd name="connsiteX58" fmla="*/ 9404829 w 12192000"/>
              <a:gd name="connsiteY58" fmla="*/ 339038 h 4939827"/>
              <a:gd name="connsiteX59" fmla="*/ 9427021 w 12192000"/>
              <a:gd name="connsiteY59" fmla="*/ 358784 h 4939827"/>
              <a:gd name="connsiteX60" fmla="*/ 9670844 w 12192000"/>
              <a:gd name="connsiteY60" fmla="*/ 405128 h 4939827"/>
              <a:gd name="connsiteX61" fmla="*/ 9816083 w 12192000"/>
              <a:gd name="connsiteY61" fmla="*/ 416573 h 4939827"/>
              <a:gd name="connsiteX62" fmla="*/ 9936741 w 12192000"/>
              <a:gd name="connsiteY62" fmla="*/ 437044 h 4939827"/>
              <a:gd name="connsiteX63" fmla="*/ 10050093 w 12192000"/>
              <a:gd name="connsiteY63" fmla="*/ 443783 h 4939827"/>
              <a:gd name="connsiteX64" fmla="*/ 10130090 w 12192000"/>
              <a:gd name="connsiteY64" fmla="*/ 459520 h 4939827"/>
              <a:gd name="connsiteX65" fmla="*/ 10173456 w 12192000"/>
              <a:gd name="connsiteY65" fmla="*/ 457749 h 4939827"/>
              <a:gd name="connsiteX66" fmla="*/ 10218232 w 12192000"/>
              <a:gd name="connsiteY66" fmla="*/ 459820 h 4939827"/>
              <a:gd name="connsiteX67" fmla="*/ 10354176 w 12192000"/>
              <a:gd name="connsiteY67" fmla="*/ 471377 h 4939827"/>
              <a:gd name="connsiteX68" fmla="*/ 10430681 w 12192000"/>
              <a:gd name="connsiteY68" fmla="*/ 481226 h 4939827"/>
              <a:gd name="connsiteX69" fmla="*/ 10478169 w 12192000"/>
              <a:gd name="connsiteY69" fmla="*/ 481774 h 4939827"/>
              <a:gd name="connsiteX70" fmla="*/ 10540907 w 12192000"/>
              <a:gd name="connsiteY70" fmla="*/ 485607 h 4939827"/>
              <a:gd name="connsiteX71" fmla="*/ 10614941 w 12192000"/>
              <a:gd name="connsiteY71" fmla="*/ 487592 h 4939827"/>
              <a:gd name="connsiteX72" fmla="*/ 10674098 w 12192000"/>
              <a:gd name="connsiteY72" fmla="*/ 521656 h 4939827"/>
              <a:gd name="connsiteX73" fmla="*/ 10874834 w 12192000"/>
              <a:gd name="connsiteY73" fmla="*/ 574867 h 4939827"/>
              <a:gd name="connsiteX74" fmla="*/ 10944981 w 12192000"/>
              <a:gd name="connsiteY74" fmla="*/ 615042 h 4939827"/>
              <a:gd name="connsiteX75" fmla="*/ 11006376 w 12192000"/>
              <a:gd name="connsiteY75" fmla="*/ 645957 h 4939827"/>
              <a:gd name="connsiteX76" fmla="*/ 11076308 w 12192000"/>
              <a:gd name="connsiteY76" fmla="*/ 675698 h 4939827"/>
              <a:gd name="connsiteX77" fmla="*/ 11148789 w 12192000"/>
              <a:gd name="connsiteY77" fmla="*/ 685041 h 4939827"/>
              <a:gd name="connsiteX78" fmla="*/ 11249129 w 12192000"/>
              <a:gd name="connsiteY78" fmla="*/ 684218 h 4939827"/>
              <a:gd name="connsiteX79" fmla="*/ 11299915 w 12192000"/>
              <a:gd name="connsiteY79" fmla="*/ 692177 h 4939827"/>
              <a:gd name="connsiteX80" fmla="*/ 11386973 w 12192000"/>
              <a:gd name="connsiteY80" fmla="*/ 708209 h 4939827"/>
              <a:gd name="connsiteX81" fmla="*/ 11500105 w 12192000"/>
              <a:gd name="connsiteY81" fmla="*/ 735014 h 4939827"/>
              <a:gd name="connsiteX82" fmla="*/ 11621735 w 12192000"/>
              <a:gd name="connsiteY82" fmla="*/ 789584 h 4939827"/>
              <a:gd name="connsiteX83" fmla="*/ 11691200 w 12192000"/>
              <a:gd name="connsiteY83" fmla="*/ 867902 h 4939827"/>
              <a:gd name="connsiteX84" fmla="*/ 11819427 w 12192000"/>
              <a:gd name="connsiteY84" fmla="*/ 911634 h 4939827"/>
              <a:gd name="connsiteX85" fmla="*/ 11969720 w 12192000"/>
              <a:gd name="connsiteY85" fmla="*/ 964737 h 4939827"/>
              <a:gd name="connsiteX86" fmla="*/ 12055766 w 12192000"/>
              <a:gd name="connsiteY86" fmla="*/ 991268 h 4939827"/>
              <a:gd name="connsiteX87" fmla="*/ 12171539 w 12192000"/>
              <a:gd name="connsiteY87" fmla="*/ 995427 h 4939827"/>
              <a:gd name="connsiteX88" fmla="*/ 12187831 w 12192000"/>
              <a:gd name="connsiteY88" fmla="*/ 996580 h 4939827"/>
              <a:gd name="connsiteX89" fmla="*/ 12192000 w 12192000"/>
              <a:gd name="connsiteY89" fmla="*/ 996726 h 4939827"/>
              <a:gd name="connsiteX90" fmla="*/ 12192000 w 12192000"/>
              <a:gd name="connsiteY90" fmla="*/ 4939827 h 4939827"/>
              <a:gd name="connsiteX91" fmla="*/ 0 w 12192000"/>
              <a:gd name="connsiteY91" fmla="*/ 4939827 h 4939827"/>
              <a:gd name="connsiteX92" fmla="*/ 0 w 12192000"/>
              <a:gd name="connsiteY92" fmla="*/ 512043 h 4939827"/>
              <a:gd name="connsiteX93" fmla="*/ 7381 w 12192000"/>
              <a:gd name="connsiteY93" fmla="*/ 512580 h 4939827"/>
              <a:gd name="connsiteX94" fmla="*/ 100029 w 12192000"/>
              <a:gd name="connsiteY94" fmla="*/ 504758 h 4939827"/>
              <a:gd name="connsiteX95" fmla="*/ 155244 w 12192000"/>
              <a:gd name="connsiteY95" fmla="*/ 525130 h 4939827"/>
              <a:gd name="connsiteX96" fmla="*/ 254366 w 12192000"/>
              <a:gd name="connsiteY96" fmla="*/ 534449 h 4939827"/>
              <a:gd name="connsiteX97" fmla="*/ 447292 w 12192000"/>
              <a:gd name="connsiteY97" fmla="*/ 542725 h 4939827"/>
              <a:gd name="connsiteX98" fmla="*/ 628105 w 12192000"/>
              <a:gd name="connsiteY98" fmla="*/ 547853 h 4939827"/>
              <a:gd name="connsiteX99" fmla="*/ 783146 w 12192000"/>
              <a:gd name="connsiteY99" fmla="*/ 591799 h 4939827"/>
              <a:gd name="connsiteX100" fmla="*/ 1043676 w 12192000"/>
              <a:gd name="connsiteY100" fmla="*/ 591887 h 4939827"/>
              <a:gd name="connsiteX101" fmla="*/ 1281816 w 12192000"/>
              <a:gd name="connsiteY101" fmla="*/ 520946 h 4939827"/>
              <a:gd name="connsiteX102" fmla="*/ 1486347 w 12192000"/>
              <a:gd name="connsiteY102" fmla="*/ 487310 h 4939827"/>
              <a:gd name="connsiteX103" fmla="*/ 1568079 w 12192000"/>
              <a:gd name="connsiteY103" fmla="*/ 462531 h 4939827"/>
              <a:gd name="connsiteX104" fmla="*/ 1622516 w 12192000"/>
              <a:gd name="connsiteY104" fmla="*/ 466058 h 4939827"/>
              <a:gd name="connsiteX105" fmla="*/ 1655457 w 12192000"/>
              <a:gd name="connsiteY105" fmla="*/ 465359 h 4939827"/>
              <a:gd name="connsiteX106" fmla="*/ 1717454 w 12192000"/>
              <a:gd name="connsiteY106" fmla="*/ 417203 h 4939827"/>
              <a:gd name="connsiteX107" fmla="*/ 1913794 w 12192000"/>
              <a:gd name="connsiteY107" fmla="*/ 365255 h 4939827"/>
              <a:gd name="connsiteX108" fmla="*/ 2129762 w 12192000"/>
              <a:gd name="connsiteY108" fmla="*/ 367832 h 4939827"/>
              <a:gd name="connsiteX109" fmla="*/ 2376970 w 12192000"/>
              <a:gd name="connsiteY109" fmla="*/ 350129 h 4939827"/>
              <a:gd name="connsiteX110" fmla="*/ 2480155 w 12192000"/>
              <a:gd name="connsiteY110" fmla="*/ 359227 h 4939827"/>
              <a:gd name="connsiteX111" fmla="*/ 2586782 w 12192000"/>
              <a:gd name="connsiteY111" fmla="*/ 339352 h 4939827"/>
              <a:gd name="connsiteX112" fmla="*/ 2679617 w 12192000"/>
              <a:gd name="connsiteY112" fmla="*/ 305383 h 4939827"/>
              <a:gd name="connsiteX113" fmla="*/ 2788947 w 12192000"/>
              <a:gd name="connsiteY113" fmla="*/ 250375 h 4939827"/>
              <a:gd name="connsiteX114" fmla="*/ 2965530 w 12192000"/>
              <a:gd name="connsiteY114" fmla="*/ 245958 h 4939827"/>
              <a:gd name="connsiteX115" fmla="*/ 3103677 w 12192000"/>
              <a:gd name="connsiteY115" fmla="*/ 209527 h 4939827"/>
              <a:gd name="connsiteX116" fmla="*/ 3126759 w 12192000"/>
              <a:gd name="connsiteY116" fmla="*/ 211226 h 4939827"/>
              <a:gd name="connsiteX117" fmla="*/ 3164020 w 12192000"/>
              <a:gd name="connsiteY117" fmla="*/ 212779 h 4939827"/>
              <a:gd name="connsiteX118" fmla="*/ 3285019 w 12192000"/>
              <a:gd name="connsiteY118" fmla="*/ 220535 h 4939827"/>
              <a:gd name="connsiteX119" fmla="*/ 3365154 w 12192000"/>
              <a:gd name="connsiteY119" fmla="*/ 226416 h 4939827"/>
              <a:gd name="connsiteX120" fmla="*/ 3367507 w 12192000"/>
              <a:gd name="connsiteY120" fmla="*/ 225416 h 4939827"/>
              <a:gd name="connsiteX121" fmla="*/ 3387567 w 12192000"/>
              <a:gd name="connsiteY121" fmla="*/ 227103 h 4939827"/>
              <a:gd name="connsiteX122" fmla="*/ 3498001 w 12192000"/>
              <a:gd name="connsiteY122" fmla="*/ 231941 h 4939827"/>
              <a:gd name="connsiteX123" fmla="*/ 3561557 w 12192000"/>
              <a:gd name="connsiteY123" fmla="*/ 228095 h 4939827"/>
              <a:gd name="connsiteX124" fmla="*/ 3611920 w 12192000"/>
              <a:gd name="connsiteY124" fmla="*/ 218094 h 4939827"/>
              <a:gd name="connsiteX125" fmla="*/ 3620528 w 12192000"/>
              <a:gd name="connsiteY125" fmla="*/ 218788 h 4939827"/>
              <a:gd name="connsiteX126" fmla="*/ 3620766 w 12192000"/>
              <a:gd name="connsiteY126" fmla="*/ 218511 h 4939827"/>
              <a:gd name="connsiteX127" fmla="*/ 3629977 w 12192000"/>
              <a:gd name="connsiteY127" fmla="*/ 218664 h 4939827"/>
              <a:gd name="connsiteX128" fmla="*/ 3636217 w 12192000"/>
              <a:gd name="connsiteY128" fmla="*/ 220048 h 4939827"/>
              <a:gd name="connsiteX129" fmla="*/ 3709484 w 12192000"/>
              <a:gd name="connsiteY129" fmla="*/ 186927 h 4939827"/>
              <a:gd name="connsiteX130" fmla="*/ 3761342 w 12192000"/>
              <a:gd name="connsiteY130" fmla="*/ 177474 h 4939827"/>
              <a:gd name="connsiteX131" fmla="*/ 3799748 w 12192000"/>
              <a:gd name="connsiteY131" fmla="*/ 167154 h 4939827"/>
              <a:gd name="connsiteX132" fmla="*/ 3922756 w 12192000"/>
              <a:gd name="connsiteY132" fmla="*/ 194044 h 4939827"/>
              <a:gd name="connsiteX133" fmla="*/ 4028476 w 12192000"/>
              <a:gd name="connsiteY133" fmla="*/ 223679 h 4939827"/>
              <a:gd name="connsiteX134" fmla="*/ 4191582 w 12192000"/>
              <a:gd name="connsiteY134" fmla="*/ 238952 h 4939827"/>
              <a:gd name="connsiteX135" fmla="*/ 4251024 w 12192000"/>
              <a:gd name="connsiteY135" fmla="*/ 240874 h 4939827"/>
              <a:gd name="connsiteX136" fmla="*/ 4355275 w 12192000"/>
              <a:gd name="connsiteY136" fmla="*/ 260205 h 4939827"/>
              <a:gd name="connsiteX137" fmla="*/ 4423807 w 12192000"/>
              <a:gd name="connsiteY137" fmla="*/ 270366 h 4939827"/>
              <a:gd name="connsiteX138" fmla="*/ 4558432 w 12192000"/>
              <a:gd name="connsiteY138" fmla="*/ 269194 h 4939827"/>
              <a:gd name="connsiteX139" fmla="*/ 4635061 w 12192000"/>
              <a:gd name="connsiteY139" fmla="*/ 280682 h 4939827"/>
              <a:gd name="connsiteX140" fmla="*/ 4807427 w 12192000"/>
              <a:gd name="connsiteY140" fmla="*/ 276835 h 4939827"/>
              <a:gd name="connsiteX141" fmla="*/ 5028933 w 12192000"/>
              <a:gd name="connsiteY141" fmla="*/ 183887 h 4939827"/>
              <a:gd name="connsiteX142" fmla="*/ 5093642 w 12192000"/>
              <a:gd name="connsiteY142" fmla="*/ 177214 h 4939827"/>
              <a:gd name="connsiteX143" fmla="*/ 5102642 w 12192000"/>
              <a:gd name="connsiteY143" fmla="*/ 186816 h 4939827"/>
              <a:gd name="connsiteX144" fmla="*/ 5193590 w 12192000"/>
              <a:gd name="connsiteY144" fmla="*/ 156458 h 4939827"/>
              <a:gd name="connsiteX145" fmla="*/ 5323922 w 12192000"/>
              <a:gd name="connsiteY145" fmla="*/ 146332 h 4939827"/>
              <a:gd name="connsiteX146" fmla="*/ 5421860 w 12192000"/>
              <a:gd name="connsiteY146" fmla="*/ 167298 h 4939827"/>
              <a:gd name="connsiteX147" fmla="*/ 5476948 w 12192000"/>
              <a:gd name="connsiteY147" fmla="*/ 173249 h 4939827"/>
              <a:gd name="connsiteX148" fmla="*/ 5516842 w 12192000"/>
              <a:gd name="connsiteY148" fmla="*/ 184018 h 4939827"/>
              <a:gd name="connsiteX149" fmla="*/ 5619415 w 12192000"/>
              <a:gd name="connsiteY149" fmla="*/ 176781 h 4939827"/>
              <a:gd name="connsiteX150" fmla="*/ 5789867 w 12192000"/>
              <a:gd name="connsiteY150" fmla="*/ 150304 h 4939827"/>
              <a:gd name="connsiteX151" fmla="*/ 5825953 w 12192000"/>
              <a:gd name="connsiteY151" fmla="*/ 147907 h 4939827"/>
              <a:gd name="connsiteX152" fmla="*/ 5856168 w 12192000"/>
              <a:gd name="connsiteY152" fmla="*/ 158719 h 4939827"/>
              <a:gd name="connsiteX153" fmla="*/ 5862476 w 12192000"/>
              <a:gd name="connsiteY153" fmla="*/ 172447 h 4939827"/>
              <a:gd name="connsiteX154" fmla="*/ 5882195 w 12192000"/>
              <a:gd name="connsiteY154" fmla="*/ 173195 h 4939827"/>
              <a:gd name="connsiteX155" fmla="*/ 5887271 w 12192000"/>
              <a:gd name="connsiteY155" fmla="*/ 176084 h 4939827"/>
              <a:gd name="connsiteX156" fmla="*/ 5921577 w 12192000"/>
              <a:gd name="connsiteY156" fmla="*/ 169858 h 4939827"/>
              <a:gd name="connsiteX157" fmla="*/ 5983240 w 12192000"/>
              <a:gd name="connsiteY157" fmla="*/ 152755 h 4939827"/>
              <a:gd name="connsiteX158" fmla="*/ 6152287 w 12192000"/>
              <a:gd name="connsiteY158" fmla="*/ 116736 h 4939827"/>
              <a:gd name="connsiteX159" fmla="*/ 6415830 w 12192000"/>
              <a:gd name="connsiteY159" fmla="*/ 136006 h 4939827"/>
              <a:gd name="connsiteX160" fmla="*/ 6756965 w 12192000"/>
              <a:gd name="connsiteY160" fmla="*/ 57636 h 4939827"/>
              <a:gd name="connsiteX161" fmla="*/ 6819400 w 12192000"/>
              <a:gd name="connsiteY161" fmla="*/ 30742 h 4939827"/>
              <a:gd name="connsiteX162" fmla="*/ 6986370 w 12192000"/>
              <a:gd name="connsiteY162" fmla="*/ 12659 h 4939827"/>
              <a:gd name="connsiteX163" fmla="*/ 6989536 w 12192000"/>
              <a:gd name="connsiteY163" fmla="*/ 14528 h 4939827"/>
              <a:gd name="connsiteX164" fmla="*/ 7015933 w 12192000"/>
              <a:gd name="connsiteY164" fmla="*/ 9653 h 4939827"/>
              <a:gd name="connsiteX165" fmla="*/ 7020592 w 12192000"/>
              <a:gd name="connsiteY165" fmla="*/ 1651 h 4939827"/>
              <a:gd name="connsiteX166" fmla="*/ 7025905 w 12192000"/>
              <a:gd name="connsiteY166" fmla="*/ 0 h 4939827"/>
              <a:gd name="connsiteX0" fmla="*/ 7025905 w 12192000"/>
              <a:gd name="connsiteY0" fmla="*/ 0 h 4939827"/>
              <a:gd name="connsiteX1" fmla="*/ 7032579 w 12192000"/>
              <a:gd name="connsiteY1" fmla="*/ 2808 h 4939827"/>
              <a:gd name="connsiteX2" fmla="*/ 7079505 w 12192000"/>
              <a:gd name="connsiteY2" fmla="*/ 12971 h 4939827"/>
              <a:gd name="connsiteX3" fmla="*/ 7158791 w 12192000"/>
              <a:gd name="connsiteY3" fmla="*/ 12462 h 4939827"/>
              <a:gd name="connsiteX4" fmla="*/ 7233338 w 12192000"/>
              <a:gd name="connsiteY4" fmla="*/ 24846 h 4939827"/>
              <a:gd name="connsiteX5" fmla="*/ 7259791 w 12192000"/>
              <a:gd name="connsiteY5" fmla="*/ 29557 h 4939827"/>
              <a:gd name="connsiteX6" fmla="*/ 7263923 w 12192000"/>
              <a:gd name="connsiteY6" fmla="*/ 35029 h 4939827"/>
              <a:gd name="connsiteX7" fmla="*/ 7281549 w 12192000"/>
              <a:gd name="connsiteY7" fmla="*/ 39654 h 4939827"/>
              <a:gd name="connsiteX8" fmla="*/ 7374735 w 12192000"/>
              <a:gd name="connsiteY8" fmla="*/ 65326 h 4939827"/>
              <a:gd name="connsiteX9" fmla="*/ 7376078 w 12192000"/>
              <a:gd name="connsiteY9" fmla="*/ 63849 h 4939827"/>
              <a:gd name="connsiteX10" fmla="*/ 7402026 w 12192000"/>
              <a:gd name="connsiteY10" fmla="*/ 60308 h 4939827"/>
              <a:gd name="connsiteX11" fmla="*/ 7415091 w 12192000"/>
              <a:gd name="connsiteY11" fmla="*/ 77403 h 4939827"/>
              <a:gd name="connsiteX12" fmla="*/ 7488682 w 12192000"/>
              <a:gd name="connsiteY12" fmla="*/ 83440 h 4939827"/>
              <a:gd name="connsiteX13" fmla="*/ 7588044 w 12192000"/>
              <a:gd name="connsiteY13" fmla="*/ 110756 h 4939827"/>
              <a:gd name="connsiteX14" fmla="*/ 7732750 w 12192000"/>
              <a:gd name="connsiteY14" fmla="*/ 145456 h 4939827"/>
              <a:gd name="connsiteX15" fmla="*/ 7785900 w 12192000"/>
              <a:gd name="connsiteY15" fmla="*/ 154493 h 4939827"/>
              <a:gd name="connsiteX16" fmla="*/ 7877301 w 12192000"/>
              <a:gd name="connsiteY16" fmla="*/ 186153 h 4939827"/>
              <a:gd name="connsiteX17" fmla="*/ 7952584 w 12192000"/>
              <a:gd name="connsiteY17" fmla="*/ 170181 h 4939827"/>
              <a:gd name="connsiteX18" fmla="*/ 8009534 w 12192000"/>
              <a:gd name="connsiteY18" fmla="*/ 176441 h 4939827"/>
              <a:gd name="connsiteX19" fmla="*/ 8058681 w 12192000"/>
              <a:gd name="connsiteY19" fmla="*/ 219431 h 4939827"/>
              <a:gd name="connsiteX20" fmla="*/ 8126175 w 12192000"/>
              <a:gd name="connsiteY20" fmla="*/ 240005 h 4939827"/>
              <a:gd name="connsiteX21" fmla="*/ 8166439 w 12192000"/>
              <a:gd name="connsiteY21" fmla="*/ 252699 h 4939827"/>
              <a:gd name="connsiteX22" fmla="*/ 8281371 w 12192000"/>
              <a:gd name="connsiteY22" fmla="*/ 256875 h 4939827"/>
              <a:gd name="connsiteX23" fmla="*/ 8381609 w 12192000"/>
              <a:gd name="connsiteY23" fmla="*/ 240618 h 4939827"/>
              <a:gd name="connsiteX24" fmla="*/ 8406759 w 12192000"/>
              <a:gd name="connsiteY24" fmla="*/ 232517 h 4939827"/>
              <a:gd name="connsiteX25" fmla="*/ 8426506 w 12192000"/>
              <a:gd name="connsiteY25" fmla="*/ 241842 h 4939827"/>
              <a:gd name="connsiteX26" fmla="*/ 8427949 w 12192000"/>
              <a:gd name="connsiteY26" fmla="*/ 240981 h 4939827"/>
              <a:gd name="connsiteX27" fmla="*/ 8441468 w 12192000"/>
              <a:gd name="connsiteY27" fmla="*/ 241157 h 4939827"/>
              <a:gd name="connsiteX28" fmla="*/ 8565757 w 12192000"/>
              <a:gd name="connsiteY28" fmla="*/ 255317 h 4939827"/>
              <a:gd name="connsiteX29" fmla="*/ 8573171 w 12192000"/>
              <a:gd name="connsiteY29" fmla="*/ 258426 h 4939827"/>
              <a:gd name="connsiteX30" fmla="*/ 8573548 w 12192000"/>
              <a:gd name="connsiteY30" fmla="*/ 258241 h 4939827"/>
              <a:gd name="connsiteX31" fmla="*/ 8581827 w 12192000"/>
              <a:gd name="connsiteY31" fmla="*/ 261028 h 4939827"/>
              <a:gd name="connsiteX32" fmla="*/ 8586687 w 12192000"/>
              <a:gd name="connsiteY32" fmla="*/ 264089 h 4939827"/>
              <a:gd name="connsiteX33" fmla="*/ 8601067 w 12192000"/>
              <a:gd name="connsiteY33" fmla="*/ 270114 h 4939827"/>
              <a:gd name="connsiteX34" fmla="*/ 8672650 w 12192000"/>
              <a:gd name="connsiteY34" fmla="*/ 254821 h 4939827"/>
              <a:gd name="connsiteX35" fmla="*/ 8785543 w 12192000"/>
              <a:gd name="connsiteY35" fmla="*/ 263406 h 4939827"/>
              <a:gd name="connsiteX36" fmla="*/ 8830588 w 12192000"/>
              <a:gd name="connsiteY36" fmla="*/ 265483 h 4939827"/>
              <a:gd name="connsiteX37" fmla="*/ 8905142 w 12192000"/>
              <a:gd name="connsiteY37" fmla="*/ 264958 h 4939827"/>
              <a:gd name="connsiteX38" fmla="*/ 8968582 w 12192000"/>
              <a:gd name="connsiteY38" fmla="*/ 262728 h 4939827"/>
              <a:gd name="connsiteX39" fmla="*/ 8972994 w 12192000"/>
              <a:gd name="connsiteY39" fmla="*/ 263284 h 4939827"/>
              <a:gd name="connsiteX40" fmla="*/ 9004605 w 12192000"/>
              <a:gd name="connsiteY40" fmla="*/ 258041 h 4939827"/>
              <a:gd name="connsiteX41" fmla="*/ 9016165 w 12192000"/>
              <a:gd name="connsiteY41" fmla="*/ 261258 h 4939827"/>
              <a:gd name="connsiteX42" fmla="*/ 9043297 w 12192000"/>
              <a:gd name="connsiteY42" fmla="*/ 281547 h 4939827"/>
              <a:gd name="connsiteX43" fmla="*/ 9048315 w 12192000"/>
              <a:gd name="connsiteY43" fmla="*/ 279264 h 4939827"/>
              <a:gd name="connsiteX44" fmla="*/ 9054706 w 12192000"/>
              <a:gd name="connsiteY44" fmla="*/ 278538 h 4939827"/>
              <a:gd name="connsiteX45" fmla="*/ 9070919 w 12192000"/>
              <a:gd name="connsiteY45" fmla="*/ 281810 h 4939827"/>
              <a:gd name="connsiteX46" fmla="*/ 9076813 w 12192000"/>
              <a:gd name="connsiteY46" fmla="*/ 283909 h 4939827"/>
              <a:gd name="connsiteX47" fmla="*/ 9085871 w 12192000"/>
              <a:gd name="connsiteY47" fmla="*/ 285133 h 4939827"/>
              <a:gd name="connsiteX48" fmla="*/ 9086159 w 12192000"/>
              <a:gd name="connsiteY48" fmla="*/ 284887 h 4939827"/>
              <a:gd name="connsiteX49" fmla="*/ 9134606 w 12192000"/>
              <a:gd name="connsiteY49" fmla="*/ 288168 h 4939827"/>
              <a:gd name="connsiteX50" fmla="*/ 9195590 w 12192000"/>
              <a:gd name="connsiteY50" fmla="*/ 279568 h 4939827"/>
              <a:gd name="connsiteX51" fmla="*/ 9219336 w 12192000"/>
              <a:gd name="connsiteY51" fmla="*/ 278133 h 4939827"/>
              <a:gd name="connsiteX52" fmla="*/ 9232362 w 12192000"/>
              <a:gd name="connsiteY52" fmla="*/ 275894 h 4939827"/>
              <a:gd name="connsiteX53" fmla="*/ 9233396 w 12192000"/>
              <a:gd name="connsiteY53" fmla="*/ 274803 h 4939827"/>
              <a:gd name="connsiteX54" fmla="*/ 9256213 w 12192000"/>
              <a:gd name="connsiteY54" fmla="*/ 281576 h 4939827"/>
              <a:gd name="connsiteX55" fmla="*/ 9262377 w 12192000"/>
              <a:gd name="connsiteY55" fmla="*/ 286635 h 4939827"/>
              <a:gd name="connsiteX56" fmla="*/ 9287089 w 12192000"/>
              <a:gd name="connsiteY56" fmla="*/ 303891 h 4939827"/>
              <a:gd name="connsiteX57" fmla="*/ 9371484 w 12192000"/>
              <a:gd name="connsiteY57" fmla="*/ 329634 h 4939827"/>
              <a:gd name="connsiteX58" fmla="*/ 9404829 w 12192000"/>
              <a:gd name="connsiteY58" fmla="*/ 339038 h 4939827"/>
              <a:gd name="connsiteX59" fmla="*/ 9427021 w 12192000"/>
              <a:gd name="connsiteY59" fmla="*/ 358784 h 4939827"/>
              <a:gd name="connsiteX60" fmla="*/ 9670844 w 12192000"/>
              <a:gd name="connsiteY60" fmla="*/ 405128 h 4939827"/>
              <a:gd name="connsiteX61" fmla="*/ 9816083 w 12192000"/>
              <a:gd name="connsiteY61" fmla="*/ 416573 h 4939827"/>
              <a:gd name="connsiteX62" fmla="*/ 9936741 w 12192000"/>
              <a:gd name="connsiteY62" fmla="*/ 437044 h 4939827"/>
              <a:gd name="connsiteX63" fmla="*/ 10050093 w 12192000"/>
              <a:gd name="connsiteY63" fmla="*/ 443783 h 4939827"/>
              <a:gd name="connsiteX64" fmla="*/ 10130090 w 12192000"/>
              <a:gd name="connsiteY64" fmla="*/ 459520 h 4939827"/>
              <a:gd name="connsiteX65" fmla="*/ 10173456 w 12192000"/>
              <a:gd name="connsiteY65" fmla="*/ 457749 h 4939827"/>
              <a:gd name="connsiteX66" fmla="*/ 10218232 w 12192000"/>
              <a:gd name="connsiteY66" fmla="*/ 459820 h 4939827"/>
              <a:gd name="connsiteX67" fmla="*/ 10354176 w 12192000"/>
              <a:gd name="connsiteY67" fmla="*/ 471377 h 4939827"/>
              <a:gd name="connsiteX68" fmla="*/ 10430681 w 12192000"/>
              <a:gd name="connsiteY68" fmla="*/ 481226 h 4939827"/>
              <a:gd name="connsiteX69" fmla="*/ 10478169 w 12192000"/>
              <a:gd name="connsiteY69" fmla="*/ 481774 h 4939827"/>
              <a:gd name="connsiteX70" fmla="*/ 10540907 w 12192000"/>
              <a:gd name="connsiteY70" fmla="*/ 485607 h 4939827"/>
              <a:gd name="connsiteX71" fmla="*/ 10614941 w 12192000"/>
              <a:gd name="connsiteY71" fmla="*/ 487592 h 4939827"/>
              <a:gd name="connsiteX72" fmla="*/ 10674098 w 12192000"/>
              <a:gd name="connsiteY72" fmla="*/ 521656 h 4939827"/>
              <a:gd name="connsiteX73" fmla="*/ 10874834 w 12192000"/>
              <a:gd name="connsiteY73" fmla="*/ 574867 h 4939827"/>
              <a:gd name="connsiteX74" fmla="*/ 10944981 w 12192000"/>
              <a:gd name="connsiteY74" fmla="*/ 615042 h 4939827"/>
              <a:gd name="connsiteX75" fmla="*/ 11006376 w 12192000"/>
              <a:gd name="connsiteY75" fmla="*/ 645957 h 4939827"/>
              <a:gd name="connsiteX76" fmla="*/ 11076308 w 12192000"/>
              <a:gd name="connsiteY76" fmla="*/ 675698 h 4939827"/>
              <a:gd name="connsiteX77" fmla="*/ 11148789 w 12192000"/>
              <a:gd name="connsiteY77" fmla="*/ 685041 h 4939827"/>
              <a:gd name="connsiteX78" fmla="*/ 11249129 w 12192000"/>
              <a:gd name="connsiteY78" fmla="*/ 684218 h 4939827"/>
              <a:gd name="connsiteX79" fmla="*/ 11299915 w 12192000"/>
              <a:gd name="connsiteY79" fmla="*/ 692177 h 4939827"/>
              <a:gd name="connsiteX80" fmla="*/ 11386973 w 12192000"/>
              <a:gd name="connsiteY80" fmla="*/ 708209 h 4939827"/>
              <a:gd name="connsiteX81" fmla="*/ 11500105 w 12192000"/>
              <a:gd name="connsiteY81" fmla="*/ 735014 h 4939827"/>
              <a:gd name="connsiteX82" fmla="*/ 11621735 w 12192000"/>
              <a:gd name="connsiteY82" fmla="*/ 789584 h 4939827"/>
              <a:gd name="connsiteX83" fmla="*/ 11691200 w 12192000"/>
              <a:gd name="connsiteY83" fmla="*/ 867902 h 4939827"/>
              <a:gd name="connsiteX84" fmla="*/ 11819427 w 12192000"/>
              <a:gd name="connsiteY84" fmla="*/ 911634 h 4939827"/>
              <a:gd name="connsiteX85" fmla="*/ 11969720 w 12192000"/>
              <a:gd name="connsiteY85" fmla="*/ 964737 h 4939827"/>
              <a:gd name="connsiteX86" fmla="*/ 12055766 w 12192000"/>
              <a:gd name="connsiteY86" fmla="*/ 991268 h 4939827"/>
              <a:gd name="connsiteX87" fmla="*/ 12171539 w 12192000"/>
              <a:gd name="connsiteY87" fmla="*/ 995427 h 4939827"/>
              <a:gd name="connsiteX88" fmla="*/ 12187831 w 12192000"/>
              <a:gd name="connsiteY88" fmla="*/ 996580 h 4939827"/>
              <a:gd name="connsiteX89" fmla="*/ 12192000 w 12192000"/>
              <a:gd name="connsiteY89" fmla="*/ 996726 h 4939827"/>
              <a:gd name="connsiteX90" fmla="*/ 12192000 w 12192000"/>
              <a:gd name="connsiteY90" fmla="*/ 4939827 h 4939827"/>
              <a:gd name="connsiteX91" fmla="*/ 0 w 12192000"/>
              <a:gd name="connsiteY91" fmla="*/ 4939827 h 4939827"/>
              <a:gd name="connsiteX92" fmla="*/ 0 w 12192000"/>
              <a:gd name="connsiteY92" fmla="*/ 512043 h 4939827"/>
              <a:gd name="connsiteX93" fmla="*/ 7381 w 12192000"/>
              <a:gd name="connsiteY93" fmla="*/ 512580 h 4939827"/>
              <a:gd name="connsiteX94" fmla="*/ 100029 w 12192000"/>
              <a:gd name="connsiteY94" fmla="*/ 504758 h 4939827"/>
              <a:gd name="connsiteX95" fmla="*/ 155244 w 12192000"/>
              <a:gd name="connsiteY95" fmla="*/ 525130 h 4939827"/>
              <a:gd name="connsiteX96" fmla="*/ 254366 w 12192000"/>
              <a:gd name="connsiteY96" fmla="*/ 534449 h 4939827"/>
              <a:gd name="connsiteX97" fmla="*/ 447292 w 12192000"/>
              <a:gd name="connsiteY97" fmla="*/ 542725 h 4939827"/>
              <a:gd name="connsiteX98" fmla="*/ 628105 w 12192000"/>
              <a:gd name="connsiteY98" fmla="*/ 547853 h 4939827"/>
              <a:gd name="connsiteX99" fmla="*/ 783146 w 12192000"/>
              <a:gd name="connsiteY99" fmla="*/ 591799 h 4939827"/>
              <a:gd name="connsiteX100" fmla="*/ 1043676 w 12192000"/>
              <a:gd name="connsiteY100" fmla="*/ 591887 h 4939827"/>
              <a:gd name="connsiteX101" fmla="*/ 1281816 w 12192000"/>
              <a:gd name="connsiteY101" fmla="*/ 520946 h 4939827"/>
              <a:gd name="connsiteX102" fmla="*/ 1486347 w 12192000"/>
              <a:gd name="connsiteY102" fmla="*/ 487310 h 4939827"/>
              <a:gd name="connsiteX103" fmla="*/ 1568079 w 12192000"/>
              <a:gd name="connsiteY103" fmla="*/ 462531 h 4939827"/>
              <a:gd name="connsiteX104" fmla="*/ 1622516 w 12192000"/>
              <a:gd name="connsiteY104" fmla="*/ 466058 h 4939827"/>
              <a:gd name="connsiteX105" fmla="*/ 1655457 w 12192000"/>
              <a:gd name="connsiteY105" fmla="*/ 465359 h 4939827"/>
              <a:gd name="connsiteX106" fmla="*/ 1717454 w 12192000"/>
              <a:gd name="connsiteY106" fmla="*/ 417203 h 4939827"/>
              <a:gd name="connsiteX107" fmla="*/ 1913794 w 12192000"/>
              <a:gd name="connsiteY107" fmla="*/ 365255 h 4939827"/>
              <a:gd name="connsiteX108" fmla="*/ 2129762 w 12192000"/>
              <a:gd name="connsiteY108" fmla="*/ 367832 h 4939827"/>
              <a:gd name="connsiteX109" fmla="*/ 2376970 w 12192000"/>
              <a:gd name="connsiteY109" fmla="*/ 350129 h 4939827"/>
              <a:gd name="connsiteX110" fmla="*/ 2480155 w 12192000"/>
              <a:gd name="connsiteY110" fmla="*/ 359227 h 4939827"/>
              <a:gd name="connsiteX111" fmla="*/ 2586782 w 12192000"/>
              <a:gd name="connsiteY111" fmla="*/ 339352 h 4939827"/>
              <a:gd name="connsiteX112" fmla="*/ 2679617 w 12192000"/>
              <a:gd name="connsiteY112" fmla="*/ 305383 h 4939827"/>
              <a:gd name="connsiteX113" fmla="*/ 2788947 w 12192000"/>
              <a:gd name="connsiteY113" fmla="*/ 250375 h 4939827"/>
              <a:gd name="connsiteX114" fmla="*/ 2965530 w 12192000"/>
              <a:gd name="connsiteY114" fmla="*/ 245958 h 4939827"/>
              <a:gd name="connsiteX115" fmla="*/ 3103677 w 12192000"/>
              <a:gd name="connsiteY115" fmla="*/ 209527 h 4939827"/>
              <a:gd name="connsiteX116" fmla="*/ 3126759 w 12192000"/>
              <a:gd name="connsiteY116" fmla="*/ 211226 h 4939827"/>
              <a:gd name="connsiteX117" fmla="*/ 3164020 w 12192000"/>
              <a:gd name="connsiteY117" fmla="*/ 212779 h 4939827"/>
              <a:gd name="connsiteX118" fmla="*/ 3285019 w 12192000"/>
              <a:gd name="connsiteY118" fmla="*/ 220535 h 4939827"/>
              <a:gd name="connsiteX119" fmla="*/ 3365154 w 12192000"/>
              <a:gd name="connsiteY119" fmla="*/ 226416 h 4939827"/>
              <a:gd name="connsiteX120" fmla="*/ 3367507 w 12192000"/>
              <a:gd name="connsiteY120" fmla="*/ 225416 h 4939827"/>
              <a:gd name="connsiteX121" fmla="*/ 3387567 w 12192000"/>
              <a:gd name="connsiteY121" fmla="*/ 227103 h 4939827"/>
              <a:gd name="connsiteX122" fmla="*/ 3498001 w 12192000"/>
              <a:gd name="connsiteY122" fmla="*/ 231941 h 4939827"/>
              <a:gd name="connsiteX123" fmla="*/ 3561557 w 12192000"/>
              <a:gd name="connsiteY123" fmla="*/ 228095 h 4939827"/>
              <a:gd name="connsiteX124" fmla="*/ 3611920 w 12192000"/>
              <a:gd name="connsiteY124" fmla="*/ 218094 h 4939827"/>
              <a:gd name="connsiteX125" fmla="*/ 3620528 w 12192000"/>
              <a:gd name="connsiteY125" fmla="*/ 218788 h 4939827"/>
              <a:gd name="connsiteX126" fmla="*/ 3620766 w 12192000"/>
              <a:gd name="connsiteY126" fmla="*/ 218511 h 4939827"/>
              <a:gd name="connsiteX127" fmla="*/ 3629977 w 12192000"/>
              <a:gd name="connsiteY127" fmla="*/ 218664 h 4939827"/>
              <a:gd name="connsiteX128" fmla="*/ 3636217 w 12192000"/>
              <a:gd name="connsiteY128" fmla="*/ 220048 h 4939827"/>
              <a:gd name="connsiteX129" fmla="*/ 3709484 w 12192000"/>
              <a:gd name="connsiteY129" fmla="*/ 186927 h 4939827"/>
              <a:gd name="connsiteX130" fmla="*/ 3761342 w 12192000"/>
              <a:gd name="connsiteY130" fmla="*/ 177474 h 4939827"/>
              <a:gd name="connsiteX131" fmla="*/ 3799748 w 12192000"/>
              <a:gd name="connsiteY131" fmla="*/ 167154 h 4939827"/>
              <a:gd name="connsiteX132" fmla="*/ 3922756 w 12192000"/>
              <a:gd name="connsiteY132" fmla="*/ 194044 h 4939827"/>
              <a:gd name="connsiteX133" fmla="*/ 4028476 w 12192000"/>
              <a:gd name="connsiteY133" fmla="*/ 223679 h 4939827"/>
              <a:gd name="connsiteX134" fmla="*/ 4191582 w 12192000"/>
              <a:gd name="connsiteY134" fmla="*/ 238952 h 4939827"/>
              <a:gd name="connsiteX135" fmla="*/ 4251024 w 12192000"/>
              <a:gd name="connsiteY135" fmla="*/ 240874 h 4939827"/>
              <a:gd name="connsiteX136" fmla="*/ 4355275 w 12192000"/>
              <a:gd name="connsiteY136" fmla="*/ 260205 h 4939827"/>
              <a:gd name="connsiteX137" fmla="*/ 4423807 w 12192000"/>
              <a:gd name="connsiteY137" fmla="*/ 270366 h 4939827"/>
              <a:gd name="connsiteX138" fmla="*/ 4558432 w 12192000"/>
              <a:gd name="connsiteY138" fmla="*/ 269194 h 4939827"/>
              <a:gd name="connsiteX139" fmla="*/ 4635061 w 12192000"/>
              <a:gd name="connsiteY139" fmla="*/ 280682 h 4939827"/>
              <a:gd name="connsiteX140" fmla="*/ 4807427 w 12192000"/>
              <a:gd name="connsiteY140" fmla="*/ 276835 h 4939827"/>
              <a:gd name="connsiteX141" fmla="*/ 5028933 w 12192000"/>
              <a:gd name="connsiteY141" fmla="*/ 183887 h 4939827"/>
              <a:gd name="connsiteX142" fmla="*/ 5093642 w 12192000"/>
              <a:gd name="connsiteY142" fmla="*/ 177214 h 4939827"/>
              <a:gd name="connsiteX143" fmla="*/ 5102642 w 12192000"/>
              <a:gd name="connsiteY143" fmla="*/ 186816 h 4939827"/>
              <a:gd name="connsiteX144" fmla="*/ 5193590 w 12192000"/>
              <a:gd name="connsiteY144" fmla="*/ 156458 h 4939827"/>
              <a:gd name="connsiteX145" fmla="*/ 5323922 w 12192000"/>
              <a:gd name="connsiteY145" fmla="*/ 146332 h 4939827"/>
              <a:gd name="connsiteX146" fmla="*/ 5421860 w 12192000"/>
              <a:gd name="connsiteY146" fmla="*/ 167298 h 4939827"/>
              <a:gd name="connsiteX147" fmla="*/ 5476948 w 12192000"/>
              <a:gd name="connsiteY147" fmla="*/ 173249 h 4939827"/>
              <a:gd name="connsiteX148" fmla="*/ 5516842 w 12192000"/>
              <a:gd name="connsiteY148" fmla="*/ 184018 h 4939827"/>
              <a:gd name="connsiteX149" fmla="*/ 5619415 w 12192000"/>
              <a:gd name="connsiteY149" fmla="*/ 176781 h 4939827"/>
              <a:gd name="connsiteX150" fmla="*/ 5789867 w 12192000"/>
              <a:gd name="connsiteY150" fmla="*/ 150304 h 4939827"/>
              <a:gd name="connsiteX151" fmla="*/ 5825953 w 12192000"/>
              <a:gd name="connsiteY151" fmla="*/ 147907 h 4939827"/>
              <a:gd name="connsiteX152" fmla="*/ 5856168 w 12192000"/>
              <a:gd name="connsiteY152" fmla="*/ 158719 h 4939827"/>
              <a:gd name="connsiteX153" fmla="*/ 5862476 w 12192000"/>
              <a:gd name="connsiteY153" fmla="*/ 172447 h 4939827"/>
              <a:gd name="connsiteX154" fmla="*/ 5882195 w 12192000"/>
              <a:gd name="connsiteY154" fmla="*/ 173195 h 4939827"/>
              <a:gd name="connsiteX155" fmla="*/ 5887271 w 12192000"/>
              <a:gd name="connsiteY155" fmla="*/ 176084 h 4939827"/>
              <a:gd name="connsiteX156" fmla="*/ 5921577 w 12192000"/>
              <a:gd name="connsiteY156" fmla="*/ 169858 h 4939827"/>
              <a:gd name="connsiteX157" fmla="*/ 5983240 w 12192000"/>
              <a:gd name="connsiteY157" fmla="*/ 152755 h 4939827"/>
              <a:gd name="connsiteX158" fmla="*/ 6152287 w 12192000"/>
              <a:gd name="connsiteY158" fmla="*/ 116736 h 4939827"/>
              <a:gd name="connsiteX159" fmla="*/ 6415830 w 12192000"/>
              <a:gd name="connsiteY159" fmla="*/ 136006 h 4939827"/>
              <a:gd name="connsiteX160" fmla="*/ 6756965 w 12192000"/>
              <a:gd name="connsiteY160" fmla="*/ 57636 h 4939827"/>
              <a:gd name="connsiteX161" fmla="*/ 6819400 w 12192000"/>
              <a:gd name="connsiteY161" fmla="*/ 30742 h 4939827"/>
              <a:gd name="connsiteX162" fmla="*/ 6986370 w 12192000"/>
              <a:gd name="connsiteY162" fmla="*/ 12659 h 4939827"/>
              <a:gd name="connsiteX163" fmla="*/ 6989536 w 12192000"/>
              <a:gd name="connsiteY163" fmla="*/ 14528 h 4939827"/>
              <a:gd name="connsiteX164" fmla="*/ 7015933 w 12192000"/>
              <a:gd name="connsiteY164" fmla="*/ 9653 h 4939827"/>
              <a:gd name="connsiteX165" fmla="*/ 7020592 w 12192000"/>
              <a:gd name="connsiteY165" fmla="*/ 1651 h 4939827"/>
              <a:gd name="connsiteX166" fmla="*/ 7025905 w 12192000"/>
              <a:gd name="connsiteY166" fmla="*/ 0 h 4939827"/>
              <a:gd name="connsiteX0" fmla="*/ 7025905 w 12192000"/>
              <a:gd name="connsiteY0" fmla="*/ 0 h 4939827"/>
              <a:gd name="connsiteX1" fmla="*/ 7032579 w 12192000"/>
              <a:gd name="connsiteY1" fmla="*/ 2808 h 4939827"/>
              <a:gd name="connsiteX2" fmla="*/ 7079505 w 12192000"/>
              <a:gd name="connsiteY2" fmla="*/ 12971 h 4939827"/>
              <a:gd name="connsiteX3" fmla="*/ 7158791 w 12192000"/>
              <a:gd name="connsiteY3" fmla="*/ 12462 h 4939827"/>
              <a:gd name="connsiteX4" fmla="*/ 7233338 w 12192000"/>
              <a:gd name="connsiteY4" fmla="*/ 24846 h 4939827"/>
              <a:gd name="connsiteX5" fmla="*/ 7259791 w 12192000"/>
              <a:gd name="connsiteY5" fmla="*/ 29557 h 4939827"/>
              <a:gd name="connsiteX6" fmla="*/ 7263923 w 12192000"/>
              <a:gd name="connsiteY6" fmla="*/ 35029 h 4939827"/>
              <a:gd name="connsiteX7" fmla="*/ 7281549 w 12192000"/>
              <a:gd name="connsiteY7" fmla="*/ 39654 h 4939827"/>
              <a:gd name="connsiteX8" fmla="*/ 7374735 w 12192000"/>
              <a:gd name="connsiteY8" fmla="*/ 65326 h 4939827"/>
              <a:gd name="connsiteX9" fmla="*/ 7376078 w 12192000"/>
              <a:gd name="connsiteY9" fmla="*/ 63849 h 4939827"/>
              <a:gd name="connsiteX10" fmla="*/ 7402026 w 12192000"/>
              <a:gd name="connsiteY10" fmla="*/ 60308 h 4939827"/>
              <a:gd name="connsiteX11" fmla="*/ 7415091 w 12192000"/>
              <a:gd name="connsiteY11" fmla="*/ 77403 h 4939827"/>
              <a:gd name="connsiteX12" fmla="*/ 7488682 w 12192000"/>
              <a:gd name="connsiteY12" fmla="*/ 83440 h 4939827"/>
              <a:gd name="connsiteX13" fmla="*/ 7588044 w 12192000"/>
              <a:gd name="connsiteY13" fmla="*/ 110756 h 4939827"/>
              <a:gd name="connsiteX14" fmla="*/ 7732750 w 12192000"/>
              <a:gd name="connsiteY14" fmla="*/ 145456 h 4939827"/>
              <a:gd name="connsiteX15" fmla="*/ 7785900 w 12192000"/>
              <a:gd name="connsiteY15" fmla="*/ 154493 h 4939827"/>
              <a:gd name="connsiteX16" fmla="*/ 7877301 w 12192000"/>
              <a:gd name="connsiteY16" fmla="*/ 186153 h 4939827"/>
              <a:gd name="connsiteX17" fmla="*/ 7952584 w 12192000"/>
              <a:gd name="connsiteY17" fmla="*/ 170181 h 4939827"/>
              <a:gd name="connsiteX18" fmla="*/ 8009534 w 12192000"/>
              <a:gd name="connsiteY18" fmla="*/ 176441 h 4939827"/>
              <a:gd name="connsiteX19" fmla="*/ 8058681 w 12192000"/>
              <a:gd name="connsiteY19" fmla="*/ 219431 h 4939827"/>
              <a:gd name="connsiteX20" fmla="*/ 8126175 w 12192000"/>
              <a:gd name="connsiteY20" fmla="*/ 240005 h 4939827"/>
              <a:gd name="connsiteX21" fmla="*/ 8166439 w 12192000"/>
              <a:gd name="connsiteY21" fmla="*/ 252699 h 4939827"/>
              <a:gd name="connsiteX22" fmla="*/ 8281371 w 12192000"/>
              <a:gd name="connsiteY22" fmla="*/ 256875 h 4939827"/>
              <a:gd name="connsiteX23" fmla="*/ 8381609 w 12192000"/>
              <a:gd name="connsiteY23" fmla="*/ 240618 h 4939827"/>
              <a:gd name="connsiteX24" fmla="*/ 8406759 w 12192000"/>
              <a:gd name="connsiteY24" fmla="*/ 232517 h 4939827"/>
              <a:gd name="connsiteX25" fmla="*/ 8426506 w 12192000"/>
              <a:gd name="connsiteY25" fmla="*/ 241842 h 4939827"/>
              <a:gd name="connsiteX26" fmla="*/ 8427949 w 12192000"/>
              <a:gd name="connsiteY26" fmla="*/ 240981 h 4939827"/>
              <a:gd name="connsiteX27" fmla="*/ 8441468 w 12192000"/>
              <a:gd name="connsiteY27" fmla="*/ 241157 h 4939827"/>
              <a:gd name="connsiteX28" fmla="*/ 8565757 w 12192000"/>
              <a:gd name="connsiteY28" fmla="*/ 255317 h 4939827"/>
              <a:gd name="connsiteX29" fmla="*/ 8573171 w 12192000"/>
              <a:gd name="connsiteY29" fmla="*/ 258426 h 4939827"/>
              <a:gd name="connsiteX30" fmla="*/ 8573548 w 12192000"/>
              <a:gd name="connsiteY30" fmla="*/ 258241 h 4939827"/>
              <a:gd name="connsiteX31" fmla="*/ 8581827 w 12192000"/>
              <a:gd name="connsiteY31" fmla="*/ 261028 h 4939827"/>
              <a:gd name="connsiteX32" fmla="*/ 8586687 w 12192000"/>
              <a:gd name="connsiteY32" fmla="*/ 264089 h 4939827"/>
              <a:gd name="connsiteX33" fmla="*/ 8601067 w 12192000"/>
              <a:gd name="connsiteY33" fmla="*/ 270114 h 4939827"/>
              <a:gd name="connsiteX34" fmla="*/ 8672650 w 12192000"/>
              <a:gd name="connsiteY34" fmla="*/ 254821 h 4939827"/>
              <a:gd name="connsiteX35" fmla="*/ 8785543 w 12192000"/>
              <a:gd name="connsiteY35" fmla="*/ 263406 h 4939827"/>
              <a:gd name="connsiteX36" fmla="*/ 8830588 w 12192000"/>
              <a:gd name="connsiteY36" fmla="*/ 265483 h 4939827"/>
              <a:gd name="connsiteX37" fmla="*/ 8905142 w 12192000"/>
              <a:gd name="connsiteY37" fmla="*/ 264958 h 4939827"/>
              <a:gd name="connsiteX38" fmla="*/ 8968582 w 12192000"/>
              <a:gd name="connsiteY38" fmla="*/ 262728 h 4939827"/>
              <a:gd name="connsiteX39" fmla="*/ 8972994 w 12192000"/>
              <a:gd name="connsiteY39" fmla="*/ 263284 h 4939827"/>
              <a:gd name="connsiteX40" fmla="*/ 9004605 w 12192000"/>
              <a:gd name="connsiteY40" fmla="*/ 258041 h 4939827"/>
              <a:gd name="connsiteX41" fmla="*/ 9016165 w 12192000"/>
              <a:gd name="connsiteY41" fmla="*/ 261258 h 4939827"/>
              <a:gd name="connsiteX42" fmla="*/ 9043297 w 12192000"/>
              <a:gd name="connsiteY42" fmla="*/ 281547 h 4939827"/>
              <a:gd name="connsiteX43" fmla="*/ 9048315 w 12192000"/>
              <a:gd name="connsiteY43" fmla="*/ 279264 h 4939827"/>
              <a:gd name="connsiteX44" fmla="*/ 9054706 w 12192000"/>
              <a:gd name="connsiteY44" fmla="*/ 278538 h 4939827"/>
              <a:gd name="connsiteX45" fmla="*/ 9070919 w 12192000"/>
              <a:gd name="connsiteY45" fmla="*/ 281810 h 4939827"/>
              <a:gd name="connsiteX46" fmla="*/ 9076813 w 12192000"/>
              <a:gd name="connsiteY46" fmla="*/ 283909 h 4939827"/>
              <a:gd name="connsiteX47" fmla="*/ 9085871 w 12192000"/>
              <a:gd name="connsiteY47" fmla="*/ 285133 h 4939827"/>
              <a:gd name="connsiteX48" fmla="*/ 9086159 w 12192000"/>
              <a:gd name="connsiteY48" fmla="*/ 284887 h 4939827"/>
              <a:gd name="connsiteX49" fmla="*/ 9134606 w 12192000"/>
              <a:gd name="connsiteY49" fmla="*/ 288168 h 4939827"/>
              <a:gd name="connsiteX50" fmla="*/ 9195590 w 12192000"/>
              <a:gd name="connsiteY50" fmla="*/ 279568 h 4939827"/>
              <a:gd name="connsiteX51" fmla="*/ 9219336 w 12192000"/>
              <a:gd name="connsiteY51" fmla="*/ 278133 h 4939827"/>
              <a:gd name="connsiteX52" fmla="*/ 9232362 w 12192000"/>
              <a:gd name="connsiteY52" fmla="*/ 275894 h 4939827"/>
              <a:gd name="connsiteX53" fmla="*/ 9233396 w 12192000"/>
              <a:gd name="connsiteY53" fmla="*/ 274803 h 4939827"/>
              <a:gd name="connsiteX54" fmla="*/ 9256213 w 12192000"/>
              <a:gd name="connsiteY54" fmla="*/ 281576 h 4939827"/>
              <a:gd name="connsiteX55" fmla="*/ 9262377 w 12192000"/>
              <a:gd name="connsiteY55" fmla="*/ 286635 h 4939827"/>
              <a:gd name="connsiteX56" fmla="*/ 9287089 w 12192000"/>
              <a:gd name="connsiteY56" fmla="*/ 303891 h 4939827"/>
              <a:gd name="connsiteX57" fmla="*/ 9371484 w 12192000"/>
              <a:gd name="connsiteY57" fmla="*/ 329634 h 4939827"/>
              <a:gd name="connsiteX58" fmla="*/ 9404829 w 12192000"/>
              <a:gd name="connsiteY58" fmla="*/ 339038 h 4939827"/>
              <a:gd name="connsiteX59" fmla="*/ 9427021 w 12192000"/>
              <a:gd name="connsiteY59" fmla="*/ 358784 h 4939827"/>
              <a:gd name="connsiteX60" fmla="*/ 9670844 w 12192000"/>
              <a:gd name="connsiteY60" fmla="*/ 405128 h 4939827"/>
              <a:gd name="connsiteX61" fmla="*/ 9816083 w 12192000"/>
              <a:gd name="connsiteY61" fmla="*/ 416573 h 4939827"/>
              <a:gd name="connsiteX62" fmla="*/ 9936741 w 12192000"/>
              <a:gd name="connsiteY62" fmla="*/ 437044 h 4939827"/>
              <a:gd name="connsiteX63" fmla="*/ 10050093 w 12192000"/>
              <a:gd name="connsiteY63" fmla="*/ 443783 h 4939827"/>
              <a:gd name="connsiteX64" fmla="*/ 10130090 w 12192000"/>
              <a:gd name="connsiteY64" fmla="*/ 459520 h 4939827"/>
              <a:gd name="connsiteX65" fmla="*/ 10173456 w 12192000"/>
              <a:gd name="connsiteY65" fmla="*/ 457749 h 4939827"/>
              <a:gd name="connsiteX66" fmla="*/ 10218232 w 12192000"/>
              <a:gd name="connsiteY66" fmla="*/ 459820 h 4939827"/>
              <a:gd name="connsiteX67" fmla="*/ 10354176 w 12192000"/>
              <a:gd name="connsiteY67" fmla="*/ 471377 h 4939827"/>
              <a:gd name="connsiteX68" fmla="*/ 10430681 w 12192000"/>
              <a:gd name="connsiteY68" fmla="*/ 481226 h 4939827"/>
              <a:gd name="connsiteX69" fmla="*/ 10478169 w 12192000"/>
              <a:gd name="connsiteY69" fmla="*/ 481774 h 4939827"/>
              <a:gd name="connsiteX70" fmla="*/ 10540907 w 12192000"/>
              <a:gd name="connsiteY70" fmla="*/ 485607 h 4939827"/>
              <a:gd name="connsiteX71" fmla="*/ 10614941 w 12192000"/>
              <a:gd name="connsiteY71" fmla="*/ 487592 h 4939827"/>
              <a:gd name="connsiteX72" fmla="*/ 10674098 w 12192000"/>
              <a:gd name="connsiteY72" fmla="*/ 521656 h 4939827"/>
              <a:gd name="connsiteX73" fmla="*/ 10874834 w 12192000"/>
              <a:gd name="connsiteY73" fmla="*/ 574867 h 4939827"/>
              <a:gd name="connsiteX74" fmla="*/ 10944981 w 12192000"/>
              <a:gd name="connsiteY74" fmla="*/ 615042 h 4939827"/>
              <a:gd name="connsiteX75" fmla="*/ 11006376 w 12192000"/>
              <a:gd name="connsiteY75" fmla="*/ 645957 h 4939827"/>
              <a:gd name="connsiteX76" fmla="*/ 11076308 w 12192000"/>
              <a:gd name="connsiteY76" fmla="*/ 675698 h 4939827"/>
              <a:gd name="connsiteX77" fmla="*/ 11148789 w 12192000"/>
              <a:gd name="connsiteY77" fmla="*/ 685041 h 4939827"/>
              <a:gd name="connsiteX78" fmla="*/ 11249129 w 12192000"/>
              <a:gd name="connsiteY78" fmla="*/ 684218 h 4939827"/>
              <a:gd name="connsiteX79" fmla="*/ 11299915 w 12192000"/>
              <a:gd name="connsiteY79" fmla="*/ 692177 h 4939827"/>
              <a:gd name="connsiteX80" fmla="*/ 11386973 w 12192000"/>
              <a:gd name="connsiteY80" fmla="*/ 708209 h 4939827"/>
              <a:gd name="connsiteX81" fmla="*/ 11500105 w 12192000"/>
              <a:gd name="connsiteY81" fmla="*/ 735014 h 4939827"/>
              <a:gd name="connsiteX82" fmla="*/ 11621735 w 12192000"/>
              <a:gd name="connsiteY82" fmla="*/ 789584 h 4939827"/>
              <a:gd name="connsiteX83" fmla="*/ 11691200 w 12192000"/>
              <a:gd name="connsiteY83" fmla="*/ 867902 h 4939827"/>
              <a:gd name="connsiteX84" fmla="*/ 11819427 w 12192000"/>
              <a:gd name="connsiteY84" fmla="*/ 911634 h 4939827"/>
              <a:gd name="connsiteX85" fmla="*/ 11969720 w 12192000"/>
              <a:gd name="connsiteY85" fmla="*/ 964737 h 4939827"/>
              <a:gd name="connsiteX86" fmla="*/ 12055766 w 12192000"/>
              <a:gd name="connsiteY86" fmla="*/ 991268 h 4939827"/>
              <a:gd name="connsiteX87" fmla="*/ 12171539 w 12192000"/>
              <a:gd name="connsiteY87" fmla="*/ 995427 h 4939827"/>
              <a:gd name="connsiteX88" fmla="*/ 12187831 w 12192000"/>
              <a:gd name="connsiteY88" fmla="*/ 996580 h 4939827"/>
              <a:gd name="connsiteX89" fmla="*/ 12192000 w 12192000"/>
              <a:gd name="connsiteY89" fmla="*/ 996726 h 4939827"/>
              <a:gd name="connsiteX90" fmla="*/ 12192000 w 12192000"/>
              <a:gd name="connsiteY90" fmla="*/ 4939827 h 4939827"/>
              <a:gd name="connsiteX91" fmla="*/ 0 w 12192000"/>
              <a:gd name="connsiteY91" fmla="*/ 4939827 h 4939827"/>
              <a:gd name="connsiteX92" fmla="*/ 0 w 12192000"/>
              <a:gd name="connsiteY92" fmla="*/ 512043 h 4939827"/>
              <a:gd name="connsiteX93" fmla="*/ 7381 w 12192000"/>
              <a:gd name="connsiteY93" fmla="*/ 512580 h 4939827"/>
              <a:gd name="connsiteX94" fmla="*/ 100029 w 12192000"/>
              <a:gd name="connsiteY94" fmla="*/ 504758 h 4939827"/>
              <a:gd name="connsiteX95" fmla="*/ 155244 w 12192000"/>
              <a:gd name="connsiteY95" fmla="*/ 525130 h 4939827"/>
              <a:gd name="connsiteX96" fmla="*/ 254366 w 12192000"/>
              <a:gd name="connsiteY96" fmla="*/ 534449 h 4939827"/>
              <a:gd name="connsiteX97" fmla="*/ 447292 w 12192000"/>
              <a:gd name="connsiteY97" fmla="*/ 542725 h 4939827"/>
              <a:gd name="connsiteX98" fmla="*/ 628105 w 12192000"/>
              <a:gd name="connsiteY98" fmla="*/ 547853 h 4939827"/>
              <a:gd name="connsiteX99" fmla="*/ 783146 w 12192000"/>
              <a:gd name="connsiteY99" fmla="*/ 591799 h 4939827"/>
              <a:gd name="connsiteX100" fmla="*/ 1043676 w 12192000"/>
              <a:gd name="connsiteY100" fmla="*/ 591887 h 4939827"/>
              <a:gd name="connsiteX101" fmla="*/ 1281816 w 12192000"/>
              <a:gd name="connsiteY101" fmla="*/ 520946 h 4939827"/>
              <a:gd name="connsiteX102" fmla="*/ 1486347 w 12192000"/>
              <a:gd name="connsiteY102" fmla="*/ 487310 h 4939827"/>
              <a:gd name="connsiteX103" fmla="*/ 1568079 w 12192000"/>
              <a:gd name="connsiteY103" fmla="*/ 462531 h 4939827"/>
              <a:gd name="connsiteX104" fmla="*/ 1622516 w 12192000"/>
              <a:gd name="connsiteY104" fmla="*/ 466058 h 4939827"/>
              <a:gd name="connsiteX105" fmla="*/ 1655457 w 12192000"/>
              <a:gd name="connsiteY105" fmla="*/ 465359 h 4939827"/>
              <a:gd name="connsiteX106" fmla="*/ 1717454 w 12192000"/>
              <a:gd name="connsiteY106" fmla="*/ 417203 h 4939827"/>
              <a:gd name="connsiteX107" fmla="*/ 1913794 w 12192000"/>
              <a:gd name="connsiteY107" fmla="*/ 365255 h 4939827"/>
              <a:gd name="connsiteX108" fmla="*/ 2129762 w 12192000"/>
              <a:gd name="connsiteY108" fmla="*/ 367832 h 4939827"/>
              <a:gd name="connsiteX109" fmla="*/ 2376970 w 12192000"/>
              <a:gd name="connsiteY109" fmla="*/ 350129 h 4939827"/>
              <a:gd name="connsiteX110" fmla="*/ 2480155 w 12192000"/>
              <a:gd name="connsiteY110" fmla="*/ 359227 h 4939827"/>
              <a:gd name="connsiteX111" fmla="*/ 2586782 w 12192000"/>
              <a:gd name="connsiteY111" fmla="*/ 339352 h 4939827"/>
              <a:gd name="connsiteX112" fmla="*/ 2679617 w 12192000"/>
              <a:gd name="connsiteY112" fmla="*/ 305383 h 4939827"/>
              <a:gd name="connsiteX113" fmla="*/ 2788947 w 12192000"/>
              <a:gd name="connsiteY113" fmla="*/ 250375 h 4939827"/>
              <a:gd name="connsiteX114" fmla="*/ 2965530 w 12192000"/>
              <a:gd name="connsiteY114" fmla="*/ 245958 h 4939827"/>
              <a:gd name="connsiteX115" fmla="*/ 3103677 w 12192000"/>
              <a:gd name="connsiteY115" fmla="*/ 209527 h 4939827"/>
              <a:gd name="connsiteX116" fmla="*/ 3126759 w 12192000"/>
              <a:gd name="connsiteY116" fmla="*/ 211226 h 4939827"/>
              <a:gd name="connsiteX117" fmla="*/ 3164020 w 12192000"/>
              <a:gd name="connsiteY117" fmla="*/ 212779 h 4939827"/>
              <a:gd name="connsiteX118" fmla="*/ 3285019 w 12192000"/>
              <a:gd name="connsiteY118" fmla="*/ 220535 h 4939827"/>
              <a:gd name="connsiteX119" fmla="*/ 3365154 w 12192000"/>
              <a:gd name="connsiteY119" fmla="*/ 226416 h 4939827"/>
              <a:gd name="connsiteX120" fmla="*/ 3367507 w 12192000"/>
              <a:gd name="connsiteY120" fmla="*/ 225416 h 4939827"/>
              <a:gd name="connsiteX121" fmla="*/ 3387567 w 12192000"/>
              <a:gd name="connsiteY121" fmla="*/ 227103 h 4939827"/>
              <a:gd name="connsiteX122" fmla="*/ 3498001 w 12192000"/>
              <a:gd name="connsiteY122" fmla="*/ 231941 h 4939827"/>
              <a:gd name="connsiteX123" fmla="*/ 3561557 w 12192000"/>
              <a:gd name="connsiteY123" fmla="*/ 228095 h 4939827"/>
              <a:gd name="connsiteX124" fmla="*/ 3611920 w 12192000"/>
              <a:gd name="connsiteY124" fmla="*/ 218094 h 4939827"/>
              <a:gd name="connsiteX125" fmla="*/ 3620528 w 12192000"/>
              <a:gd name="connsiteY125" fmla="*/ 218788 h 4939827"/>
              <a:gd name="connsiteX126" fmla="*/ 3620766 w 12192000"/>
              <a:gd name="connsiteY126" fmla="*/ 218511 h 4939827"/>
              <a:gd name="connsiteX127" fmla="*/ 3629977 w 12192000"/>
              <a:gd name="connsiteY127" fmla="*/ 218664 h 4939827"/>
              <a:gd name="connsiteX128" fmla="*/ 3636217 w 12192000"/>
              <a:gd name="connsiteY128" fmla="*/ 220048 h 4939827"/>
              <a:gd name="connsiteX129" fmla="*/ 3709484 w 12192000"/>
              <a:gd name="connsiteY129" fmla="*/ 186927 h 4939827"/>
              <a:gd name="connsiteX130" fmla="*/ 3761342 w 12192000"/>
              <a:gd name="connsiteY130" fmla="*/ 177474 h 4939827"/>
              <a:gd name="connsiteX131" fmla="*/ 3799748 w 12192000"/>
              <a:gd name="connsiteY131" fmla="*/ 167154 h 4939827"/>
              <a:gd name="connsiteX132" fmla="*/ 3922756 w 12192000"/>
              <a:gd name="connsiteY132" fmla="*/ 194044 h 4939827"/>
              <a:gd name="connsiteX133" fmla="*/ 4028476 w 12192000"/>
              <a:gd name="connsiteY133" fmla="*/ 223679 h 4939827"/>
              <a:gd name="connsiteX134" fmla="*/ 4191582 w 12192000"/>
              <a:gd name="connsiteY134" fmla="*/ 238952 h 4939827"/>
              <a:gd name="connsiteX135" fmla="*/ 4251024 w 12192000"/>
              <a:gd name="connsiteY135" fmla="*/ 240874 h 4939827"/>
              <a:gd name="connsiteX136" fmla="*/ 4355275 w 12192000"/>
              <a:gd name="connsiteY136" fmla="*/ 260205 h 4939827"/>
              <a:gd name="connsiteX137" fmla="*/ 4423807 w 12192000"/>
              <a:gd name="connsiteY137" fmla="*/ 270366 h 4939827"/>
              <a:gd name="connsiteX138" fmla="*/ 4558432 w 12192000"/>
              <a:gd name="connsiteY138" fmla="*/ 269194 h 4939827"/>
              <a:gd name="connsiteX139" fmla="*/ 4635061 w 12192000"/>
              <a:gd name="connsiteY139" fmla="*/ 280682 h 4939827"/>
              <a:gd name="connsiteX140" fmla="*/ 4807427 w 12192000"/>
              <a:gd name="connsiteY140" fmla="*/ 276835 h 4939827"/>
              <a:gd name="connsiteX141" fmla="*/ 5028933 w 12192000"/>
              <a:gd name="connsiteY141" fmla="*/ 183887 h 4939827"/>
              <a:gd name="connsiteX142" fmla="*/ 5093642 w 12192000"/>
              <a:gd name="connsiteY142" fmla="*/ 177214 h 4939827"/>
              <a:gd name="connsiteX143" fmla="*/ 5102642 w 12192000"/>
              <a:gd name="connsiteY143" fmla="*/ 186816 h 4939827"/>
              <a:gd name="connsiteX144" fmla="*/ 5193590 w 12192000"/>
              <a:gd name="connsiteY144" fmla="*/ 156458 h 4939827"/>
              <a:gd name="connsiteX145" fmla="*/ 5323922 w 12192000"/>
              <a:gd name="connsiteY145" fmla="*/ 146332 h 4939827"/>
              <a:gd name="connsiteX146" fmla="*/ 5421860 w 12192000"/>
              <a:gd name="connsiteY146" fmla="*/ 167298 h 4939827"/>
              <a:gd name="connsiteX147" fmla="*/ 5476948 w 12192000"/>
              <a:gd name="connsiteY147" fmla="*/ 173249 h 4939827"/>
              <a:gd name="connsiteX148" fmla="*/ 5516842 w 12192000"/>
              <a:gd name="connsiteY148" fmla="*/ 184018 h 4939827"/>
              <a:gd name="connsiteX149" fmla="*/ 5619415 w 12192000"/>
              <a:gd name="connsiteY149" fmla="*/ 176781 h 4939827"/>
              <a:gd name="connsiteX150" fmla="*/ 5789867 w 12192000"/>
              <a:gd name="connsiteY150" fmla="*/ 150304 h 4939827"/>
              <a:gd name="connsiteX151" fmla="*/ 5825953 w 12192000"/>
              <a:gd name="connsiteY151" fmla="*/ 147907 h 4939827"/>
              <a:gd name="connsiteX152" fmla="*/ 5856168 w 12192000"/>
              <a:gd name="connsiteY152" fmla="*/ 158719 h 4939827"/>
              <a:gd name="connsiteX153" fmla="*/ 5862476 w 12192000"/>
              <a:gd name="connsiteY153" fmla="*/ 172447 h 4939827"/>
              <a:gd name="connsiteX154" fmla="*/ 5882195 w 12192000"/>
              <a:gd name="connsiteY154" fmla="*/ 173195 h 4939827"/>
              <a:gd name="connsiteX155" fmla="*/ 5887271 w 12192000"/>
              <a:gd name="connsiteY155" fmla="*/ 176084 h 4939827"/>
              <a:gd name="connsiteX156" fmla="*/ 5921577 w 12192000"/>
              <a:gd name="connsiteY156" fmla="*/ 169858 h 4939827"/>
              <a:gd name="connsiteX157" fmla="*/ 5983240 w 12192000"/>
              <a:gd name="connsiteY157" fmla="*/ 152755 h 4939827"/>
              <a:gd name="connsiteX158" fmla="*/ 6152287 w 12192000"/>
              <a:gd name="connsiteY158" fmla="*/ 116736 h 4939827"/>
              <a:gd name="connsiteX159" fmla="*/ 6415830 w 12192000"/>
              <a:gd name="connsiteY159" fmla="*/ 136006 h 4939827"/>
              <a:gd name="connsiteX160" fmla="*/ 6756965 w 12192000"/>
              <a:gd name="connsiteY160" fmla="*/ 57636 h 4939827"/>
              <a:gd name="connsiteX161" fmla="*/ 6819400 w 12192000"/>
              <a:gd name="connsiteY161" fmla="*/ 30742 h 4939827"/>
              <a:gd name="connsiteX162" fmla="*/ 6986370 w 12192000"/>
              <a:gd name="connsiteY162" fmla="*/ 12659 h 4939827"/>
              <a:gd name="connsiteX163" fmla="*/ 6989536 w 12192000"/>
              <a:gd name="connsiteY163" fmla="*/ 14528 h 4939827"/>
              <a:gd name="connsiteX164" fmla="*/ 7015933 w 12192000"/>
              <a:gd name="connsiteY164" fmla="*/ 9653 h 4939827"/>
              <a:gd name="connsiteX165" fmla="*/ 7020592 w 12192000"/>
              <a:gd name="connsiteY165" fmla="*/ 1651 h 4939827"/>
              <a:gd name="connsiteX166" fmla="*/ 7025905 w 12192000"/>
              <a:gd name="connsiteY166" fmla="*/ 0 h 4939827"/>
              <a:gd name="connsiteX0" fmla="*/ 7025905 w 12192000"/>
              <a:gd name="connsiteY0" fmla="*/ 0 h 4939827"/>
              <a:gd name="connsiteX1" fmla="*/ 7032579 w 12192000"/>
              <a:gd name="connsiteY1" fmla="*/ 2808 h 4939827"/>
              <a:gd name="connsiteX2" fmla="*/ 7079505 w 12192000"/>
              <a:gd name="connsiteY2" fmla="*/ 12971 h 4939827"/>
              <a:gd name="connsiteX3" fmla="*/ 7158791 w 12192000"/>
              <a:gd name="connsiteY3" fmla="*/ 12462 h 4939827"/>
              <a:gd name="connsiteX4" fmla="*/ 7233338 w 12192000"/>
              <a:gd name="connsiteY4" fmla="*/ 24846 h 4939827"/>
              <a:gd name="connsiteX5" fmla="*/ 7259791 w 12192000"/>
              <a:gd name="connsiteY5" fmla="*/ 29557 h 4939827"/>
              <a:gd name="connsiteX6" fmla="*/ 7263923 w 12192000"/>
              <a:gd name="connsiteY6" fmla="*/ 35029 h 4939827"/>
              <a:gd name="connsiteX7" fmla="*/ 7281549 w 12192000"/>
              <a:gd name="connsiteY7" fmla="*/ 39654 h 4939827"/>
              <a:gd name="connsiteX8" fmla="*/ 7374735 w 12192000"/>
              <a:gd name="connsiteY8" fmla="*/ 65326 h 4939827"/>
              <a:gd name="connsiteX9" fmla="*/ 7376078 w 12192000"/>
              <a:gd name="connsiteY9" fmla="*/ 63849 h 4939827"/>
              <a:gd name="connsiteX10" fmla="*/ 7402026 w 12192000"/>
              <a:gd name="connsiteY10" fmla="*/ 60308 h 4939827"/>
              <a:gd name="connsiteX11" fmla="*/ 7415091 w 12192000"/>
              <a:gd name="connsiteY11" fmla="*/ 77403 h 4939827"/>
              <a:gd name="connsiteX12" fmla="*/ 7488682 w 12192000"/>
              <a:gd name="connsiteY12" fmla="*/ 83440 h 4939827"/>
              <a:gd name="connsiteX13" fmla="*/ 7588044 w 12192000"/>
              <a:gd name="connsiteY13" fmla="*/ 110756 h 4939827"/>
              <a:gd name="connsiteX14" fmla="*/ 7732750 w 12192000"/>
              <a:gd name="connsiteY14" fmla="*/ 145456 h 4939827"/>
              <a:gd name="connsiteX15" fmla="*/ 7785900 w 12192000"/>
              <a:gd name="connsiteY15" fmla="*/ 154493 h 4939827"/>
              <a:gd name="connsiteX16" fmla="*/ 7877301 w 12192000"/>
              <a:gd name="connsiteY16" fmla="*/ 186153 h 4939827"/>
              <a:gd name="connsiteX17" fmla="*/ 7952584 w 12192000"/>
              <a:gd name="connsiteY17" fmla="*/ 170181 h 4939827"/>
              <a:gd name="connsiteX18" fmla="*/ 8009534 w 12192000"/>
              <a:gd name="connsiteY18" fmla="*/ 176441 h 4939827"/>
              <a:gd name="connsiteX19" fmla="*/ 8058681 w 12192000"/>
              <a:gd name="connsiteY19" fmla="*/ 219431 h 4939827"/>
              <a:gd name="connsiteX20" fmla="*/ 8126175 w 12192000"/>
              <a:gd name="connsiteY20" fmla="*/ 240005 h 4939827"/>
              <a:gd name="connsiteX21" fmla="*/ 8166439 w 12192000"/>
              <a:gd name="connsiteY21" fmla="*/ 252699 h 4939827"/>
              <a:gd name="connsiteX22" fmla="*/ 8281371 w 12192000"/>
              <a:gd name="connsiteY22" fmla="*/ 256875 h 4939827"/>
              <a:gd name="connsiteX23" fmla="*/ 8381609 w 12192000"/>
              <a:gd name="connsiteY23" fmla="*/ 240618 h 4939827"/>
              <a:gd name="connsiteX24" fmla="*/ 8406759 w 12192000"/>
              <a:gd name="connsiteY24" fmla="*/ 232517 h 4939827"/>
              <a:gd name="connsiteX25" fmla="*/ 8426506 w 12192000"/>
              <a:gd name="connsiteY25" fmla="*/ 241842 h 4939827"/>
              <a:gd name="connsiteX26" fmla="*/ 8427949 w 12192000"/>
              <a:gd name="connsiteY26" fmla="*/ 240981 h 4939827"/>
              <a:gd name="connsiteX27" fmla="*/ 8441468 w 12192000"/>
              <a:gd name="connsiteY27" fmla="*/ 241157 h 4939827"/>
              <a:gd name="connsiteX28" fmla="*/ 8565757 w 12192000"/>
              <a:gd name="connsiteY28" fmla="*/ 255317 h 4939827"/>
              <a:gd name="connsiteX29" fmla="*/ 8573171 w 12192000"/>
              <a:gd name="connsiteY29" fmla="*/ 258426 h 4939827"/>
              <a:gd name="connsiteX30" fmla="*/ 8573548 w 12192000"/>
              <a:gd name="connsiteY30" fmla="*/ 258241 h 4939827"/>
              <a:gd name="connsiteX31" fmla="*/ 8581827 w 12192000"/>
              <a:gd name="connsiteY31" fmla="*/ 261028 h 4939827"/>
              <a:gd name="connsiteX32" fmla="*/ 8586687 w 12192000"/>
              <a:gd name="connsiteY32" fmla="*/ 264089 h 4939827"/>
              <a:gd name="connsiteX33" fmla="*/ 8601067 w 12192000"/>
              <a:gd name="connsiteY33" fmla="*/ 270114 h 4939827"/>
              <a:gd name="connsiteX34" fmla="*/ 8672650 w 12192000"/>
              <a:gd name="connsiteY34" fmla="*/ 254821 h 4939827"/>
              <a:gd name="connsiteX35" fmla="*/ 8785543 w 12192000"/>
              <a:gd name="connsiteY35" fmla="*/ 263406 h 4939827"/>
              <a:gd name="connsiteX36" fmla="*/ 8830588 w 12192000"/>
              <a:gd name="connsiteY36" fmla="*/ 265483 h 4939827"/>
              <a:gd name="connsiteX37" fmla="*/ 8905142 w 12192000"/>
              <a:gd name="connsiteY37" fmla="*/ 264958 h 4939827"/>
              <a:gd name="connsiteX38" fmla="*/ 8968582 w 12192000"/>
              <a:gd name="connsiteY38" fmla="*/ 262728 h 4939827"/>
              <a:gd name="connsiteX39" fmla="*/ 8972994 w 12192000"/>
              <a:gd name="connsiteY39" fmla="*/ 263284 h 4939827"/>
              <a:gd name="connsiteX40" fmla="*/ 9004605 w 12192000"/>
              <a:gd name="connsiteY40" fmla="*/ 258041 h 4939827"/>
              <a:gd name="connsiteX41" fmla="*/ 9016165 w 12192000"/>
              <a:gd name="connsiteY41" fmla="*/ 261258 h 4939827"/>
              <a:gd name="connsiteX42" fmla="*/ 9043297 w 12192000"/>
              <a:gd name="connsiteY42" fmla="*/ 281547 h 4939827"/>
              <a:gd name="connsiteX43" fmla="*/ 9048315 w 12192000"/>
              <a:gd name="connsiteY43" fmla="*/ 279264 h 4939827"/>
              <a:gd name="connsiteX44" fmla="*/ 9054706 w 12192000"/>
              <a:gd name="connsiteY44" fmla="*/ 278538 h 4939827"/>
              <a:gd name="connsiteX45" fmla="*/ 9070919 w 12192000"/>
              <a:gd name="connsiteY45" fmla="*/ 281810 h 4939827"/>
              <a:gd name="connsiteX46" fmla="*/ 9076813 w 12192000"/>
              <a:gd name="connsiteY46" fmla="*/ 283909 h 4939827"/>
              <a:gd name="connsiteX47" fmla="*/ 9085871 w 12192000"/>
              <a:gd name="connsiteY47" fmla="*/ 285133 h 4939827"/>
              <a:gd name="connsiteX48" fmla="*/ 9086159 w 12192000"/>
              <a:gd name="connsiteY48" fmla="*/ 284887 h 4939827"/>
              <a:gd name="connsiteX49" fmla="*/ 9134606 w 12192000"/>
              <a:gd name="connsiteY49" fmla="*/ 288168 h 4939827"/>
              <a:gd name="connsiteX50" fmla="*/ 9195590 w 12192000"/>
              <a:gd name="connsiteY50" fmla="*/ 279568 h 4939827"/>
              <a:gd name="connsiteX51" fmla="*/ 9219336 w 12192000"/>
              <a:gd name="connsiteY51" fmla="*/ 278133 h 4939827"/>
              <a:gd name="connsiteX52" fmla="*/ 9232362 w 12192000"/>
              <a:gd name="connsiteY52" fmla="*/ 275894 h 4939827"/>
              <a:gd name="connsiteX53" fmla="*/ 9233396 w 12192000"/>
              <a:gd name="connsiteY53" fmla="*/ 274803 h 4939827"/>
              <a:gd name="connsiteX54" fmla="*/ 9256213 w 12192000"/>
              <a:gd name="connsiteY54" fmla="*/ 281576 h 4939827"/>
              <a:gd name="connsiteX55" fmla="*/ 9262377 w 12192000"/>
              <a:gd name="connsiteY55" fmla="*/ 286635 h 4939827"/>
              <a:gd name="connsiteX56" fmla="*/ 9287089 w 12192000"/>
              <a:gd name="connsiteY56" fmla="*/ 303891 h 4939827"/>
              <a:gd name="connsiteX57" fmla="*/ 9371484 w 12192000"/>
              <a:gd name="connsiteY57" fmla="*/ 329634 h 4939827"/>
              <a:gd name="connsiteX58" fmla="*/ 9404829 w 12192000"/>
              <a:gd name="connsiteY58" fmla="*/ 339038 h 4939827"/>
              <a:gd name="connsiteX59" fmla="*/ 9427021 w 12192000"/>
              <a:gd name="connsiteY59" fmla="*/ 358784 h 4939827"/>
              <a:gd name="connsiteX60" fmla="*/ 9670844 w 12192000"/>
              <a:gd name="connsiteY60" fmla="*/ 405128 h 4939827"/>
              <a:gd name="connsiteX61" fmla="*/ 9816083 w 12192000"/>
              <a:gd name="connsiteY61" fmla="*/ 416573 h 4939827"/>
              <a:gd name="connsiteX62" fmla="*/ 9936741 w 12192000"/>
              <a:gd name="connsiteY62" fmla="*/ 437044 h 4939827"/>
              <a:gd name="connsiteX63" fmla="*/ 10050093 w 12192000"/>
              <a:gd name="connsiteY63" fmla="*/ 443783 h 4939827"/>
              <a:gd name="connsiteX64" fmla="*/ 10130090 w 12192000"/>
              <a:gd name="connsiteY64" fmla="*/ 459520 h 4939827"/>
              <a:gd name="connsiteX65" fmla="*/ 10173456 w 12192000"/>
              <a:gd name="connsiteY65" fmla="*/ 457749 h 4939827"/>
              <a:gd name="connsiteX66" fmla="*/ 10218232 w 12192000"/>
              <a:gd name="connsiteY66" fmla="*/ 459820 h 4939827"/>
              <a:gd name="connsiteX67" fmla="*/ 10354176 w 12192000"/>
              <a:gd name="connsiteY67" fmla="*/ 471377 h 4939827"/>
              <a:gd name="connsiteX68" fmla="*/ 10430681 w 12192000"/>
              <a:gd name="connsiteY68" fmla="*/ 481226 h 4939827"/>
              <a:gd name="connsiteX69" fmla="*/ 10478169 w 12192000"/>
              <a:gd name="connsiteY69" fmla="*/ 481774 h 4939827"/>
              <a:gd name="connsiteX70" fmla="*/ 10540907 w 12192000"/>
              <a:gd name="connsiteY70" fmla="*/ 485607 h 4939827"/>
              <a:gd name="connsiteX71" fmla="*/ 10614941 w 12192000"/>
              <a:gd name="connsiteY71" fmla="*/ 487592 h 4939827"/>
              <a:gd name="connsiteX72" fmla="*/ 10674098 w 12192000"/>
              <a:gd name="connsiteY72" fmla="*/ 521656 h 4939827"/>
              <a:gd name="connsiteX73" fmla="*/ 10874834 w 12192000"/>
              <a:gd name="connsiteY73" fmla="*/ 574867 h 4939827"/>
              <a:gd name="connsiteX74" fmla="*/ 10944981 w 12192000"/>
              <a:gd name="connsiteY74" fmla="*/ 615042 h 4939827"/>
              <a:gd name="connsiteX75" fmla="*/ 11006376 w 12192000"/>
              <a:gd name="connsiteY75" fmla="*/ 645957 h 4939827"/>
              <a:gd name="connsiteX76" fmla="*/ 11076308 w 12192000"/>
              <a:gd name="connsiteY76" fmla="*/ 675698 h 4939827"/>
              <a:gd name="connsiteX77" fmla="*/ 11148789 w 12192000"/>
              <a:gd name="connsiteY77" fmla="*/ 685041 h 4939827"/>
              <a:gd name="connsiteX78" fmla="*/ 11249129 w 12192000"/>
              <a:gd name="connsiteY78" fmla="*/ 684218 h 4939827"/>
              <a:gd name="connsiteX79" fmla="*/ 11299915 w 12192000"/>
              <a:gd name="connsiteY79" fmla="*/ 692177 h 4939827"/>
              <a:gd name="connsiteX80" fmla="*/ 11386973 w 12192000"/>
              <a:gd name="connsiteY80" fmla="*/ 708209 h 4939827"/>
              <a:gd name="connsiteX81" fmla="*/ 11500105 w 12192000"/>
              <a:gd name="connsiteY81" fmla="*/ 735014 h 4939827"/>
              <a:gd name="connsiteX82" fmla="*/ 11621735 w 12192000"/>
              <a:gd name="connsiteY82" fmla="*/ 789584 h 4939827"/>
              <a:gd name="connsiteX83" fmla="*/ 11691200 w 12192000"/>
              <a:gd name="connsiteY83" fmla="*/ 867902 h 4939827"/>
              <a:gd name="connsiteX84" fmla="*/ 11819427 w 12192000"/>
              <a:gd name="connsiteY84" fmla="*/ 911634 h 4939827"/>
              <a:gd name="connsiteX85" fmla="*/ 11969720 w 12192000"/>
              <a:gd name="connsiteY85" fmla="*/ 964737 h 4939827"/>
              <a:gd name="connsiteX86" fmla="*/ 12055766 w 12192000"/>
              <a:gd name="connsiteY86" fmla="*/ 991268 h 4939827"/>
              <a:gd name="connsiteX87" fmla="*/ 12171539 w 12192000"/>
              <a:gd name="connsiteY87" fmla="*/ 995427 h 4939827"/>
              <a:gd name="connsiteX88" fmla="*/ 12187831 w 12192000"/>
              <a:gd name="connsiteY88" fmla="*/ 996580 h 4939827"/>
              <a:gd name="connsiteX89" fmla="*/ 12192000 w 12192000"/>
              <a:gd name="connsiteY89" fmla="*/ 996726 h 4939827"/>
              <a:gd name="connsiteX90" fmla="*/ 12192000 w 12192000"/>
              <a:gd name="connsiteY90" fmla="*/ 4939827 h 4939827"/>
              <a:gd name="connsiteX91" fmla="*/ 0 w 12192000"/>
              <a:gd name="connsiteY91" fmla="*/ 4939827 h 4939827"/>
              <a:gd name="connsiteX92" fmla="*/ 0 w 12192000"/>
              <a:gd name="connsiteY92" fmla="*/ 512043 h 4939827"/>
              <a:gd name="connsiteX93" fmla="*/ 7381 w 12192000"/>
              <a:gd name="connsiteY93" fmla="*/ 512580 h 4939827"/>
              <a:gd name="connsiteX94" fmla="*/ 100029 w 12192000"/>
              <a:gd name="connsiteY94" fmla="*/ 504758 h 4939827"/>
              <a:gd name="connsiteX95" fmla="*/ 155244 w 12192000"/>
              <a:gd name="connsiteY95" fmla="*/ 525130 h 4939827"/>
              <a:gd name="connsiteX96" fmla="*/ 254366 w 12192000"/>
              <a:gd name="connsiteY96" fmla="*/ 534449 h 4939827"/>
              <a:gd name="connsiteX97" fmla="*/ 447292 w 12192000"/>
              <a:gd name="connsiteY97" fmla="*/ 542725 h 4939827"/>
              <a:gd name="connsiteX98" fmla="*/ 628105 w 12192000"/>
              <a:gd name="connsiteY98" fmla="*/ 547853 h 4939827"/>
              <a:gd name="connsiteX99" fmla="*/ 783146 w 12192000"/>
              <a:gd name="connsiteY99" fmla="*/ 591799 h 4939827"/>
              <a:gd name="connsiteX100" fmla="*/ 1043676 w 12192000"/>
              <a:gd name="connsiteY100" fmla="*/ 591887 h 4939827"/>
              <a:gd name="connsiteX101" fmla="*/ 1281816 w 12192000"/>
              <a:gd name="connsiteY101" fmla="*/ 520946 h 4939827"/>
              <a:gd name="connsiteX102" fmla="*/ 1486347 w 12192000"/>
              <a:gd name="connsiteY102" fmla="*/ 487310 h 4939827"/>
              <a:gd name="connsiteX103" fmla="*/ 1568079 w 12192000"/>
              <a:gd name="connsiteY103" fmla="*/ 462531 h 4939827"/>
              <a:gd name="connsiteX104" fmla="*/ 1622516 w 12192000"/>
              <a:gd name="connsiteY104" fmla="*/ 466058 h 4939827"/>
              <a:gd name="connsiteX105" fmla="*/ 1655457 w 12192000"/>
              <a:gd name="connsiteY105" fmla="*/ 465359 h 4939827"/>
              <a:gd name="connsiteX106" fmla="*/ 1717454 w 12192000"/>
              <a:gd name="connsiteY106" fmla="*/ 417203 h 4939827"/>
              <a:gd name="connsiteX107" fmla="*/ 1913794 w 12192000"/>
              <a:gd name="connsiteY107" fmla="*/ 365255 h 4939827"/>
              <a:gd name="connsiteX108" fmla="*/ 2129762 w 12192000"/>
              <a:gd name="connsiteY108" fmla="*/ 367832 h 4939827"/>
              <a:gd name="connsiteX109" fmla="*/ 2376970 w 12192000"/>
              <a:gd name="connsiteY109" fmla="*/ 350129 h 4939827"/>
              <a:gd name="connsiteX110" fmla="*/ 2480155 w 12192000"/>
              <a:gd name="connsiteY110" fmla="*/ 359227 h 4939827"/>
              <a:gd name="connsiteX111" fmla="*/ 2586782 w 12192000"/>
              <a:gd name="connsiteY111" fmla="*/ 339352 h 4939827"/>
              <a:gd name="connsiteX112" fmla="*/ 2679617 w 12192000"/>
              <a:gd name="connsiteY112" fmla="*/ 305383 h 4939827"/>
              <a:gd name="connsiteX113" fmla="*/ 2788947 w 12192000"/>
              <a:gd name="connsiteY113" fmla="*/ 250375 h 4939827"/>
              <a:gd name="connsiteX114" fmla="*/ 2965530 w 12192000"/>
              <a:gd name="connsiteY114" fmla="*/ 245958 h 4939827"/>
              <a:gd name="connsiteX115" fmla="*/ 3103677 w 12192000"/>
              <a:gd name="connsiteY115" fmla="*/ 209527 h 4939827"/>
              <a:gd name="connsiteX116" fmla="*/ 3126759 w 12192000"/>
              <a:gd name="connsiteY116" fmla="*/ 211226 h 4939827"/>
              <a:gd name="connsiteX117" fmla="*/ 3164020 w 12192000"/>
              <a:gd name="connsiteY117" fmla="*/ 212779 h 4939827"/>
              <a:gd name="connsiteX118" fmla="*/ 3285019 w 12192000"/>
              <a:gd name="connsiteY118" fmla="*/ 220535 h 4939827"/>
              <a:gd name="connsiteX119" fmla="*/ 3365154 w 12192000"/>
              <a:gd name="connsiteY119" fmla="*/ 226416 h 4939827"/>
              <a:gd name="connsiteX120" fmla="*/ 3367507 w 12192000"/>
              <a:gd name="connsiteY120" fmla="*/ 225416 h 4939827"/>
              <a:gd name="connsiteX121" fmla="*/ 3387567 w 12192000"/>
              <a:gd name="connsiteY121" fmla="*/ 227103 h 4939827"/>
              <a:gd name="connsiteX122" fmla="*/ 3498001 w 12192000"/>
              <a:gd name="connsiteY122" fmla="*/ 231941 h 4939827"/>
              <a:gd name="connsiteX123" fmla="*/ 3561557 w 12192000"/>
              <a:gd name="connsiteY123" fmla="*/ 228095 h 4939827"/>
              <a:gd name="connsiteX124" fmla="*/ 3611920 w 12192000"/>
              <a:gd name="connsiteY124" fmla="*/ 218094 h 4939827"/>
              <a:gd name="connsiteX125" fmla="*/ 3620528 w 12192000"/>
              <a:gd name="connsiteY125" fmla="*/ 218788 h 4939827"/>
              <a:gd name="connsiteX126" fmla="*/ 3620766 w 12192000"/>
              <a:gd name="connsiteY126" fmla="*/ 218511 h 4939827"/>
              <a:gd name="connsiteX127" fmla="*/ 3629977 w 12192000"/>
              <a:gd name="connsiteY127" fmla="*/ 218664 h 4939827"/>
              <a:gd name="connsiteX128" fmla="*/ 3636217 w 12192000"/>
              <a:gd name="connsiteY128" fmla="*/ 220048 h 4939827"/>
              <a:gd name="connsiteX129" fmla="*/ 3709484 w 12192000"/>
              <a:gd name="connsiteY129" fmla="*/ 186927 h 4939827"/>
              <a:gd name="connsiteX130" fmla="*/ 3761342 w 12192000"/>
              <a:gd name="connsiteY130" fmla="*/ 177474 h 4939827"/>
              <a:gd name="connsiteX131" fmla="*/ 3799748 w 12192000"/>
              <a:gd name="connsiteY131" fmla="*/ 167154 h 4939827"/>
              <a:gd name="connsiteX132" fmla="*/ 3922756 w 12192000"/>
              <a:gd name="connsiteY132" fmla="*/ 194044 h 4939827"/>
              <a:gd name="connsiteX133" fmla="*/ 4028476 w 12192000"/>
              <a:gd name="connsiteY133" fmla="*/ 223679 h 4939827"/>
              <a:gd name="connsiteX134" fmla="*/ 4191582 w 12192000"/>
              <a:gd name="connsiteY134" fmla="*/ 238952 h 4939827"/>
              <a:gd name="connsiteX135" fmla="*/ 4251024 w 12192000"/>
              <a:gd name="connsiteY135" fmla="*/ 240874 h 4939827"/>
              <a:gd name="connsiteX136" fmla="*/ 4355275 w 12192000"/>
              <a:gd name="connsiteY136" fmla="*/ 260205 h 4939827"/>
              <a:gd name="connsiteX137" fmla="*/ 4423807 w 12192000"/>
              <a:gd name="connsiteY137" fmla="*/ 270366 h 4939827"/>
              <a:gd name="connsiteX138" fmla="*/ 4558432 w 12192000"/>
              <a:gd name="connsiteY138" fmla="*/ 269194 h 4939827"/>
              <a:gd name="connsiteX139" fmla="*/ 4635061 w 12192000"/>
              <a:gd name="connsiteY139" fmla="*/ 280682 h 4939827"/>
              <a:gd name="connsiteX140" fmla="*/ 4807427 w 12192000"/>
              <a:gd name="connsiteY140" fmla="*/ 276835 h 4939827"/>
              <a:gd name="connsiteX141" fmla="*/ 5028933 w 12192000"/>
              <a:gd name="connsiteY141" fmla="*/ 183887 h 4939827"/>
              <a:gd name="connsiteX142" fmla="*/ 5093642 w 12192000"/>
              <a:gd name="connsiteY142" fmla="*/ 177214 h 4939827"/>
              <a:gd name="connsiteX143" fmla="*/ 5102642 w 12192000"/>
              <a:gd name="connsiteY143" fmla="*/ 186816 h 4939827"/>
              <a:gd name="connsiteX144" fmla="*/ 5193590 w 12192000"/>
              <a:gd name="connsiteY144" fmla="*/ 156458 h 4939827"/>
              <a:gd name="connsiteX145" fmla="*/ 5323922 w 12192000"/>
              <a:gd name="connsiteY145" fmla="*/ 146332 h 4939827"/>
              <a:gd name="connsiteX146" fmla="*/ 5421860 w 12192000"/>
              <a:gd name="connsiteY146" fmla="*/ 167298 h 4939827"/>
              <a:gd name="connsiteX147" fmla="*/ 5476948 w 12192000"/>
              <a:gd name="connsiteY147" fmla="*/ 173249 h 4939827"/>
              <a:gd name="connsiteX148" fmla="*/ 5516842 w 12192000"/>
              <a:gd name="connsiteY148" fmla="*/ 184018 h 4939827"/>
              <a:gd name="connsiteX149" fmla="*/ 5619415 w 12192000"/>
              <a:gd name="connsiteY149" fmla="*/ 176781 h 4939827"/>
              <a:gd name="connsiteX150" fmla="*/ 5789867 w 12192000"/>
              <a:gd name="connsiteY150" fmla="*/ 150304 h 4939827"/>
              <a:gd name="connsiteX151" fmla="*/ 5825953 w 12192000"/>
              <a:gd name="connsiteY151" fmla="*/ 147907 h 4939827"/>
              <a:gd name="connsiteX152" fmla="*/ 5856168 w 12192000"/>
              <a:gd name="connsiteY152" fmla="*/ 158719 h 4939827"/>
              <a:gd name="connsiteX153" fmla="*/ 5862476 w 12192000"/>
              <a:gd name="connsiteY153" fmla="*/ 172447 h 4939827"/>
              <a:gd name="connsiteX154" fmla="*/ 5882195 w 12192000"/>
              <a:gd name="connsiteY154" fmla="*/ 173195 h 4939827"/>
              <a:gd name="connsiteX155" fmla="*/ 5887271 w 12192000"/>
              <a:gd name="connsiteY155" fmla="*/ 176084 h 4939827"/>
              <a:gd name="connsiteX156" fmla="*/ 5921577 w 12192000"/>
              <a:gd name="connsiteY156" fmla="*/ 169858 h 4939827"/>
              <a:gd name="connsiteX157" fmla="*/ 5983240 w 12192000"/>
              <a:gd name="connsiteY157" fmla="*/ 152755 h 4939827"/>
              <a:gd name="connsiteX158" fmla="*/ 6152287 w 12192000"/>
              <a:gd name="connsiteY158" fmla="*/ 116736 h 4939827"/>
              <a:gd name="connsiteX159" fmla="*/ 6415830 w 12192000"/>
              <a:gd name="connsiteY159" fmla="*/ 136006 h 4939827"/>
              <a:gd name="connsiteX160" fmla="*/ 6756965 w 12192000"/>
              <a:gd name="connsiteY160" fmla="*/ 57636 h 4939827"/>
              <a:gd name="connsiteX161" fmla="*/ 6819400 w 12192000"/>
              <a:gd name="connsiteY161" fmla="*/ 30742 h 4939827"/>
              <a:gd name="connsiteX162" fmla="*/ 6986370 w 12192000"/>
              <a:gd name="connsiteY162" fmla="*/ 12659 h 4939827"/>
              <a:gd name="connsiteX163" fmla="*/ 6989536 w 12192000"/>
              <a:gd name="connsiteY163" fmla="*/ 14528 h 4939827"/>
              <a:gd name="connsiteX164" fmla="*/ 7015933 w 12192000"/>
              <a:gd name="connsiteY164" fmla="*/ 9653 h 4939827"/>
              <a:gd name="connsiteX165" fmla="*/ 7020592 w 12192000"/>
              <a:gd name="connsiteY165" fmla="*/ 1651 h 4939827"/>
              <a:gd name="connsiteX166" fmla="*/ 7025905 w 12192000"/>
              <a:gd name="connsiteY166" fmla="*/ 0 h 4939827"/>
              <a:gd name="connsiteX0" fmla="*/ 7025905 w 12192000"/>
              <a:gd name="connsiteY0" fmla="*/ 0 h 4939827"/>
              <a:gd name="connsiteX1" fmla="*/ 7032579 w 12192000"/>
              <a:gd name="connsiteY1" fmla="*/ 2808 h 4939827"/>
              <a:gd name="connsiteX2" fmla="*/ 7079505 w 12192000"/>
              <a:gd name="connsiteY2" fmla="*/ 12971 h 4939827"/>
              <a:gd name="connsiteX3" fmla="*/ 7158791 w 12192000"/>
              <a:gd name="connsiteY3" fmla="*/ 12462 h 4939827"/>
              <a:gd name="connsiteX4" fmla="*/ 7233338 w 12192000"/>
              <a:gd name="connsiteY4" fmla="*/ 24846 h 4939827"/>
              <a:gd name="connsiteX5" fmla="*/ 7259791 w 12192000"/>
              <a:gd name="connsiteY5" fmla="*/ 29557 h 4939827"/>
              <a:gd name="connsiteX6" fmla="*/ 7263923 w 12192000"/>
              <a:gd name="connsiteY6" fmla="*/ 35029 h 4939827"/>
              <a:gd name="connsiteX7" fmla="*/ 7281549 w 12192000"/>
              <a:gd name="connsiteY7" fmla="*/ 39654 h 4939827"/>
              <a:gd name="connsiteX8" fmla="*/ 7374735 w 12192000"/>
              <a:gd name="connsiteY8" fmla="*/ 65326 h 4939827"/>
              <a:gd name="connsiteX9" fmla="*/ 7376078 w 12192000"/>
              <a:gd name="connsiteY9" fmla="*/ 63849 h 4939827"/>
              <a:gd name="connsiteX10" fmla="*/ 7402026 w 12192000"/>
              <a:gd name="connsiteY10" fmla="*/ 60308 h 4939827"/>
              <a:gd name="connsiteX11" fmla="*/ 7415091 w 12192000"/>
              <a:gd name="connsiteY11" fmla="*/ 77403 h 4939827"/>
              <a:gd name="connsiteX12" fmla="*/ 7488682 w 12192000"/>
              <a:gd name="connsiteY12" fmla="*/ 83440 h 4939827"/>
              <a:gd name="connsiteX13" fmla="*/ 7588044 w 12192000"/>
              <a:gd name="connsiteY13" fmla="*/ 110756 h 4939827"/>
              <a:gd name="connsiteX14" fmla="*/ 7732750 w 12192000"/>
              <a:gd name="connsiteY14" fmla="*/ 145456 h 4939827"/>
              <a:gd name="connsiteX15" fmla="*/ 7785900 w 12192000"/>
              <a:gd name="connsiteY15" fmla="*/ 154493 h 4939827"/>
              <a:gd name="connsiteX16" fmla="*/ 7877301 w 12192000"/>
              <a:gd name="connsiteY16" fmla="*/ 186153 h 4939827"/>
              <a:gd name="connsiteX17" fmla="*/ 7952584 w 12192000"/>
              <a:gd name="connsiteY17" fmla="*/ 170181 h 4939827"/>
              <a:gd name="connsiteX18" fmla="*/ 8009534 w 12192000"/>
              <a:gd name="connsiteY18" fmla="*/ 176441 h 4939827"/>
              <a:gd name="connsiteX19" fmla="*/ 8058681 w 12192000"/>
              <a:gd name="connsiteY19" fmla="*/ 219431 h 4939827"/>
              <a:gd name="connsiteX20" fmla="*/ 8126175 w 12192000"/>
              <a:gd name="connsiteY20" fmla="*/ 240005 h 4939827"/>
              <a:gd name="connsiteX21" fmla="*/ 8166439 w 12192000"/>
              <a:gd name="connsiteY21" fmla="*/ 252699 h 4939827"/>
              <a:gd name="connsiteX22" fmla="*/ 8281371 w 12192000"/>
              <a:gd name="connsiteY22" fmla="*/ 256875 h 4939827"/>
              <a:gd name="connsiteX23" fmla="*/ 8381609 w 12192000"/>
              <a:gd name="connsiteY23" fmla="*/ 240618 h 4939827"/>
              <a:gd name="connsiteX24" fmla="*/ 8406759 w 12192000"/>
              <a:gd name="connsiteY24" fmla="*/ 232517 h 4939827"/>
              <a:gd name="connsiteX25" fmla="*/ 8426506 w 12192000"/>
              <a:gd name="connsiteY25" fmla="*/ 241842 h 4939827"/>
              <a:gd name="connsiteX26" fmla="*/ 8427949 w 12192000"/>
              <a:gd name="connsiteY26" fmla="*/ 240981 h 4939827"/>
              <a:gd name="connsiteX27" fmla="*/ 8441468 w 12192000"/>
              <a:gd name="connsiteY27" fmla="*/ 241157 h 4939827"/>
              <a:gd name="connsiteX28" fmla="*/ 8565757 w 12192000"/>
              <a:gd name="connsiteY28" fmla="*/ 255317 h 4939827"/>
              <a:gd name="connsiteX29" fmla="*/ 8573171 w 12192000"/>
              <a:gd name="connsiteY29" fmla="*/ 258426 h 4939827"/>
              <a:gd name="connsiteX30" fmla="*/ 8573548 w 12192000"/>
              <a:gd name="connsiteY30" fmla="*/ 258241 h 4939827"/>
              <a:gd name="connsiteX31" fmla="*/ 8581827 w 12192000"/>
              <a:gd name="connsiteY31" fmla="*/ 261028 h 4939827"/>
              <a:gd name="connsiteX32" fmla="*/ 8586687 w 12192000"/>
              <a:gd name="connsiteY32" fmla="*/ 264089 h 4939827"/>
              <a:gd name="connsiteX33" fmla="*/ 8601067 w 12192000"/>
              <a:gd name="connsiteY33" fmla="*/ 270114 h 4939827"/>
              <a:gd name="connsiteX34" fmla="*/ 8672650 w 12192000"/>
              <a:gd name="connsiteY34" fmla="*/ 254821 h 4939827"/>
              <a:gd name="connsiteX35" fmla="*/ 8785543 w 12192000"/>
              <a:gd name="connsiteY35" fmla="*/ 263406 h 4939827"/>
              <a:gd name="connsiteX36" fmla="*/ 8830588 w 12192000"/>
              <a:gd name="connsiteY36" fmla="*/ 265483 h 4939827"/>
              <a:gd name="connsiteX37" fmla="*/ 8905142 w 12192000"/>
              <a:gd name="connsiteY37" fmla="*/ 264958 h 4939827"/>
              <a:gd name="connsiteX38" fmla="*/ 8968582 w 12192000"/>
              <a:gd name="connsiteY38" fmla="*/ 262728 h 4939827"/>
              <a:gd name="connsiteX39" fmla="*/ 8972994 w 12192000"/>
              <a:gd name="connsiteY39" fmla="*/ 263284 h 4939827"/>
              <a:gd name="connsiteX40" fmla="*/ 9004605 w 12192000"/>
              <a:gd name="connsiteY40" fmla="*/ 258041 h 4939827"/>
              <a:gd name="connsiteX41" fmla="*/ 9016165 w 12192000"/>
              <a:gd name="connsiteY41" fmla="*/ 261258 h 4939827"/>
              <a:gd name="connsiteX42" fmla="*/ 9043297 w 12192000"/>
              <a:gd name="connsiteY42" fmla="*/ 281547 h 4939827"/>
              <a:gd name="connsiteX43" fmla="*/ 9048315 w 12192000"/>
              <a:gd name="connsiteY43" fmla="*/ 279264 h 4939827"/>
              <a:gd name="connsiteX44" fmla="*/ 9054706 w 12192000"/>
              <a:gd name="connsiteY44" fmla="*/ 278538 h 4939827"/>
              <a:gd name="connsiteX45" fmla="*/ 9070919 w 12192000"/>
              <a:gd name="connsiteY45" fmla="*/ 281810 h 4939827"/>
              <a:gd name="connsiteX46" fmla="*/ 9076813 w 12192000"/>
              <a:gd name="connsiteY46" fmla="*/ 283909 h 4939827"/>
              <a:gd name="connsiteX47" fmla="*/ 9085871 w 12192000"/>
              <a:gd name="connsiteY47" fmla="*/ 285133 h 4939827"/>
              <a:gd name="connsiteX48" fmla="*/ 9086159 w 12192000"/>
              <a:gd name="connsiteY48" fmla="*/ 284887 h 4939827"/>
              <a:gd name="connsiteX49" fmla="*/ 9134606 w 12192000"/>
              <a:gd name="connsiteY49" fmla="*/ 288168 h 4939827"/>
              <a:gd name="connsiteX50" fmla="*/ 9195590 w 12192000"/>
              <a:gd name="connsiteY50" fmla="*/ 279568 h 4939827"/>
              <a:gd name="connsiteX51" fmla="*/ 9219336 w 12192000"/>
              <a:gd name="connsiteY51" fmla="*/ 278133 h 4939827"/>
              <a:gd name="connsiteX52" fmla="*/ 9232362 w 12192000"/>
              <a:gd name="connsiteY52" fmla="*/ 275894 h 4939827"/>
              <a:gd name="connsiteX53" fmla="*/ 9233396 w 12192000"/>
              <a:gd name="connsiteY53" fmla="*/ 274803 h 4939827"/>
              <a:gd name="connsiteX54" fmla="*/ 9256213 w 12192000"/>
              <a:gd name="connsiteY54" fmla="*/ 281576 h 4939827"/>
              <a:gd name="connsiteX55" fmla="*/ 9287089 w 12192000"/>
              <a:gd name="connsiteY55" fmla="*/ 303891 h 4939827"/>
              <a:gd name="connsiteX56" fmla="*/ 9371484 w 12192000"/>
              <a:gd name="connsiteY56" fmla="*/ 329634 h 4939827"/>
              <a:gd name="connsiteX57" fmla="*/ 9404829 w 12192000"/>
              <a:gd name="connsiteY57" fmla="*/ 339038 h 4939827"/>
              <a:gd name="connsiteX58" fmla="*/ 9427021 w 12192000"/>
              <a:gd name="connsiteY58" fmla="*/ 358784 h 4939827"/>
              <a:gd name="connsiteX59" fmla="*/ 9670844 w 12192000"/>
              <a:gd name="connsiteY59" fmla="*/ 405128 h 4939827"/>
              <a:gd name="connsiteX60" fmla="*/ 9816083 w 12192000"/>
              <a:gd name="connsiteY60" fmla="*/ 416573 h 4939827"/>
              <a:gd name="connsiteX61" fmla="*/ 9936741 w 12192000"/>
              <a:gd name="connsiteY61" fmla="*/ 437044 h 4939827"/>
              <a:gd name="connsiteX62" fmla="*/ 10050093 w 12192000"/>
              <a:gd name="connsiteY62" fmla="*/ 443783 h 4939827"/>
              <a:gd name="connsiteX63" fmla="*/ 10130090 w 12192000"/>
              <a:gd name="connsiteY63" fmla="*/ 459520 h 4939827"/>
              <a:gd name="connsiteX64" fmla="*/ 10173456 w 12192000"/>
              <a:gd name="connsiteY64" fmla="*/ 457749 h 4939827"/>
              <a:gd name="connsiteX65" fmla="*/ 10218232 w 12192000"/>
              <a:gd name="connsiteY65" fmla="*/ 459820 h 4939827"/>
              <a:gd name="connsiteX66" fmla="*/ 10354176 w 12192000"/>
              <a:gd name="connsiteY66" fmla="*/ 471377 h 4939827"/>
              <a:gd name="connsiteX67" fmla="*/ 10430681 w 12192000"/>
              <a:gd name="connsiteY67" fmla="*/ 481226 h 4939827"/>
              <a:gd name="connsiteX68" fmla="*/ 10478169 w 12192000"/>
              <a:gd name="connsiteY68" fmla="*/ 481774 h 4939827"/>
              <a:gd name="connsiteX69" fmla="*/ 10540907 w 12192000"/>
              <a:gd name="connsiteY69" fmla="*/ 485607 h 4939827"/>
              <a:gd name="connsiteX70" fmla="*/ 10614941 w 12192000"/>
              <a:gd name="connsiteY70" fmla="*/ 487592 h 4939827"/>
              <a:gd name="connsiteX71" fmla="*/ 10674098 w 12192000"/>
              <a:gd name="connsiteY71" fmla="*/ 521656 h 4939827"/>
              <a:gd name="connsiteX72" fmla="*/ 10874834 w 12192000"/>
              <a:gd name="connsiteY72" fmla="*/ 574867 h 4939827"/>
              <a:gd name="connsiteX73" fmla="*/ 10944981 w 12192000"/>
              <a:gd name="connsiteY73" fmla="*/ 615042 h 4939827"/>
              <a:gd name="connsiteX74" fmla="*/ 11006376 w 12192000"/>
              <a:gd name="connsiteY74" fmla="*/ 645957 h 4939827"/>
              <a:gd name="connsiteX75" fmla="*/ 11076308 w 12192000"/>
              <a:gd name="connsiteY75" fmla="*/ 675698 h 4939827"/>
              <a:gd name="connsiteX76" fmla="*/ 11148789 w 12192000"/>
              <a:gd name="connsiteY76" fmla="*/ 685041 h 4939827"/>
              <a:gd name="connsiteX77" fmla="*/ 11249129 w 12192000"/>
              <a:gd name="connsiteY77" fmla="*/ 684218 h 4939827"/>
              <a:gd name="connsiteX78" fmla="*/ 11299915 w 12192000"/>
              <a:gd name="connsiteY78" fmla="*/ 692177 h 4939827"/>
              <a:gd name="connsiteX79" fmla="*/ 11386973 w 12192000"/>
              <a:gd name="connsiteY79" fmla="*/ 708209 h 4939827"/>
              <a:gd name="connsiteX80" fmla="*/ 11500105 w 12192000"/>
              <a:gd name="connsiteY80" fmla="*/ 735014 h 4939827"/>
              <a:gd name="connsiteX81" fmla="*/ 11621735 w 12192000"/>
              <a:gd name="connsiteY81" fmla="*/ 789584 h 4939827"/>
              <a:gd name="connsiteX82" fmla="*/ 11691200 w 12192000"/>
              <a:gd name="connsiteY82" fmla="*/ 867902 h 4939827"/>
              <a:gd name="connsiteX83" fmla="*/ 11819427 w 12192000"/>
              <a:gd name="connsiteY83" fmla="*/ 911634 h 4939827"/>
              <a:gd name="connsiteX84" fmla="*/ 11969720 w 12192000"/>
              <a:gd name="connsiteY84" fmla="*/ 964737 h 4939827"/>
              <a:gd name="connsiteX85" fmla="*/ 12055766 w 12192000"/>
              <a:gd name="connsiteY85" fmla="*/ 991268 h 4939827"/>
              <a:gd name="connsiteX86" fmla="*/ 12171539 w 12192000"/>
              <a:gd name="connsiteY86" fmla="*/ 995427 h 4939827"/>
              <a:gd name="connsiteX87" fmla="*/ 12187831 w 12192000"/>
              <a:gd name="connsiteY87" fmla="*/ 996580 h 4939827"/>
              <a:gd name="connsiteX88" fmla="*/ 12192000 w 12192000"/>
              <a:gd name="connsiteY88" fmla="*/ 996726 h 4939827"/>
              <a:gd name="connsiteX89" fmla="*/ 12192000 w 12192000"/>
              <a:gd name="connsiteY89" fmla="*/ 4939827 h 4939827"/>
              <a:gd name="connsiteX90" fmla="*/ 0 w 12192000"/>
              <a:gd name="connsiteY90" fmla="*/ 4939827 h 4939827"/>
              <a:gd name="connsiteX91" fmla="*/ 0 w 12192000"/>
              <a:gd name="connsiteY91" fmla="*/ 512043 h 4939827"/>
              <a:gd name="connsiteX92" fmla="*/ 7381 w 12192000"/>
              <a:gd name="connsiteY92" fmla="*/ 512580 h 4939827"/>
              <a:gd name="connsiteX93" fmla="*/ 100029 w 12192000"/>
              <a:gd name="connsiteY93" fmla="*/ 504758 h 4939827"/>
              <a:gd name="connsiteX94" fmla="*/ 155244 w 12192000"/>
              <a:gd name="connsiteY94" fmla="*/ 525130 h 4939827"/>
              <a:gd name="connsiteX95" fmla="*/ 254366 w 12192000"/>
              <a:gd name="connsiteY95" fmla="*/ 534449 h 4939827"/>
              <a:gd name="connsiteX96" fmla="*/ 447292 w 12192000"/>
              <a:gd name="connsiteY96" fmla="*/ 542725 h 4939827"/>
              <a:gd name="connsiteX97" fmla="*/ 628105 w 12192000"/>
              <a:gd name="connsiteY97" fmla="*/ 547853 h 4939827"/>
              <a:gd name="connsiteX98" fmla="*/ 783146 w 12192000"/>
              <a:gd name="connsiteY98" fmla="*/ 591799 h 4939827"/>
              <a:gd name="connsiteX99" fmla="*/ 1043676 w 12192000"/>
              <a:gd name="connsiteY99" fmla="*/ 591887 h 4939827"/>
              <a:gd name="connsiteX100" fmla="*/ 1281816 w 12192000"/>
              <a:gd name="connsiteY100" fmla="*/ 520946 h 4939827"/>
              <a:gd name="connsiteX101" fmla="*/ 1486347 w 12192000"/>
              <a:gd name="connsiteY101" fmla="*/ 487310 h 4939827"/>
              <a:gd name="connsiteX102" fmla="*/ 1568079 w 12192000"/>
              <a:gd name="connsiteY102" fmla="*/ 462531 h 4939827"/>
              <a:gd name="connsiteX103" fmla="*/ 1622516 w 12192000"/>
              <a:gd name="connsiteY103" fmla="*/ 466058 h 4939827"/>
              <a:gd name="connsiteX104" fmla="*/ 1655457 w 12192000"/>
              <a:gd name="connsiteY104" fmla="*/ 465359 h 4939827"/>
              <a:gd name="connsiteX105" fmla="*/ 1717454 w 12192000"/>
              <a:gd name="connsiteY105" fmla="*/ 417203 h 4939827"/>
              <a:gd name="connsiteX106" fmla="*/ 1913794 w 12192000"/>
              <a:gd name="connsiteY106" fmla="*/ 365255 h 4939827"/>
              <a:gd name="connsiteX107" fmla="*/ 2129762 w 12192000"/>
              <a:gd name="connsiteY107" fmla="*/ 367832 h 4939827"/>
              <a:gd name="connsiteX108" fmla="*/ 2376970 w 12192000"/>
              <a:gd name="connsiteY108" fmla="*/ 350129 h 4939827"/>
              <a:gd name="connsiteX109" fmla="*/ 2480155 w 12192000"/>
              <a:gd name="connsiteY109" fmla="*/ 359227 h 4939827"/>
              <a:gd name="connsiteX110" fmla="*/ 2586782 w 12192000"/>
              <a:gd name="connsiteY110" fmla="*/ 339352 h 4939827"/>
              <a:gd name="connsiteX111" fmla="*/ 2679617 w 12192000"/>
              <a:gd name="connsiteY111" fmla="*/ 305383 h 4939827"/>
              <a:gd name="connsiteX112" fmla="*/ 2788947 w 12192000"/>
              <a:gd name="connsiteY112" fmla="*/ 250375 h 4939827"/>
              <a:gd name="connsiteX113" fmla="*/ 2965530 w 12192000"/>
              <a:gd name="connsiteY113" fmla="*/ 245958 h 4939827"/>
              <a:gd name="connsiteX114" fmla="*/ 3103677 w 12192000"/>
              <a:gd name="connsiteY114" fmla="*/ 209527 h 4939827"/>
              <a:gd name="connsiteX115" fmla="*/ 3126759 w 12192000"/>
              <a:gd name="connsiteY115" fmla="*/ 211226 h 4939827"/>
              <a:gd name="connsiteX116" fmla="*/ 3164020 w 12192000"/>
              <a:gd name="connsiteY116" fmla="*/ 212779 h 4939827"/>
              <a:gd name="connsiteX117" fmla="*/ 3285019 w 12192000"/>
              <a:gd name="connsiteY117" fmla="*/ 220535 h 4939827"/>
              <a:gd name="connsiteX118" fmla="*/ 3365154 w 12192000"/>
              <a:gd name="connsiteY118" fmla="*/ 226416 h 4939827"/>
              <a:gd name="connsiteX119" fmla="*/ 3367507 w 12192000"/>
              <a:gd name="connsiteY119" fmla="*/ 225416 h 4939827"/>
              <a:gd name="connsiteX120" fmla="*/ 3387567 w 12192000"/>
              <a:gd name="connsiteY120" fmla="*/ 227103 h 4939827"/>
              <a:gd name="connsiteX121" fmla="*/ 3498001 w 12192000"/>
              <a:gd name="connsiteY121" fmla="*/ 231941 h 4939827"/>
              <a:gd name="connsiteX122" fmla="*/ 3561557 w 12192000"/>
              <a:gd name="connsiteY122" fmla="*/ 228095 h 4939827"/>
              <a:gd name="connsiteX123" fmla="*/ 3611920 w 12192000"/>
              <a:gd name="connsiteY123" fmla="*/ 218094 h 4939827"/>
              <a:gd name="connsiteX124" fmla="*/ 3620528 w 12192000"/>
              <a:gd name="connsiteY124" fmla="*/ 218788 h 4939827"/>
              <a:gd name="connsiteX125" fmla="*/ 3620766 w 12192000"/>
              <a:gd name="connsiteY125" fmla="*/ 218511 h 4939827"/>
              <a:gd name="connsiteX126" fmla="*/ 3629977 w 12192000"/>
              <a:gd name="connsiteY126" fmla="*/ 218664 h 4939827"/>
              <a:gd name="connsiteX127" fmla="*/ 3636217 w 12192000"/>
              <a:gd name="connsiteY127" fmla="*/ 220048 h 4939827"/>
              <a:gd name="connsiteX128" fmla="*/ 3709484 w 12192000"/>
              <a:gd name="connsiteY128" fmla="*/ 186927 h 4939827"/>
              <a:gd name="connsiteX129" fmla="*/ 3761342 w 12192000"/>
              <a:gd name="connsiteY129" fmla="*/ 177474 h 4939827"/>
              <a:gd name="connsiteX130" fmla="*/ 3799748 w 12192000"/>
              <a:gd name="connsiteY130" fmla="*/ 167154 h 4939827"/>
              <a:gd name="connsiteX131" fmla="*/ 3922756 w 12192000"/>
              <a:gd name="connsiteY131" fmla="*/ 194044 h 4939827"/>
              <a:gd name="connsiteX132" fmla="*/ 4028476 w 12192000"/>
              <a:gd name="connsiteY132" fmla="*/ 223679 h 4939827"/>
              <a:gd name="connsiteX133" fmla="*/ 4191582 w 12192000"/>
              <a:gd name="connsiteY133" fmla="*/ 238952 h 4939827"/>
              <a:gd name="connsiteX134" fmla="*/ 4251024 w 12192000"/>
              <a:gd name="connsiteY134" fmla="*/ 240874 h 4939827"/>
              <a:gd name="connsiteX135" fmla="*/ 4355275 w 12192000"/>
              <a:gd name="connsiteY135" fmla="*/ 260205 h 4939827"/>
              <a:gd name="connsiteX136" fmla="*/ 4423807 w 12192000"/>
              <a:gd name="connsiteY136" fmla="*/ 270366 h 4939827"/>
              <a:gd name="connsiteX137" fmla="*/ 4558432 w 12192000"/>
              <a:gd name="connsiteY137" fmla="*/ 269194 h 4939827"/>
              <a:gd name="connsiteX138" fmla="*/ 4635061 w 12192000"/>
              <a:gd name="connsiteY138" fmla="*/ 280682 h 4939827"/>
              <a:gd name="connsiteX139" fmla="*/ 4807427 w 12192000"/>
              <a:gd name="connsiteY139" fmla="*/ 276835 h 4939827"/>
              <a:gd name="connsiteX140" fmla="*/ 5028933 w 12192000"/>
              <a:gd name="connsiteY140" fmla="*/ 183887 h 4939827"/>
              <a:gd name="connsiteX141" fmla="*/ 5093642 w 12192000"/>
              <a:gd name="connsiteY141" fmla="*/ 177214 h 4939827"/>
              <a:gd name="connsiteX142" fmla="*/ 5102642 w 12192000"/>
              <a:gd name="connsiteY142" fmla="*/ 186816 h 4939827"/>
              <a:gd name="connsiteX143" fmla="*/ 5193590 w 12192000"/>
              <a:gd name="connsiteY143" fmla="*/ 156458 h 4939827"/>
              <a:gd name="connsiteX144" fmla="*/ 5323922 w 12192000"/>
              <a:gd name="connsiteY144" fmla="*/ 146332 h 4939827"/>
              <a:gd name="connsiteX145" fmla="*/ 5421860 w 12192000"/>
              <a:gd name="connsiteY145" fmla="*/ 167298 h 4939827"/>
              <a:gd name="connsiteX146" fmla="*/ 5476948 w 12192000"/>
              <a:gd name="connsiteY146" fmla="*/ 173249 h 4939827"/>
              <a:gd name="connsiteX147" fmla="*/ 5516842 w 12192000"/>
              <a:gd name="connsiteY147" fmla="*/ 184018 h 4939827"/>
              <a:gd name="connsiteX148" fmla="*/ 5619415 w 12192000"/>
              <a:gd name="connsiteY148" fmla="*/ 176781 h 4939827"/>
              <a:gd name="connsiteX149" fmla="*/ 5789867 w 12192000"/>
              <a:gd name="connsiteY149" fmla="*/ 150304 h 4939827"/>
              <a:gd name="connsiteX150" fmla="*/ 5825953 w 12192000"/>
              <a:gd name="connsiteY150" fmla="*/ 147907 h 4939827"/>
              <a:gd name="connsiteX151" fmla="*/ 5856168 w 12192000"/>
              <a:gd name="connsiteY151" fmla="*/ 158719 h 4939827"/>
              <a:gd name="connsiteX152" fmla="*/ 5862476 w 12192000"/>
              <a:gd name="connsiteY152" fmla="*/ 172447 h 4939827"/>
              <a:gd name="connsiteX153" fmla="*/ 5882195 w 12192000"/>
              <a:gd name="connsiteY153" fmla="*/ 173195 h 4939827"/>
              <a:gd name="connsiteX154" fmla="*/ 5887271 w 12192000"/>
              <a:gd name="connsiteY154" fmla="*/ 176084 h 4939827"/>
              <a:gd name="connsiteX155" fmla="*/ 5921577 w 12192000"/>
              <a:gd name="connsiteY155" fmla="*/ 169858 h 4939827"/>
              <a:gd name="connsiteX156" fmla="*/ 5983240 w 12192000"/>
              <a:gd name="connsiteY156" fmla="*/ 152755 h 4939827"/>
              <a:gd name="connsiteX157" fmla="*/ 6152287 w 12192000"/>
              <a:gd name="connsiteY157" fmla="*/ 116736 h 4939827"/>
              <a:gd name="connsiteX158" fmla="*/ 6415830 w 12192000"/>
              <a:gd name="connsiteY158" fmla="*/ 136006 h 4939827"/>
              <a:gd name="connsiteX159" fmla="*/ 6756965 w 12192000"/>
              <a:gd name="connsiteY159" fmla="*/ 57636 h 4939827"/>
              <a:gd name="connsiteX160" fmla="*/ 6819400 w 12192000"/>
              <a:gd name="connsiteY160" fmla="*/ 30742 h 4939827"/>
              <a:gd name="connsiteX161" fmla="*/ 6986370 w 12192000"/>
              <a:gd name="connsiteY161" fmla="*/ 12659 h 4939827"/>
              <a:gd name="connsiteX162" fmla="*/ 6989536 w 12192000"/>
              <a:gd name="connsiteY162" fmla="*/ 14528 h 4939827"/>
              <a:gd name="connsiteX163" fmla="*/ 7015933 w 12192000"/>
              <a:gd name="connsiteY163" fmla="*/ 9653 h 4939827"/>
              <a:gd name="connsiteX164" fmla="*/ 7020592 w 12192000"/>
              <a:gd name="connsiteY164" fmla="*/ 1651 h 4939827"/>
              <a:gd name="connsiteX165" fmla="*/ 7025905 w 12192000"/>
              <a:gd name="connsiteY165" fmla="*/ 0 h 4939827"/>
              <a:gd name="connsiteX0" fmla="*/ 7025905 w 12192000"/>
              <a:gd name="connsiteY0" fmla="*/ 0 h 4939827"/>
              <a:gd name="connsiteX1" fmla="*/ 7032579 w 12192000"/>
              <a:gd name="connsiteY1" fmla="*/ 2808 h 4939827"/>
              <a:gd name="connsiteX2" fmla="*/ 7079505 w 12192000"/>
              <a:gd name="connsiteY2" fmla="*/ 12971 h 4939827"/>
              <a:gd name="connsiteX3" fmla="*/ 7158791 w 12192000"/>
              <a:gd name="connsiteY3" fmla="*/ 12462 h 4939827"/>
              <a:gd name="connsiteX4" fmla="*/ 7233338 w 12192000"/>
              <a:gd name="connsiteY4" fmla="*/ 24846 h 4939827"/>
              <a:gd name="connsiteX5" fmla="*/ 7259791 w 12192000"/>
              <a:gd name="connsiteY5" fmla="*/ 29557 h 4939827"/>
              <a:gd name="connsiteX6" fmla="*/ 7263923 w 12192000"/>
              <a:gd name="connsiteY6" fmla="*/ 35029 h 4939827"/>
              <a:gd name="connsiteX7" fmla="*/ 7281549 w 12192000"/>
              <a:gd name="connsiteY7" fmla="*/ 39654 h 4939827"/>
              <a:gd name="connsiteX8" fmla="*/ 7374735 w 12192000"/>
              <a:gd name="connsiteY8" fmla="*/ 65326 h 4939827"/>
              <a:gd name="connsiteX9" fmla="*/ 7376078 w 12192000"/>
              <a:gd name="connsiteY9" fmla="*/ 63849 h 4939827"/>
              <a:gd name="connsiteX10" fmla="*/ 7402026 w 12192000"/>
              <a:gd name="connsiteY10" fmla="*/ 60308 h 4939827"/>
              <a:gd name="connsiteX11" fmla="*/ 7415091 w 12192000"/>
              <a:gd name="connsiteY11" fmla="*/ 77403 h 4939827"/>
              <a:gd name="connsiteX12" fmla="*/ 7488682 w 12192000"/>
              <a:gd name="connsiteY12" fmla="*/ 83440 h 4939827"/>
              <a:gd name="connsiteX13" fmla="*/ 7588044 w 12192000"/>
              <a:gd name="connsiteY13" fmla="*/ 110756 h 4939827"/>
              <a:gd name="connsiteX14" fmla="*/ 7732750 w 12192000"/>
              <a:gd name="connsiteY14" fmla="*/ 145456 h 4939827"/>
              <a:gd name="connsiteX15" fmla="*/ 7785900 w 12192000"/>
              <a:gd name="connsiteY15" fmla="*/ 154493 h 4939827"/>
              <a:gd name="connsiteX16" fmla="*/ 7877301 w 12192000"/>
              <a:gd name="connsiteY16" fmla="*/ 186153 h 4939827"/>
              <a:gd name="connsiteX17" fmla="*/ 7952584 w 12192000"/>
              <a:gd name="connsiteY17" fmla="*/ 170181 h 4939827"/>
              <a:gd name="connsiteX18" fmla="*/ 8009534 w 12192000"/>
              <a:gd name="connsiteY18" fmla="*/ 176441 h 4939827"/>
              <a:gd name="connsiteX19" fmla="*/ 8058681 w 12192000"/>
              <a:gd name="connsiteY19" fmla="*/ 219431 h 4939827"/>
              <a:gd name="connsiteX20" fmla="*/ 8126175 w 12192000"/>
              <a:gd name="connsiteY20" fmla="*/ 240005 h 4939827"/>
              <a:gd name="connsiteX21" fmla="*/ 8166439 w 12192000"/>
              <a:gd name="connsiteY21" fmla="*/ 252699 h 4939827"/>
              <a:gd name="connsiteX22" fmla="*/ 8281371 w 12192000"/>
              <a:gd name="connsiteY22" fmla="*/ 256875 h 4939827"/>
              <a:gd name="connsiteX23" fmla="*/ 8381609 w 12192000"/>
              <a:gd name="connsiteY23" fmla="*/ 240618 h 4939827"/>
              <a:gd name="connsiteX24" fmla="*/ 8406759 w 12192000"/>
              <a:gd name="connsiteY24" fmla="*/ 232517 h 4939827"/>
              <a:gd name="connsiteX25" fmla="*/ 8426506 w 12192000"/>
              <a:gd name="connsiteY25" fmla="*/ 241842 h 4939827"/>
              <a:gd name="connsiteX26" fmla="*/ 8427949 w 12192000"/>
              <a:gd name="connsiteY26" fmla="*/ 240981 h 4939827"/>
              <a:gd name="connsiteX27" fmla="*/ 8441468 w 12192000"/>
              <a:gd name="connsiteY27" fmla="*/ 241157 h 4939827"/>
              <a:gd name="connsiteX28" fmla="*/ 8565757 w 12192000"/>
              <a:gd name="connsiteY28" fmla="*/ 255317 h 4939827"/>
              <a:gd name="connsiteX29" fmla="*/ 8573171 w 12192000"/>
              <a:gd name="connsiteY29" fmla="*/ 258426 h 4939827"/>
              <a:gd name="connsiteX30" fmla="*/ 8573548 w 12192000"/>
              <a:gd name="connsiteY30" fmla="*/ 258241 h 4939827"/>
              <a:gd name="connsiteX31" fmla="*/ 8581827 w 12192000"/>
              <a:gd name="connsiteY31" fmla="*/ 261028 h 4939827"/>
              <a:gd name="connsiteX32" fmla="*/ 8586687 w 12192000"/>
              <a:gd name="connsiteY32" fmla="*/ 264089 h 4939827"/>
              <a:gd name="connsiteX33" fmla="*/ 8601067 w 12192000"/>
              <a:gd name="connsiteY33" fmla="*/ 270114 h 4939827"/>
              <a:gd name="connsiteX34" fmla="*/ 8672650 w 12192000"/>
              <a:gd name="connsiteY34" fmla="*/ 254821 h 4939827"/>
              <a:gd name="connsiteX35" fmla="*/ 8785543 w 12192000"/>
              <a:gd name="connsiteY35" fmla="*/ 263406 h 4939827"/>
              <a:gd name="connsiteX36" fmla="*/ 8830588 w 12192000"/>
              <a:gd name="connsiteY36" fmla="*/ 265483 h 4939827"/>
              <a:gd name="connsiteX37" fmla="*/ 8905142 w 12192000"/>
              <a:gd name="connsiteY37" fmla="*/ 264958 h 4939827"/>
              <a:gd name="connsiteX38" fmla="*/ 8968582 w 12192000"/>
              <a:gd name="connsiteY38" fmla="*/ 262728 h 4939827"/>
              <a:gd name="connsiteX39" fmla="*/ 8972994 w 12192000"/>
              <a:gd name="connsiteY39" fmla="*/ 263284 h 4939827"/>
              <a:gd name="connsiteX40" fmla="*/ 9004605 w 12192000"/>
              <a:gd name="connsiteY40" fmla="*/ 258041 h 4939827"/>
              <a:gd name="connsiteX41" fmla="*/ 9016165 w 12192000"/>
              <a:gd name="connsiteY41" fmla="*/ 261258 h 4939827"/>
              <a:gd name="connsiteX42" fmla="*/ 9043297 w 12192000"/>
              <a:gd name="connsiteY42" fmla="*/ 281547 h 4939827"/>
              <a:gd name="connsiteX43" fmla="*/ 9048315 w 12192000"/>
              <a:gd name="connsiteY43" fmla="*/ 279264 h 4939827"/>
              <a:gd name="connsiteX44" fmla="*/ 9054706 w 12192000"/>
              <a:gd name="connsiteY44" fmla="*/ 278538 h 4939827"/>
              <a:gd name="connsiteX45" fmla="*/ 9070919 w 12192000"/>
              <a:gd name="connsiteY45" fmla="*/ 281810 h 4939827"/>
              <a:gd name="connsiteX46" fmla="*/ 9076813 w 12192000"/>
              <a:gd name="connsiteY46" fmla="*/ 283909 h 4939827"/>
              <a:gd name="connsiteX47" fmla="*/ 9085871 w 12192000"/>
              <a:gd name="connsiteY47" fmla="*/ 285133 h 4939827"/>
              <a:gd name="connsiteX48" fmla="*/ 9086159 w 12192000"/>
              <a:gd name="connsiteY48" fmla="*/ 284887 h 4939827"/>
              <a:gd name="connsiteX49" fmla="*/ 9134606 w 12192000"/>
              <a:gd name="connsiteY49" fmla="*/ 288168 h 4939827"/>
              <a:gd name="connsiteX50" fmla="*/ 9195590 w 12192000"/>
              <a:gd name="connsiteY50" fmla="*/ 279568 h 4939827"/>
              <a:gd name="connsiteX51" fmla="*/ 9219336 w 12192000"/>
              <a:gd name="connsiteY51" fmla="*/ 278133 h 4939827"/>
              <a:gd name="connsiteX52" fmla="*/ 9232362 w 12192000"/>
              <a:gd name="connsiteY52" fmla="*/ 275894 h 4939827"/>
              <a:gd name="connsiteX53" fmla="*/ 9233396 w 12192000"/>
              <a:gd name="connsiteY53" fmla="*/ 274803 h 4939827"/>
              <a:gd name="connsiteX54" fmla="*/ 9256213 w 12192000"/>
              <a:gd name="connsiteY54" fmla="*/ 281576 h 4939827"/>
              <a:gd name="connsiteX55" fmla="*/ 9371484 w 12192000"/>
              <a:gd name="connsiteY55" fmla="*/ 329634 h 4939827"/>
              <a:gd name="connsiteX56" fmla="*/ 9404829 w 12192000"/>
              <a:gd name="connsiteY56" fmla="*/ 339038 h 4939827"/>
              <a:gd name="connsiteX57" fmla="*/ 9427021 w 12192000"/>
              <a:gd name="connsiteY57" fmla="*/ 358784 h 4939827"/>
              <a:gd name="connsiteX58" fmla="*/ 9670844 w 12192000"/>
              <a:gd name="connsiteY58" fmla="*/ 405128 h 4939827"/>
              <a:gd name="connsiteX59" fmla="*/ 9816083 w 12192000"/>
              <a:gd name="connsiteY59" fmla="*/ 416573 h 4939827"/>
              <a:gd name="connsiteX60" fmla="*/ 9936741 w 12192000"/>
              <a:gd name="connsiteY60" fmla="*/ 437044 h 4939827"/>
              <a:gd name="connsiteX61" fmla="*/ 10050093 w 12192000"/>
              <a:gd name="connsiteY61" fmla="*/ 443783 h 4939827"/>
              <a:gd name="connsiteX62" fmla="*/ 10130090 w 12192000"/>
              <a:gd name="connsiteY62" fmla="*/ 459520 h 4939827"/>
              <a:gd name="connsiteX63" fmla="*/ 10173456 w 12192000"/>
              <a:gd name="connsiteY63" fmla="*/ 457749 h 4939827"/>
              <a:gd name="connsiteX64" fmla="*/ 10218232 w 12192000"/>
              <a:gd name="connsiteY64" fmla="*/ 459820 h 4939827"/>
              <a:gd name="connsiteX65" fmla="*/ 10354176 w 12192000"/>
              <a:gd name="connsiteY65" fmla="*/ 471377 h 4939827"/>
              <a:gd name="connsiteX66" fmla="*/ 10430681 w 12192000"/>
              <a:gd name="connsiteY66" fmla="*/ 481226 h 4939827"/>
              <a:gd name="connsiteX67" fmla="*/ 10478169 w 12192000"/>
              <a:gd name="connsiteY67" fmla="*/ 481774 h 4939827"/>
              <a:gd name="connsiteX68" fmla="*/ 10540907 w 12192000"/>
              <a:gd name="connsiteY68" fmla="*/ 485607 h 4939827"/>
              <a:gd name="connsiteX69" fmla="*/ 10614941 w 12192000"/>
              <a:gd name="connsiteY69" fmla="*/ 487592 h 4939827"/>
              <a:gd name="connsiteX70" fmla="*/ 10674098 w 12192000"/>
              <a:gd name="connsiteY70" fmla="*/ 521656 h 4939827"/>
              <a:gd name="connsiteX71" fmla="*/ 10874834 w 12192000"/>
              <a:gd name="connsiteY71" fmla="*/ 574867 h 4939827"/>
              <a:gd name="connsiteX72" fmla="*/ 10944981 w 12192000"/>
              <a:gd name="connsiteY72" fmla="*/ 615042 h 4939827"/>
              <a:gd name="connsiteX73" fmla="*/ 11006376 w 12192000"/>
              <a:gd name="connsiteY73" fmla="*/ 645957 h 4939827"/>
              <a:gd name="connsiteX74" fmla="*/ 11076308 w 12192000"/>
              <a:gd name="connsiteY74" fmla="*/ 675698 h 4939827"/>
              <a:gd name="connsiteX75" fmla="*/ 11148789 w 12192000"/>
              <a:gd name="connsiteY75" fmla="*/ 685041 h 4939827"/>
              <a:gd name="connsiteX76" fmla="*/ 11249129 w 12192000"/>
              <a:gd name="connsiteY76" fmla="*/ 684218 h 4939827"/>
              <a:gd name="connsiteX77" fmla="*/ 11299915 w 12192000"/>
              <a:gd name="connsiteY77" fmla="*/ 692177 h 4939827"/>
              <a:gd name="connsiteX78" fmla="*/ 11386973 w 12192000"/>
              <a:gd name="connsiteY78" fmla="*/ 708209 h 4939827"/>
              <a:gd name="connsiteX79" fmla="*/ 11500105 w 12192000"/>
              <a:gd name="connsiteY79" fmla="*/ 735014 h 4939827"/>
              <a:gd name="connsiteX80" fmla="*/ 11621735 w 12192000"/>
              <a:gd name="connsiteY80" fmla="*/ 789584 h 4939827"/>
              <a:gd name="connsiteX81" fmla="*/ 11691200 w 12192000"/>
              <a:gd name="connsiteY81" fmla="*/ 867902 h 4939827"/>
              <a:gd name="connsiteX82" fmla="*/ 11819427 w 12192000"/>
              <a:gd name="connsiteY82" fmla="*/ 911634 h 4939827"/>
              <a:gd name="connsiteX83" fmla="*/ 11969720 w 12192000"/>
              <a:gd name="connsiteY83" fmla="*/ 964737 h 4939827"/>
              <a:gd name="connsiteX84" fmla="*/ 12055766 w 12192000"/>
              <a:gd name="connsiteY84" fmla="*/ 991268 h 4939827"/>
              <a:gd name="connsiteX85" fmla="*/ 12171539 w 12192000"/>
              <a:gd name="connsiteY85" fmla="*/ 995427 h 4939827"/>
              <a:gd name="connsiteX86" fmla="*/ 12187831 w 12192000"/>
              <a:gd name="connsiteY86" fmla="*/ 996580 h 4939827"/>
              <a:gd name="connsiteX87" fmla="*/ 12192000 w 12192000"/>
              <a:gd name="connsiteY87" fmla="*/ 996726 h 4939827"/>
              <a:gd name="connsiteX88" fmla="*/ 12192000 w 12192000"/>
              <a:gd name="connsiteY88" fmla="*/ 4939827 h 4939827"/>
              <a:gd name="connsiteX89" fmla="*/ 0 w 12192000"/>
              <a:gd name="connsiteY89" fmla="*/ 4939827 h 4939827"/>
              <a:gd name="connsiteX90" fmla="*/ 0 w 12192000"/>
              <a:gd name="connsiteY90" fmla="*/ 512043 h 4939827"/>
              <a:gd name="connsiteX91" fmla="*/ 7381 w 12192000"/>
              <a:gd name="connsiteY91" fmla="*/ 512580 h 4939827"/>
              <a:gd name="connsiteX92" fmla="*/ 100029 w 12192000"/>
              <a:gd name="connsiteY92" fmla="*/ 504758 h 4939827"/>
              <a:gd name="connsiteX93" fmla="*/ 155244 w 12192000"/>
              <a:gd name="connsiteY93" fmla="*/ 525130 h 4939827"/>
              <a:gd name="connsiteX94" fmla="*/ 254366 w 12192000"/>
              <a:gd name="connsiteY94" fmla="*/ 534449 h 4939827"/>
              <a:gd name="connsiteX95" fmla="*/ 447292 w 12192000"/>
              <a:gd name="connsiteY95" fmla="*/ 542725 h 4939827"/>
              <a:gd name="connsiteX96" fmla="*/ 628105 w 12192000"/>
              <a:gd name="connsiteY96" fmla="*/ 547853 h 4939827"/>
              <a:gd name="connsiteX97" fmla="*/ 783146 w 12192000"/>
              <a:gd name="connsiteY97" fmla="*/ 591799 h 4939827"/>
              <a:gd name="connsiteX98" fmla="*/ 1043676 w 12192000"/>
              <a:gd name="connsiteY98" fmla="*/ 591887 h 4939827"/>
              <a:gd name="connsiteX99" fmla="*/ 1281816 w 12192000"/>
              <a:gd name="connsiteY99" fmla="*/ 520946 h 4939827"/>
              <a:gd name="connsiteX100" fmla="*/ 1486347 w 12192000"/>
              <a:gd name="connsiteY100" fmla="*/ 487310 h 4939827"/>
              <a:gd name="connsiteX101" fmla="*/ 1568079 w 12192000"/>
              <a:gd name="connsiteY101" fmla="*/ 462531 h 4939827"/>
              <a:gd name="connsiteX102" fmla="*/ 1622516 w 12192000"/>
              <a:gd name="connsiteY102" fmla="*/ 466058 h 4939827"/>
              <a:gd name="connsiteX103" fmla="*/ 1655457 w 12192000"/>
              <a:gd name="connsiteY103" fmla="*/ 465359 h 4939827"/>
              <a:gd name="connsiteX104" fmla="*/ 1717454 w 12192000"/>
              <a:gd name="connsiteY104" fmla="*/ 417203 h 4939827"/>
              <a:gd name="connsiteX105" fmla="*/ 1913794 w 12192000"/>
              <a:gd name="connsiteY105" fmla="*/ 365255 h 4939827"/>
              <a:gd name="connsiteX106" fmla="*/ 2129762 w 12192000"/>
              <a:gd name="connsiteY106" fmla="*/ 367832 h 4939827"/>
              <a:gd name="connsiteX107" fmla="*/ 2376970 w 12192000"/>
              <a:gd name="connsiteY107" fmla="*/ 350129 h 4939827"/>
              <a:gd name="connsiteX108" fmla="*/ 2480155 w 12192000"/>
              <a:gd name="connsiteY108" fmla="*/ 359227 h 4939827"/>
              <a:gd name="connsiteX109" fmla="*/ 2586782 w 12192000"/>
              <a:gd name="connsiteY109" fmla="*/ 339352 h 4939827"/>
              <a:gd name="connsiteX110" fmla="*/ 2679617 w 12192000"/>
              <a:gd name="connsiteY110" fmla="*/ 305383 h 4939827"/>
              <a:gd name="connsiteX111" fmla="*/ 2788947 w 12192000"/>
              <a:gd name="connsiteY111" fmla="*/ 250375 h 4939827"/>
              <a:gd name="connsiteX112" fmla="*/ 2965530 w 12192000"/>
              <a:gd name="connsiteY112" fmla="*/ 245958 h 4939827"/>
              <a:gd name="connsiteX113" fmla="*/ 3103677 w 12192000"/>
              <a:gd name="connsiteY113" fmla="*/ 209527 h 4939827"/>
              <a:gd name="connsiteX114" fmla="*/ 3126759 w 12192000"/>
              <a:gd name="connsiteY114" fmla="*/ 211226 h 4939827"/>
              <a:gd name="connsiteX115" fmla="*/ 3164020 w 12192000"/>
              <a:gd name="connsiteY115" fmla="*/ 212779 h 4939827"/>
              <a:gd name="connsiteX116" fmla="*/ 3285019 w 12192000"/>
              <a:gd name="connsiteY116" fmla="*/ 220535 h 4939827"/>
              <a:gd name="connsiteX117" fmla="*/ 3365154 w 12192000"/>
              <a:gd name="connsiteY117" fmla="*/ 226416 h 4939827"/>
              <a:gd name="connsiteX118" fmla="*/ 3367507 w 12192000"/>
              <a:gd name="connsiteY118" fmla="*/ 225416 h 4939827"/>
              <a:gd name="connsiteX119" fmla="*/ 3387567 w 12192000"/>
              <a:gd name="connsiteY119" fmla="*/ 227103 h 4939827"/>
              <a:gd name="connsiteX120" fmla="*/ 3498001 w 12192000"/>
              <a:gd name="connsiteY120" fmla="*/ 231941 h 4939827"/>
              <a:gd name="connsiteX121" fmla="*/ 3561557 w 12192000"/>
              <a:gd name="connsiteY121" fmla="*/ 228095 h 4939827"/>
              <a:gd name="connsiteX122" fmla="*/ 3611920 w 12192000"/>
              <a:gd name="connsiteY122" fmla="*/ 218094 h 4939827"/>
              <a:gd name="connsiteX123" fmla="*/ 3620528 w 12192000"/>
              <a:gd name="connsiteY123" fmla="*/ 218788 h 4939827"/>
              <a:gd name="connsiteX124" fmla="*/ 3620766 w 12192000"/>
              <a:gd name="connsiteY124" fmla="*/ 218511 h 4939827"/>
              <a:gd name="connsiteX125" fmla="*/ 3629977 w 12192000"/>
              <a:gd name="connsiteY125" fmla="*/ 218664 h 4939827"/>
              <a:gd name="connsiteX126" fmla="*/ 3636217 w 12192000"/>
              <a:gd name="connsiteY126" fmla="*/ 220048 h 4939827"/>
              <a:gd name="connsiteX127" fmla="*/ 3709484 w 12192000"/>
              <a:gd name="connsiteY127" fmla="*/ 186927 h 4939827"/>
              <a:gd name="connsiteX128" fmla="*/ 3761342 w 12192000"/>
              <a:gd name="connsiteY128" fmla="*/ 177474 h 4939827"/>
              <a:gd name="connsiteX129" fmla="*/ 3799748 w 12192000"/>
              <a:gd name="connsiteY129" fmla="*/ 167154 h 4939827"/>
              <a:gd name="connsiteX130" fmla="*/ 3922756 w 12192000"/>
              <a:gd name="connsiteY130" fmla="*/ 194044 h 4939827"/>
              <a:gd name="connsiteX131" fmla="*/ 4028476 w 12192000"/>
              <a:gd name="connsiteY131" fmla="*/ 223679 h 4939827"/>
              <a:gd name="connsiteX132" fmla="*/ 4191582 w 12192000"/>
              <a:gd name="connsiteY132" fmla="*/ 238952 h 4939827"/>
              <a:gd name="connsiteX133" fmla="*/ 4251024 w 12192000"/>
              <a:gd name="connsiteY133" fmla="*/ 240874 h 4939827"/>
              <a:gd name="connsiteX134" fmla="*/ 4355275 w 12192000"/>
              <a:gd name="connsiteY134" fmla="*/ 260205 h 4939827"/>
              <a:gd name="connsiteX135" fmla="*/ 4423807 w 12192000"/>
              <a:gd name="connsiteY135" fmla="*/ 270366 h 4939827"/>
              <a:gd name="connsiteX136" fmla="*/ 4558432 w 12192000"/>
              <a:gd name="connsiteY136" fmla="*/ 269194 h 4939827"/>
              <a:gd name="connsiteX137" fmla="*/ 4635061 w 12192000"/>
              <a:gd name="connsiteY137" fmla="*/ 280682 h 4939827"/>
              <a:gd name="connsiteX138" fmla="*/ 4807427 w 12192000"/>
              <a:gd name="connsiteY138" fmla="*/ 276835 h 4939827"/>
              <a:gd name="connsiteX139" fmla="*/ 5028933 w 12192000"/>
              <a:gd name="connsiteY139" fmla="*/ 183887 h 4939827"/>
              <a:gd name="connsiteX140" fmla="*/ 5093642 w 12192000"/>
              <a:gd name="connsiteY140" fmla="*/ 177214 h 4939827"/>
              <a:gd name="connsiteX141" fmla="*/ 5102642 w 12192000"/>
              <a:gd name="connsiteY141" fmla="*/ 186816 h 4939827"/>
              <a:gd name="connsiteX142" fmla="*/ 5193590 w 12192000"/>
              <a:gd name="connsiteY142" fmla="*/ 156458 h 4939827"/>
              <a:gd name="connsiteX143" fmla="*/ 5323922 w 12192000"/>
              <a:gd name="connsiteY143" fmla="*/ 146332 h 4939827"/>
              <a:gd name="connsiteX144" fmla="*/ 5421860 w 12192000"/>
              <a:gd name="connsiteY144" fmla="*/ 167298 h 4939827"/>
              <a:gd name="connsiteX145" fmla="*/ 5476948 w 12192000"/>
              <a:gd name="connsiteY145" fmla="*/ 173249 h 4939827"/>
              <a:gd name="connsiteX146" fmla="*/ 5516842 w 12192000"/>
              <a:gd name="connsiteY146" fmla="*/ 184018 h 4939827"/>
              <a:gd name="connsiteX147" fmla="*/ 5619415 w 12192000"/>
              <a:gd name="connsiteY147" fmla="*/ 176781 h 4939827"/>
              <a:gd name="connsiteX148" fmla="*/ 5789867 w 12192000"/>
              <a:gd name="connsiteY148" fmla="*/ 150304 h 4939827"/>
              <a:gd name="connsiteX149" fmla="*/ 5825953 w 12192000"/>
              <a:gd name="connsiteY149" fmla="*/ 147907 h 4939827"/>
              <a:gd name="connsiteX150" fmla="*/ 5856168 w 12192000"/>
              <a:gd name="connsiteY150" fmla="*/ 158719 h 4939827"/>
              <a:gd name="connsiteX151" fmla="*/ 5862476 w 12192000"/>
              <a:gd name="connsiteY151" fmla="*/ 172447 h 4939827"/>
              <a:gd name="connsiteX152" fmla="*/ 5882195 w 12192000"/>
              <a:gd name="connsiteY152" fmla="*/ 173195 h 4939827"/>
              <a:gd name="connsiteX153" fmla="*/ 5887271 w 12192000"/>
              <a:gd name="connsiteY153" fmla="*/ 176084 h 4939827"/>
              <a:gd name="connsiteX154" fmla="*/ 5921577 w 12192000"/>
              <a:gd name="connsiteY154" fmla="*/ 169858 h 4939827"/>
              <a:gd name="connsiteX155" fmla="*/ 5983240 w 12192000"/>
              <a:gd name="connsiteY155" fmla="*/ 152755 h 4939827"/>
              <a:gd name="connsiteX156" fmla="*/ 6152287 w 12192000"/>
              <a:gd name="connsiteY156" fmla="*/ 116736 h 4939827"/>
              <a:gd name="connsiteX157" fmla="*/ 6415830 w 12192000"/>
              <a:gd name="connsiteY157" fmla="*/ 136006 h 4939827"/>
              <a:gd name="connsiteX158" fmla="*/ 6756965 w 12192000"/>
              <a:gd name="connsiteY158" fmla="*/ 57636 h 4939827"/>
              <a:gd name="connsiteX159" fmla="*/ 6819400 w 12192000"/>
              <a:gd name="connsiteY159" fmla="*/ 30742 h 4939827"/>
              <a:gd name="connsiteX160" fmla="*/ 6986370 w 12192000"/>
              <a:gd name="connsiteY160" fmla="*/ 12659 h 4939827"/>
              <a:gd name="connsiteX161" fmla="*/ 6989536 w 12192000"/>
              <a:gd name="connsiteY161" fmla="*/ 14528 h 4939827"/>
              <a:gd name="connsiteX162" fmla="*/ 7015933 w 12192000"/>
              <a:gd name="connsiteY162" fmla="*/ 9653 h 4939827"/>
              <a:gd name="connsiteX163" fmla="*/ 7020592 w 12192000"/>
              <a:gd name="connsiteY163" fmla="*/ 1651 h 4939827"/>
              <a:gd name="connsiteX164" fmla="*/ 7025905 w 12192000"/>
              <a:gd name="connsiteY164" fmla="*/ 0 h 4939827"/>
              <a:gd name="connsiteX0" fmla="*/ 7025905 w 12192000"/>
              <a:gd name="connsiteY0" fmla="*/ 0 h 4939827"/>
              <a:gd name="connsiteX1" fmla="*/ 7032579 w 12192000"/>
              <a:gd name="connsiteY1" fmla="*/ 2808 h 4939827"/>
              <a:gd name="connsiteX2" fmla="*/ 7079505 w 12192000"/>
              <a:gd name="connsiteY2" fmla="*/ 12971 h 4939827"/>
              <a:gd name="connsiteX3" fmla="*/ 7158791 w 12192000"/>
              <a:gd name="connsiteY3" fmla="*/ 12462 h 4939827"/>
              <a:gd name="connsiteX4" fmla="*/ 7233338 w 12192000"/>
              <a:gd name="connsiteY4" fmla="*/ 24846 h 4939827"/>
              <a:gd name="connsiteX5" fmla="*/ 7259791 w 12192000"/>
              <a:gd name="connsiteY5" fmla="*/ 29557 h 4939827"/>
              <a:gd name="connsiteX6" fmla="*/ 7263923 w 12192000"/>
              <a:gd name="connsiteY6" fmla="*/ 35029 h 4939827"/>
              <a:gd name="connsiteX7" fmla="*/ 7281549 w 12192000"/>
              <a:gd name="connsiteY7" fmla="*/ 39654 h 4939827"/>
              <a:gd name="connsiteX8" fmla="*/ 7374735 w 12192000"/>
              <a:gd name="connsiteY8" fmla="*/ 65326 h 4939827"/>
              <a:gd name="connsiteX9" fmla="*/ 7376078 w 12192000"/>
              <a:gd name="connsiteY9" fmla="*/ 63849 h 4939827"/>
              <a:gd name="connsiteX10" fmla="*/ 7402026 w 12192000"/>
              <a:gd name="connsiteY10" fmla="*/ 60308 h 4939827"/>
              <a:gd name="connsiteX11" fmla="*/ 7415091 w 12192000"/>
              <a:gd name="connsiteY11" fmla="*/ 77403 h 4939827"/>
              <a:gd name="connsiteX12" fmla="*/ 7488682 w 12192000"/>
              <a:gd name="connsiteY12" fmla="*/ 83440 h 4939827"/>
              <a:gd name="connsiteX13" fmla="*/ 7732750 w 12192000"/>
              <a:gd name="connsiteY13" fmla="*/ 145456 h 4939827"/>
              <a:gd name="connsiteX14" fmla="*/ 7785900 w 12192000"/>
              <a:gd name="connsiteY14" fmla="*/ 154493 h 4939827"/>
              <a:gd name="connsiteX15" fmla="*/ 7877301 w 12192000"/>
              <a:gd name="connsiteY15" fmla="*/ 186153 h 4939827"/>
              <a:gd name="connsiteX16" fmla="*/ 7952584 w 12192000"/>
              <a:gd name="connsiteY16" fmla="*/ 170181 h 4939827"/>
              <a:gd name="connsiteX17" fmla="*/ 8009534 w 12192000"/>
              <a:gd name="connsiteY17" fmla="*/ 176441 h 4939827"/>
              <a:gd name="connsiteX18" fmla="*/ 8058681 w 12192000"/>
              <a:gd name="connsiteY18" fmla="*/ 219431 h 4939827"/>
              <a:gd name="connsiteX19" fmla="*/ 8126175 w 12192000"/>
              <a:gd name="connsiteY19" fmla="*/ 240005 h 4939827"/>
              <a:gd name="connsiteX20" fmla="*/ 8166439 w 12192000"/>
              <a:gd name="connsiteY20" fmla="*/ 252699 h 4939827"/>
              <a:gd name="connsiteX21" fmla="*/ 8281371 w 12192000"/>
              <a:gd name="connsiteY21" fmla="*/ 256875 h 4939827"/>
              <a:gd name="connsiteX22" fmla="*/ 8381609 w 12192000"/>
              <a:gd name="connsiteY22" fmla="*/ 240618 h 4939827"/>
              <a:gd name="connsiteX23" fmla="*/ 8406759 w 12192000"/>
              <a:gd name="connsiteY23" fmla="*/ 232517 h 4939827"/>
              <a:gd name="connsiteX24" fmla="*/ 8426506 w 12192000"/>
              <a:gd name="connsiteY24" fmla="*/ 241842 h 4939827"/>
              <a:gd name="connsiteX25" fmla="*/ 8427949 w 12192000"/>
              <a:gd name="connsiteY25" fmla="*/ 240981 h 4939827"/>
              <a:gd name="connsiteX26" fmla="*/ 8441468 w 12192000"/>
              <a:gd name="connsiteY26" fmla="*/ 241157 h 4939827"/>
              <a:gd name="connsiteX27" fmla="*/ 8565757 w 12192000"/>
              <a:gd name="connsiteY27" fmla="*/ 255317 h 4939827"/>
              <a:gd name="connsiteX28" fmla="*/ 8573171 w 12192000"/>
              <a:gd name="connsiteY28" fmla="*/ 258426 h 4939827"/>
              <a:gd name="connsiteX29" fmla="*/ 8573548 w 12192000"/>
              <a:gd name="connsiteY29" fmla="*/ 258241 h 4939827"/>
              <a:gd name="connsiteX30" fmla="*/ 8581827 w 12192000"/>
              <a:gd name="connsiteY30" fmla="*/ 261028 h 4939827"/>
              <a:gd name="connsiteX31" fmla="*/ 8586687 w 12192000"/>
              <a:gd name="connsiteY31" fmla="*/ 264089 h 4939827"/>
              <a:gd name="connsiteX32" fmla="*/ 8601067 w 12192000"/>
              <a:gd name="connsiteY32" fmla="*/ 270114 h 4939827"/>
              <a:gd name="connsiteX33" fmla="*/ 8672650 w 12192000"/>
              <a:gd name="connsiteY33" fmla="*/ 254821 h 4939827"/>
              <a:gd name="connsiteX34" fmla="*/ 8785543 w 12192000"/>
              <a:gd name="connsiteY34" fmla="*/ 263406 h 4939827"/>
              <a:gd name="connsiteX35" fmla="*/ 8830588 w 12192000"/>
              <a:gd name="connsiteY35" fmla="*/ 265483 h 4939827"/>
              <a:gd name="connsiteX36" fmla="*/ 8905142 w 12192000"/>
              <a:gd name="connsiteY36" fmla="*/ 264958 h 4939827"/>
              <a:gd name="connsiteX37" fmla="*/ 8968582 w 12192000"/>
              <a:gd name="connsiteY37" fmla="*/ 262728 h 4939827"/>
              <a:gd name="connsiteX38" fmla="*/ 8972994 w 12192000"/>
              <a:gd name="connsiteY38" fmla="*/ 263284 h 4939827"/>
              <a:gd name="connsiteX39" fmla="*/ 9004605 w 12192000"/>
              <a:gd name="connsiteY39" fmla="*/ 258041 h 4939827"/>
              <a:gd name="connsiteX40" fmla="*/ 9016165 w 12192000"/>
              <a:gd name="connsiteY40" fmla="*/ 261258 h 4939827"/>
              <a:gd name="connsiteX41" fmla="*/ 9043297 w 12192000"/>
              <a:gd name="connsiteY41" fmla="*/ 281547 h 4939827"/>
              <a:gd name="connsiteX42" fmla="*/ 9048315 w 12192000"/>
              <a:gd name="connsiteY42" fmla="*/ 279264 h 4939827"/>
              <a:gd name="connsiteX43" fmla="*/ 9054706 w 12192000"/>
              <a:gd name="connsiteY43" fmla="*/ 278538 h 4939827"/>
              <a:gd name="connsiteX44" fmla="*/ 9070919 w 12192000"/>
              <a:gd name="connsiteY44" fmla="*/ 281810 h 4939827"/>
              <a:gd name="connsiteX45" fmla="*/ 9076813 w 12192000"/>
              <a:gd name="connsiteY45" fmla="*/ 283909 h 4939827"/>
              <a:gd name="connsiteX46" fmla="*/ 9085871 w 12192000"/>
              <a:gd name="connsiteY46" fmla="*/ 285133 h 4939827"/>
              <a:gd name="connsiteX47" fmla="*/ 9086159 w 12192000"/>
              <a:gd name="connsiteY47" fmla="*/ 284887 h 4939827"/>
              <a:gd name="connsiteX48" fmla="*/ 9134606 w 12192000"/>
              <a:gd name="connsiteY48" fmla="*/ 288168 h 4939827"/>
              <a:gd name="connsiteX49" fmla="*/ 9195590 w 12192000"/>
              <a:gd name="connsiteY49" fmla="*/ 279568 h 4939827"/>
              <a:gd name="connsiteX50" fmla="*/ 9219336 w 12192000"/>
              <a:gd name="connsiteY50" fmla="*/ 278133 h 4939827"/>
              <a:gd name="connsiteX51" fmla="*/ 9232362 w 12192000"/>
              <a:gd name="connsiteY51" fmla="*/ 275894 h 4939827"/>
              <a:gd name="connsiteX52" fmla="*/ 9233396 w 12192000"/>
              <a:gd name="connsiteY52" fmla="*/ 274803 h 4939827"/>
              <a:gd name="connsiteX53" fmla="*/ 9256213 w 12192000"/>
              <a:gd name="connsiteY53" fmla="*/ 281576 h 4939827"/>
              <a:gd name="connsiteX54" fmla="*/ 9371484 w 12192000"/>
              <a:gd name="connsiteY54" fmla="*/ 329634 h 4939827"/>
              <a:gd name="connsiteX55" fmla="*/ 9404829 w 12192000"/>
              <a:gd name="connsiteY55" fmla="*/ 339038 h 4939827"/>
              <a:gd name="connsiteX56" fmla="*/ 9427021 w 12192000"/>
              <a:gd name="connsiteY56" fmla="*/ 358784 h 4939827"/>
              <a:gd name="connsiteX57" fmla="*/ 9670844 w 12192000"/>
              <a:gd name="connsiteY57" fmla="*/ 405128 h 4939827"/>
              <a:gd name="connsiteX58" fmla="*/ 9816083 w 12192000"/>
              <a:gd name="connsiteY58" fmla="*/ 416573 h 4939827"/>
              <a:gd name="connsiteX59" fmla="*/ 9936741 w 12192000"/>
              <a:gd name="connsiteY59" fmla="*/ 437044 h 4939827"/>
              <a:gd name="connsiteX60" fmla="*/ 10050093 w 12192000"/>
              <a:gd name="connsiteY60" fmla="*/ 443783 h 4939827"/>
              <a:gd name="connsiteX61" fmla="*/ 10130090 w 12192000"/>
              <a:gd name="connsiteY61" fmla="*/ 459520 h 4939827"/>
              <a:gd name="connsiteX62" fmla="*/ 10173456 w 12192000"/>
              <a:gd name="connsiteY62" fmla="*/ 457749 h 4939827"/>
              <a:gd name="connsiteX63" fmla="*/ 10218232 w 12192000"/>
              <a:gd name="connsiteY63" fmla="*/ 459820 h 4939827"/>
              <a:gd name="connsiteX64" fmla="*/ 10354176 w 12192000"/>
              <a:gd name="connsiteY64" fmla="*/ 471377 h 4939827"/>
              <a:gd name="connsiteX65" fmla="*/ 10430681 w 12192000"/>
              <a:gd name="connsiteY65" fmla="*/ 481226 h 4939827"/>
              <a:gd name="connsiteX66" fmla="*/ 10478169 w 12192000"/>
              <a:gd name="connsiteY66" fmla="*/ 481774 h 4939827"/>
              <a:gd name="connsiteX67" fmla="*/ 10540907 w 12192000"/>
              <a:gd name="connsiteY67" fmla="*/ 485607 h 4939827"/>
              <a:gd name="connsiteX68" fmla="*/ 10614941 w 12192000"/>
              <a:gd name="connsiteY68" fmla="*/ 487592 h 4939827"/>
              <a:gd name="connsiteX69" fmla="*/ 10674098 w 12192000"/>
              <a:gd name="connsiteY69" fmla="*/ 521656 h 4939827"/>
              <a:gd name="connsiteX70" fmla="*/ 10874834 w 12192000"/>
              <a:gd name="connsiteY70" fmla="*/ 574867 h 4939827"/>
              <a:gd name="connsiteX71" fmla="*/ 10944981 w 12192000"/>
              <a:gd name="connsiteY71" fmla="*/ 615042 h 4939827"/>
              <a:gd name="connsiteX72" fmla="*/ 11006376 w 12192000"/>
              <a:gd name="connsiteY72" fmla="*/ 645957 h 4939827"/>
              <a:gd name="connsiteX73" fmla="*/ 11076308 w 12192000"/>
              <a:gd name="connsiteY73" fmla="*/ 675698 h 4939827"/>
              <a:gd name="connsiteX74" fmla="*/ 11148789 w 12192000"/>
              <a:gd name="connsiteY74" fmla="*/ 685041 h 4939827"/>
              <a:gd name="connsiteX75" fmla="*/ 11249129 w 12192000"/>
              <a:gd name="connsiteY75" fmla="*/ 684218 h 4939827"/>
              <a:gd name="connsiteX76" fmla="*/ 11299915 w 12192000"/>
              <a:gd name="connsiteY76" fmla="*/ 692177 h 4939827"/>
              <a:gd name="connsiteX77" fmla="*/ 11386973 w 12192000"/>
              <a:gd name="connsiteY77" fmla="*/ 708209 h 4939827"/>
              <a:gd name="connsiteX78" fmla="*/ 11500105 w 12192000"/>
              <a:gd name="connsiteY78" fmla="*/ 735014 h 4939827"/>
              <a:gd name="connsiteX79" fmla="*/ 11621735 w 12192000"/>
              <a:gd name="connsiteY79" fmla="*/ 789584 h 4939827"/>
              <a:gd name="connsiteX80" fmla="*/ 11691200 w 12192000"/>
              <a:gd name="connsiteY80" fmla="*/ 867902 h 4939827"/>
              <a:gd name="connsiteX81" fmla="*/ 11819427 w 12192000"/>
              <a:gd name="connsiteY81" fmla="*/ 911634 h 4939827"/>
              <a:gd name="connsiteX82" fmla="*/ 11969720 w 12192000"/>
              <a:gd name="connsiteY82" fmla="*/ 964737 h 4939827"/>
              <a:gd name="connsiteX83" fmla="*/ 12055766 w 12192000"/>
              <a:gd name="connsiteY83" fmla="*/ 991268 h 4939827"/>
              <a:gd name="connsiteX84" fmla="*/ 12171539 w 12192000"/>
              <a:gd name="connsiteY84" fmla="*/ 995427 h 4939827"/>
              <a:gd name="connsiteX85" fmla="*/ 12187831 w 12192000"/>
              <a:gd name="connsiteY85" fmla="*/ 996580 h 4939827"/>
              <a:gd name="connsiteX86" fmla="*/ 12192000 w 12192000"/>
              <a:gd name="connsiteY86" fmla="*/ 996726 h 4939827"/>
              <a:gd name="connsiteX87" fmla="*/ 12192000 w 12192000"/>
              <a:gd name="connsiteY87" fmla="*/ 4939827 h 4939827"/>
              <a:gd name="connsiteX88" fmla="*/ 0 w 12192000"/>
              <a:gd name="connsiteY88" fmla="*/ 4939827 h 4939827"/>
              <a:gd name="connsiteX89" fmla="*/ 0 w 12192000"/>
              <a:gd name="connsiteY89" fmla="*/ 512043 h 4939827"/>
              <a:gd name="connsiteX90" fmla="*/ 7381 w 12192000"/>
              <a:gd name="connsiteY90" fmla="*/ 512580 h 4939827"/>
              <a:gd name="connsiteX91" fmla="*/ 100029 w 12192000"/>
              <a:gd name="connsiteY91" fmla="*/ 504758 h 4939827"/>
              <a:gd name="connsiteX92" fmla="*/ 155244 w 12192000"/>
              <a:gd name="connsiteY92" fmla="*/ 525130 h 4939827"/>
              <a:gd name="connsiteX93" fmla="*/ 254366 w 12192000"/>
              <a:gd name="connsiteY93" fmla="*/ 534449 h 4939827"/>
              <a:gd name="connsiteX94" fmla="*/ 447292 w 12192000"/>
              <a:gd name="connsiteY94" fmla="*/ 542725 h 4939827"/>
              <a:gd name="connsiteX95" fmla="*/ 628105 w 12192000"/>
              <a:gd name="connsiteY95" fmla="*/ 547853 h 4939827"/>
              <a:gd name="connsiteX96" fmla="*/ 783146 w 12192000"/>
              <a:gd name="connsiteY96" fmla="*/ 591799 h 4939827"/>
              <a:gd name="connsiteX97" fmla="*/ 1043676 w 12192000"/>
              <a:gd name="connsiteY97" fmla="*/ 591887 h 4939827"/>
              <a:gd name="connsiteX98" fmla="*/ 1281816 w 12192000"/>
              <a:gd name="connsiteY98" fmla="*/ 520946 h 4939827"/>
              <a:gd name="connsiteX99" fmla="*/ 1486347 w 12192000"/>
              <a:gd name="connsiteY99" fmla="*/ 487310 h 4939827"/>
              <a:gd name="connsiteX100" fmla="*/ 1568079 w 12192000"/>
              <a:gd name="connsiteY100" fmla="*/ 462531 h 4939827"/>
              <a:gd name="connsiteX101" fmla="*/ 1622516 w 12192000"/>
              <a:gd name="connsiteY101" fmla="*/ 466058 h 4939827"/>
              <a:gd name="connsiteX102" fmla="*/ 1655457 w 12192000"/>
              <a:gd name="connsiteY102" fmla="*/ 465359 h 4939827"/>
              <a:gd name="connsiteX103" fmla="*/ 1717454 w 12192000"/>
              <a:gd name="connsiteY103" fmla="*/ 417203 h 4939827"/>
              <a:gd name="connsiteX104" fmla="*/ 1913794 w 12192000"/>
              <a:gd name="connsiteY104" fmla="*/ 365255 h 4939827"/>
              <a:gd name="connsiteX105" fmla="*/ 2129762 w 12192000"/>
              <a:gd name="connsiteY105" fmla="*/ 367832 h 4939827"/>
              <a:gd name="connsiteX106" fmla="*/ 2376970 w 12192000"/>
              <a:gd name="connsiteY106" fmla="*/ 350129 h 4939827"/>
              <a:gd name="connsiteX107" fmla="*/ 2480155 w 12192000"/>
              <a:gd name="connsiteY107" fmla="*/ 359227 h 4939827"/>
              <a:gd name="connsiteX108" fmla="*/ 2586782 w 12192000"/>
              <a:gd name="connsiteY108" fmla="*/ 339352 h 4939827"/>
              <a:gd name="connsiteX109" fmla="*/ 2679617 w 12192000"/>
              <a:gd name="connsiteY109" fmla="*/ 305383 h 4939827"/>
              <a:gd name="connsiteX110" fmla="*/ 2788947 w 12192000"/>
              <a:gd name="connsiteY110" fmla="*/ 250375 h 4939827"/>
              <a:gd name="connsiteX111" fmla="*/ 2965530 w 12192000"/>
              <a:gd name="connsiteY111" fmla="*/ 245958 h 4939827"/>
              <a:gd name="connsiteX112" fmla="*/ 3103677 w 12192000"/>
              <a:gd name="connsiteY112" fmla="*/ 209527 h 4939827"/>
              <a:gd name="connsiteX113" fmla="*/ 3126759 w 12192000"/>
              <a:gd name="connsiteY113" fmla="*/ 211226 h 4939827"/>
              <a:gd name="connsiteX114" fmla="*/ 3164020 w 12192000"/>
              <a:gd name="connsiteY114" fmla="*/ 212779 h 4939827"/>
              <a:gd name="connsiteX115" fmla="*/ 3285019 w 12192000"/>
              <a:gd name="connsiteY115" fmla="*/ 220535 h 4939827"/>
              <a:gd name="connsiteX116" fmla="*/ 3365154 w 12192000"/>
              <a:gd name="connsiteY116" fmla="*/ 226416 h 4939827"/>
              <a:gd name="connsiteX117" fmla="*/ 3367507 w 12192000"/>
              <a:gd name="connsiteY117" fmla="*/ 225416 h 4939827"/>
              <a:gd name="connsiteX118" fmla="*/ 3387567 w 12192000"/>
              <a:gd name="connsiteY118" fmla="*/ 227103 h 4939827"/>
              <a:gd name="connsiteX119" fmla="*/ 3498001 w 12192000"/>
              <a:gd name="connsiteY119" fmla="*/ 231941 h 4939827"/>
              <a:gd name="connsiteX120" fmla="*/ 3561557 w 12192000"/>
              <a:gd name="connsiteY120" fmla="*/ 228095 h 4939827"/>
              <a:gd name="connsiteX121" fmla="*/ 3611920 w 12192000"/>
              <a:gd name="connsiteY121" fmla="*/ 218094 h 4939827"/>
              <a:gd name="connsiteX122" fmla="*/ 3620528 w 12192000"/>
              <a:gd name="connsiteY122" fmla="*/ 218788 h 4939827"/>
              <a:gd name="connsiteX123" fmla="*/ 3620766 w 12192000"/>
              <a:gd name="connsiteY123" fmla="*/ 218511 h 4939827"/>
              <a:gd name="connsiteX124" fmla="*/ 3629977 w 12192000"/>
              <a:gd name="connsiteY124" fmla="*/ 218664 h 4939827"/>
              <a:gd name="connsiteX125" fmla="*/ 3636217 w 12192000"/>
              <a:gd name="connsiteY125" fmla="*/ 220048 h 4939827"/>
              <a:gd name="connsiteX126" fmla="*/ 3709484 w 12192000"/>
              <a:gd name="connsiteY126" fmla="*/ 186927 h 4939827"/>
              <a:gd name="connsiteX127" fmla="*/ 3761342 w 12192000"/>
              <a:gd name="connsiteY127" fmla="*/ 177474 h 4939827"/>
              <a:gd name="connsiteX128" fmla="*/ 3799748 w 12192000"/>
              <a:gd name="connsiteY128" fmla="*/ 167154 h 4939827"/>
              <a:gd name="connsiteX129" fmla="*/ 3922756 w 12192000"/>
              <a:gd name="connsiteY129" fmla="*/ 194044 h 4939827"/>
              <a:gd name="connsiteX130" fmla="*/ 4028476 w 12192000"/>
              <a:gd name="connsiteY130" fmla="*/ 223679 h 4939827"/>
              <a:gd name="connsiteX131" fmla="*/ 4191582 w 12192000"/>
              <a:gd name="connsiteY131" fmla="*/ 238952 h 4939827"/>
              <a:gd name="connsiteX132" fmla="*/ 4251024 w 12192000"/>
              <a:gd name="connsiteY132" fmla="*/ 240874 h 4939827"/>
              <a:gd name="connsiteX133" fmla="*/ 4355275 w 12192000"/>
              <a:gd name="connsiteY133" fmla="*/ 260205 h 4939827"/>
              <a:gd name="connsiteX134" fmla="*/ 4423807 w 12192000"/>
              <a:gd name="connsiteY134" fmla="*/ 270366 h 4939827"/>
              <a:gd name="connsiteX135" fmla="*/ 4558432 w 12192000"/>
              <a:gd name="connsiteY135" fmla="*/ 269194 h 4939827"/>
              <a:gd name="connsiteX136" fmla="*/ 4635061 w 12192000"/>
              <a:gd name="connsiteY136" fmla="*/ 280682 h 4939827"/>
              <a:gd name="connsiteX137" fmla="*/ 4807427 w 12192000"/>
              <a:gd name="connsiteY137" fmla="*/ 276835 h 4939827"/>
              <a:gd name="connsiteX138" fmla="*/ 5028933 w 12192000"/>
              <a:gd name="connsiteY138" fmla="*/ 183887 h 4939827"/>
              <a:gd name="connsiteX139" fmla="*/ 5093642 w 12192000"/>
              <a:gd name="connsiteY139" fmla="*/ 177214 h 4939827"/>
              <a:gd name="connsiteX140" fmla="*/ 5102642 w 12192000"/>
              <a:gd name="connsiteY140" fmla="*/ 186816 h 4939827"/>
              <a:gd name="connsiteX141" fmla="*/ 5193590 w 12192000"/>
              <a:gd name="connsiteY141" fmla="*/ 156458 h 4939827"/>
              <a:gd name="connsiteX142" fmla="*/ 5323922 w 12192000"/>
              <a:gd name="connsiteY142" fmla="*/ 146332 h 4939827"/>
              <a:gd name="connsiteX143" fmla="*/ 5421860 w 12192000"/>
              <a:gd name="connsiteY143" fmla="*/ 167298 h 4939827"/>
              <a:gd name="connsiteX144" fmla="*/ 5476948 w 12192000"/>
              <a:gd name="connsiteY144" fmla="*/ 173249 h 4939827"/>
              <a:gd name="connsiteX145" fmla="*/ 5516842 w 12192000"/>
              <a:gd name="connsiteY145" fmla="*/ 184018 h 4939827"/>
              <a:gd name="connsiteX146" fmla="*/ 5619415 w 12192000"/>
              <a:gd name="connsiteY146" fmla="*/ 176781 h 4939827"/>
              <a:gd name="connsiteX147" fmla="*/ 5789867 w 12192000"/>
              <a:gd name="connsiteY147" fmla="*/ 150304 h 4939827"/>
              <a:gd name="connsiteX148" fmla="*/ 5825953 w 12192000"/>
              <a:gd name="connsiteY148" fmla="*/ 147907 h 4939827"/>
              <a:gd name="connsiteX149" fmla="*/ 5856168 w 12192000"/>
              <a:gd name="connsiteY149" fmla="*/ 158719 h 4939827"/>
              <a:gd name="connsiteX150" fmla="*/ 5862476 w 12192000"/>
              <a:gd name="connsiteY150" fmla="*/ 172447 h 4939827"/>
              <a:gd name="connsiteX151" fmla="*/ 5882195 w 12192000"/>
              <a:gd name="connsiteY151" fmla="*/ 173195 h 4939827"/>
              <a:gd name="connsiteX152" fmla="*/ 5887271 w 12192000"/>
              <a:gd name="connsiteY152" fmla="*/ 176084 h 4939827"/>
              <a:gd name="connsiteX153" fmla="*/ 5921577 w 12192000"/>
              <a:gd name="connsiteY153" fmla="*/ 169858 h 4939827"/>
              <a:gd name="connsiteX154" fmla="*/ 5983240 w 12192000"/>
              <a:gd name="connsiteY154" fmla="*/ 152755 h 4939827"/>
              <a:gd name="connsiteX155" fmla="*/ 6152287 w 12192000"/>
              <a:gd name="connsiteY155" fmla="*/ 116736 h 4939827"/>
              <a:gd name="connsiteX156" fmla="*/ 6415830 w 12192000"/>
              <a:gd name="connsiteY156" fmla="*/ 136006 h 4939827"/>
              <a:gd name="connsiteX157" fmla="*/ 6756965 w 12192000"/>
              <a:gd name="connsiteY157" fmla="*/ 57636 h 4939827"/>
              <a:gd name="connsiteX158" fmla="*/ 6819400 w 12192000"/>
              <a:gd name="connsiteY158" fmla="*/ 30742 h 4939827"/>
              <a:gd name="connsiteX159" fmla="*/ 6986370 w 12192000"/>
              <a:gd name="connsiteY159" fmla="*/ 12659 h 4939827"/>
              <a:gd name="connsiteX160" fmla="*/ 6989536 w 12192000"/>
              <a:gd name="connsiteY160" fmla="*/ 14528 h 4939827"/>
              <a:gd name="connsiteX161" fmla="*/ 7015933 w 12192000"/>
              <a:gd name="connsiteY161" fmla="*/ 9653 h 4939827"/>
              <a:gd name="connsiteX162" fmla="*/ 7020592 w 12192000"/>
              <a:gd name="connsiteY162" fmla="*/ 1651 h 4939827"/>
              <a:gd name="connsiteX163" fmla="*/ 7025905 w 12192000"/>
              <a:gd name="connsiteY163" fmla="*/ 0 h 4939827"/>
              <a:gd name="connsiteX0" fmla="*/ 7025905 w 12192000"/>
              <a:gd name="connsiteY0" fmla="*/ 0 h 4939827"/>
              <a:gd name="connsiteX1" fmla="*/ 7032579 w 12192000"/>
              <a:gd name="connsiteY1" fmla="*/ 2808 h 4939827"/>
              <a:gd name="connsiteX2" fmla="*/ 7079505 w 12192000"/>
              <a:gd name="connsiteY2" fmla="*/ 12971 h 4939827"/>
              <a:gd name="connsiteX3" fmla="*/ 7158791 w 12192000"/>
              <a:gd name="connsiteY3" fmla="*/ 12462 h 4939827"/>
              <a:gd name="connsiteX4" fmla="*/ 7233338 w 12192000"/>
              <a:gd name="connsiteY4" fmla="*/ 24846 h 4939827"/>
              <a:gd name="connsiteX5" fmla="*/ 7259791 w 12192000"/>
              <a:gd name="connsiteY5" fmla="*/ 29557 h 4939827"/>
              <a:gd name="connsiteX6" fmla="*/ 7263923 w 12192000"/>
              <a:gd name="connsiteY6" fmla="*/ 35029 h 4939827"/>
              <a:gd name="connsiteX7" fmla="*/ 7281549 w 12192000"/>
              <a:gd name="connsiteY7" fmla="*/ 39654 h 4939827"/>
              <a:gd name="connsiteX8" fmla="*/ 7374735 w 12192000"/>
              <a:gd name="connsiteY8" fmla="*/ 65326 h 4939827"/>
              <a:gd name="connsiteX9" fmla="*/ 7376078 w 12192000"/>
              <a:gd name="connsiteY9" fmla="*/ 63849 h 4939827"/>
              <a:gd name="connsiteX10" fmla="*/ 7402026 w 12192000"/>
              <a:gd name="connsiteY10" fmla="*/ 60308 h 4939827"/>
              <a:gd name="connsiteX11" fmla="*/ 7415091 w 12192000"/>
              <a:gd name="connsiteY11" fmla="*/ 77403 h 4939827"/>
              <a:gd name="connsiteX12" fmla="*/ 7488682 w 12192000"/>
              <a:gd name="connsiteY12" fmla="*/ 83440 h 4939827"/>
              <a:gd name="connsiteX13" fmla="*/ 7732750 w 12192000"/>
              <a:gd name="connsiteY13" fmla="*/ 145456 h 4939827"/>
              <a:gd name="connsiteX14" fmla="*/ 7785900 w 12192000"/>
              <a:gd name="connsiteY14" fmla="*/ 154493 h 4939827"/>
              <a:gd name="connsiteX15" fmla="*/ 7952584 w 12192000"/>
              <a:gd name="connsiteY15" fmla="*/ 170181 h 4939827"/>
              <a:gd name="connsiteX16" fmla="*/ 8009534 w 12192000"/>
              <a:gd name="connsiteY16" fmla="*/ 176441 h 4939827"/>
              <a:gd name="connsiteX17" fmla="*/ 8058681 w 12192000"/>
              <a:gd name="connsiteY17" fmla="*/ 219431 h 4939827"/>
              <a:gd name="connsiteX18" fmla="*/ 8126175 w 12192000"/>
              <a:gd name="connsiteY18" fmla="*/ 240005 h 4939827"/>
              <a:gd name="connsiteX19" fmla="*/ 8166439 w 12192000"/>
              <a:gd name="connsiteY19" fmla="*/ 252699 h 4939827"/>
              <a:gd name="connsiteX20" fmla="*/ 8281371 w 12192000"/>
              <a:gd name="connsiteY20" fmla="*/ 256875 h 4939827"/>
              <a:gd name="connsiteX21" fmla="*/ 8381609 w 12192000"/>
              <a:gd name="connsiteY21" fmla="*/ 240618 h 4939827"/>
              <a:gd name="connsiteX22" fmla="*/ 8406759 w 12192000"/>
              <a:gd name="connsiteY22" fmla="*/ 232517 h 4939827"/>
              <a:gd name="connsiteX23" fmla="*/ 8426506 w 12192000"/>
              <a:gd name="connsiteY23" fmla="*/ 241842 h 4939827"/>
              <a:gd name="connsiteX24" fmla="*/ 8427949 w 12192000"/>
              <a:gd name="connsiteY24" fmla="*/ 240981 h 4939827"/>
              <a:gd name="connsiteX25" fmla="*/ 8441468 w 12192000"/>
              <a:gd name="connsiteY25" fmla="*/ 241157 h 4939827"/>
              <a:gd name="connsiteX26" fmla="*/ 8565757 w 12192000"/>
              <a:gd name="connsiteY26" fmla="*/ 255317 h 4939827"/>
              <a:gd name="connsiteX27" fmla="*/ 8573171 w 12192000"/>
              <a:gd name="connsiteY27" fmla="*/ 258426 h 4939827"/>
              <a:gd name="connsiteX28" fmla="*/ 8573548 w 12192000"/>
              <a:gd name="connsiteY28" fmla="*/ 258241 h 4939827"/>
              <a:gd name="connsiteX29" fmla="*/ 8581827 w 12192000"/>
              <a:gd name="connsiteY29" fmla="*/ 261028 h 4939827"/>
              <a:gd name="connsiteX30" fmla="*/ 8586687 w 12192000"/>
              <a:gd name="connsiteY30" fmla="*/ 264089 h 4939827"/>
              <a:gd name="connsiteX31" fmla="*/ 8601067 w 12192000"/>
              <a:gd name="connsiteY31" fmla="*/ 270114 h 4939827"/>
              <a:gd name="connsiteX32" fmla="*/ 8672650 w 12192000"/>
              <a:gd name="connsiteY32" fmla="*/ 254821 h 4939827"/>
              <a:gd name="connsiteX33" fmla="*/ 8785543 w 12192000"/>
              <a:gd name="connsiteY33" fmla="*/ 263406 h 4939827"/>
              <a:gd name="connsiteX34" fmla="*/ 8830588 w 12192000"/>
              <a:gd name="connsiteY34" fmla="*/ 265483 h 4939827"/>
              <a:gd name="connsiteX35" fmla="*/ 8905142 w 12192000"/>
              <a:gd name="connsiteY35" fmla="*/ 264958 h 4939827"/>
              <a:gd name="connsiteX36" fmla="*/ 8968582 w 12192000"/>
              <a:gd name="connsiteY36" fmla="*/ 262728 h 4939827"/>
              <a:gd name="connsiteX37" fmla="*/ 8972994 w 12192000"/>
              <a:gd name="connsiteY37" fmla="*/ 263284 h 4939827"/>
              <a:gd name="connsiteX38" fmla="*/ 9004605 w 12192000"/>
              <a:gd name="connsiteY38" fmla="*/ 258041 h 4939827"/>
              <a:gd name="connsiteX39" fmla="*/ 9016165 w 12192000"/>
              <a:gd name="connsiteY39" fmla="*/ 261258 h 4939827"/>
              <a:gd name="connsiteX40" fmla="*/ 9043297 w 12192000"/>
              <a:gd name="connsiteY40" fmla="*/ 281547 h 4939827"/>
              <a:gd name="connsiteX41" fmla="*/ 9048315 w 12192000"/>
              <a:gd name="connsiteY41" fmla="*/ 279264 h 4939827"/>
              <a:gd name="connsiteX42" fmla="*/ 9054706 w 12192000"/>
              <a:gd name="connsiteY42" fmla="*/ 278538 h 4939827"/>
              <a:gd name="connsiteX43" fmla="*/ 9070919 w 12192000"/>
              <a:gd name="connsiteY43" fmla="*/ 281810 h 4939827"/>
              <a:gd name="connsiteX44" fmla="*/ 9076813 w 12192000"/>
              <a:gd name="connsiteY44" fmla="*/ 283909 h 4939827"/>
              <a:gd name="connsiteX45" fmla="*/ 9085871 w 12192000"/>
              <a:gd name="connsiteY45" fmla="*/ 285133 h 4939827"/>
              <a:gd name="connsiteX46" fmla="*/ 9086159 w 12192000"/>
              <a:gd name="connsiteY46" fmla="*/ 284887 h 4939827"/>
              <a:gd name="connsiteX47" fmla="*/ 9134606 w 12192000"/>
              <a:gd name="connsiteY47" fmla="*/ 288168 h 4939827"/>
              <a:gd name="connsiteX48" fmla="*/ 9195590 w 12192000"/>
              <a:gd name="connsiteY48" fmla="*/ 279568 h 4939827"/>
              <a:gd name="connsiteX49" fmla="*/ 9219336 w 12192000"/>
              <a:gd name="connsiteY49" fmla="*/ 278133 h 4939827"/>
              <a:gd name="connsiteX50" fmla="*/ 9232362 w 12192000"/>
              <a:gd name="connsiteY50" fmla="*/ 275894 h 4939827"/>
              <a:gd name="connsiteX51" fmla="*/ 9233396 w 12192000"/>
              <a:gd name="connsiteY51" fmla="*/ 274803 h 4939827"/>
              <a:gd name="connsiteX52" fmla="*/ 9256213 w 12192000"/>
              <a:gd name="connsiteY52" fmla="*/ 281576 h 4939827"/>
              <a:gd name="connsiteX53" fmla="*/ 9371484 w 12192000"/>
              <a:gd name="connsiteY53" fmla="*/ 329634 h 4939827"/>
              <a:gd name="connsiteX54" fmla="*/ 9404829 w 12192000"/>
              <a:gd name="connsiteY54" fmla="*/ 339038 h 4939827"/>
              <a:gd name="connsiteX55" fmla="*/ 9427021 w 12192000"/>
              <a:gd name="connsiteY55" fmla="*/ 358784 h 4939827"/>
              <a:gd name="connsiteX56" fmla="*/ 9670844 w 12192000"/>
              <a:gd name="connsiteY56" fmla="*/ 405128 h 4939827"/>
              <a:gd name="connsiteX57" fmla="*/ 9816083 w 12192000"/>
              <a:gd name="connsiteY57" fmla="*/ 416573 h 4939827"/>
              <a:gd name="connsiteX58" fmla="*/ 9936741 w 12192000"/>
              <a:gd name="connsiteY58" fmla="*/ 437044 h 4939827"/>
              <a:gd name="connsiteX59" fmla="*/ 10050093 w 12192000"/>
              <a:gd name="connsiteY59" fmla="*/ 443783 h 4939827"/>
              <a:gd name="connsiteX60" fmla="*/ 10130090 w 12192000"/>
              <a:gd name="connsiteY60" fmla="*/ 459520 h 4939827"/>
              <a:gd name="connsiteX61" fmla="*/ 10173456 w 12192000"/>
              <a:gd name="connsiteY61" fmla="*/ 457749 h 4939827"/>
              <a:gd name="connsiteX62" fmla="*/ 10218232 w 12192000"/>
              <a:gd name="connsiteY62" fmla="*/ 459820 h 4939827"/>
              <a:gd name="connsiteX63" fmla="*/ 10354176 w 12192000"/>
              <a:gd name="connsiteY63" fmla="*/ 471377 h 4939827"/>
              <a:gd name="connsiteX64" fmla="*/ 10430681 w 12192000"/>
              <a:gd name="connsiteY64" fmla="*/ 481226 h 4939827"/>
              <a:gd name="connsiteX65" fmla="*/ 10478169 w 12192000"/>
              <a:gd name="connsiteY65" fmla="*/ 481774 h 4939827"/>
              <a:gd name="connsiteX66" fmla="*/ 10540907 w 12192000"/>
              <a:gd name="connsiteY66" fmla="*/ 485607 h 4939827"/>
              <a:gd name="connsiteX67" fmla="*/ 10614941 w 12192000"/>
              <a:gd name="connsiteY67" fmla="*/ 487592 h 4939827"/>
              <a:gd name="connsiteX68" fmla="*/ 10674098 w 12192000"/>
              <a:gd name="connsiteY68" fmla="*/ 521656 h 4939827"/>
              <a:gd name="connsiteX69" fmla="*/ 10874834 w 12192000"/>
              <a:gd name="connsiteY69" fmla="*/ 574867 h 4939827"/>
              <a:gd name="connsiteX70" fmla="*/ 10944981 w 12192000"/>
              <a:gd name="connsiteY70" fmla="*/ 615042 h 4939827"/>
              <a:gd name="connsiteX71" fmla="*/ 11006376 w 12192000"/>
              <a:gd name="connsiteY71" fmla="*/ 645957 h 4939827"/>
              <a:gd name="connsiteX72" fmla="*/ 11076308 w 12192000"/>
              <a:gd name="connsiteY72" fmla="*/ 675698 h 4939827"/>
              <a:gd name="connsiteX73" fmla="*/ 11148789 w 12192000"/>
              <a:gd name="connsiteY73" fmla="*/ 685041 h 4939827"/>
              <a:gd name="connsiteX74" fmla="*/ 11249129 w 12192000"/>
              <a:gd name="connsiteY74" fmla="*/ 684218 h 4939827"/>
              <a:gd name="connsiteX75" fmla="*/ 11299915 w 12192000"/>
              <a:gd name="connsiteY75" fmla="*/ 692177 h 4939827"/>
              <a:gd name="connsiteX76" fmla="*/ 11386973 w 12192000"/>
              <a:gd name="connsiteY76" fmla="*/ 708209 h 4939827"/>
              <a:gd name="connsiteX77" fmla="*/ 11500105 w 12192000"/>
              <a:gd name="connsiteY77" fmla="*/ 735014 h 4939827"/>
              <a:gd name="connsiteX78" fmla="*/ 11621735 w 12192000"/>
              <a:gd name="connsiteY78" fmla="*/ 789584 h 4939827"/>
              <a:gd name="connsiteX79" fmla="*/ 11691200 w 12192000"/>
              <a:gd name="connsiteY79" fmla="*/ 867902 h 4939827"/>
              <a:gd name="connsiteX80" fmla="*/ 11819427 w 12192000"/>
              <a:gd name="connsiteY80" fmla="*/ 911634 h 4939827"/>
              <a:gd name="connsiteX81" fmla="*/ 11969720 w 12192000"/>
              <a:gd name="connsiteY81" fmla="*/ 964737 h 4939827"/>
              <a:gd name="connsiteX82" fmla="*/ 12055766 w 12192000"/>
              <a:gd name="connsiteY82" fmla="*/ 991268 h 4939827"/>
              <a:gd name="connsiteX83" fmla="*/ 12171539 w 12192000"/>
              <a:gd name="connsiteY83" fmla="*/ 995427 h 4939827"/>
              <a:gd name="connsiteX84" fmla="*/ 12187831 w 12192000"/>
              <a:gd name="connsiteY84" fmla="*/ 996580 h 4939827"/>
              <a:gd name="connsiteX85" fmla="*/ 12192000 w 12192000"/>
              <a:gd name="connsiteY85" fmla="*/ 996726 h 4939827"/>
              <a:gd name="connsiteX86" fmla="*/ 12192000 w 12192000"/>
              <a:gd name="connsiteY86" fmla="*/ 4939827 h 4939827"/>
              <a:gd name="connsiteX87" fmla="*/ 0 w 12192000"/>
              <a:gd name="connsiteY87" fmla="*/ 4939827 h 4939827"/>
              <a:gd name="connsiteX88" fmla="*/ 0 w 12192000"/>
              <a:gd name="connsiteY88" fmla="*/ 512043 h 4939827"/>
              <a:gd name="connsiteX89" fmla="*/ 7381 w 12192000"/>
              <a:gd name="connsiteY89" fmla="*/ 512580 h 4939827"/>
              <a:gd name="connsiteX90" fmla="*/ 100029 w 12192000"/>
              <a:gd name="connsiteY90" fmla="*/ 504758 h 4939827"/>
              <a:gd name="connsiteX91" fmla="*/ 155244 w 12192000"/>
              <a:gd name="connsiteY91" fmla="*/ 525130 h 4939827"/>
              <a:gd name="connsiteX92" fmla="*/ 254366 w 12192000"/>
              <a:gd name="connsiteY92" fmla="*/ 534449 h 4939827"/>
              <a:gd name="connsiteX93" fmla="*/ 447292 w 12192000"/>
              <a:gd name="connsiteY93" fmla="*/ 542725 h 4939827"/>
              <a:gd name="connsiteX94" fmla="*/ 628105 w 12192000"/>
              <a:gd name="connsiteY94" fmla="*/ 547853 h 4939827"/>
              <a:gd name="connsiteX95" fmla="*/ 783146 w 12192000"/>
              <a:gd name="connsiteY95" fmla="*/ 591799 h 4939827"/>
              <a:gd name="connsiteX96" fmla="*/ 1043676 w 12192000"/>
              <a:gd name="connsiteY96" fmla="*/ 591887 h 4939827"/>
              <a:gd name="connsiteX97" fmla="*/ 1281816 w 12192000"/>
              <a:gd name="connsiteY97" fmla="*/ 520946 h 4939827"/>
              <a:gd name="connsiteX98" fmla="*/ 1486347 w 12192000"/>
              <a:gd name="connsiteY98" fmla="*/ 487310 h 4939827"/>
              <a:gd name="connsiteX99" fmla="*/ 1568079 w 12192000"/>
              <a:gd name="connsiteY99" fmla="*/ 462531 h 4939827"/>
              <a:gd name="connsiteX100" fmla="*/ 1622516 w 12192000"/>
              <a:gd name="connsiteY100" fmla="*/ 466058 h 4939827"/>
              <a:gd name="connsiteX101" fmla="*/ 1655457 w 12192000"/>
              <a:gd name="connsiteY101" fmla="*/ 465359 h 4939827"/>
              <a:gd name="connsiteX102" fmla="*/ 1717454 w 12192000"/>
              <a:gd name="connsiteY102" fmla="*/ 417203 h 4939827"/>
              <a:gd name="connsiteX103" fmla="*/ 1913794 w 12192000"/>
              <a:gd name="connsiteY103" fmla="*/ 365255 h 4939827"/>
              <a:gd name="connsiteX104" fmla="*/ 2129762 w 12192000"/>
              <a:gd name="connsiteY104" fmla="*/ 367832 h 4939827"/>
              <a:gd name="connsiteX105" fmla="*/ 2376970 w 12192000"/>
              <a:gd name="connsiteY105" fmla="*/ 350129 h 4939827"/>
              <a:gd name="connsiteX106" fmla="*/ 2480155 w 12192000"/>
              <a:gd name="connsiteY106" fmla="*/ 359227 h 4939827"/>
              <a:gd name="connsiteX107" fmla="*/ 2586782 w 12192000"/>
              <a:gd name="connsiteY107" fmla="*/ 339352 h 4939827"/>
              <a:gd name="connsiteX108" fmla="*/ 2679617 w 12192000"/>
              <a:gd name="connsiteY108" fmla="*/ 305383 h 4939827"/>
              <a:gd name="connsiteX109" fmla="*/ 2788947 w 12192000"/>
              <a:gd name="connsiteY109" fmla="*/ 250375 h 4939827"/>
              <a:gd name="connsiteX110" fmla="*/ 2965530 w 12192000"/>
              <a:gd name="connsiteY110" fmla="*/ 245958 h 4939827"/>
              <a:gd name="connsiteX111" fmla="*/ 3103677 w 12192000"/>
              <a:gd name="connsiteY111" fmla="*/ 209527 h 4939827"/>
              <a:gd name="connsiteX112" fmla="*/ 3126759 w 12192000"/>
              <a:gd name="connsiteY112" fmla="*/ 211226 h 4939827"/>
              <a:gd name="connsiteX113" fmla="*/ 3164020 w 12192000"/>
              <a:gd name="connsiteY113" fmla="*/ 212779 h 4939827"/>
              <a:gd name="connsiteX114" fmla="*/ 3285019 w 12192000"/>
              <a:gd name="connsiteY114" fmla="*/ 220535 h 4939827"/>
              <a:gd name="connsiteX115" fmla="*/ 3365154 w 12192000"/>
              <a:gd name="connsiteY115" fmla="*/ 226416 h 4939827"/>
              <a:gd name="connsiteX116" fmla="*/ 3367507 w 12192000"/>
              <a:gd name="connsiteY116" fmla="*/ 225416 h 4939827"/>
              <a:gd name="connsiteX117" fmla="*/ 3387567 w 12192000"/>
              <a:gd name="connsiteY117" fmla="*/ 227103 h 4939827"/>
              <a:gd name="connsiteX118" fmla="*/ 3498001 w 12192000"/>
              <a:gd name="connsiteY118" fmla="*/ 231941 h 4939827"/>
              <a:gd name="connsiteX119" fmla="*/ 3561557 w 12192000"/>
              <a:gd name="connsiteY119" fmla="*/ 228095 h 4939827"/>
              <a:gd name="connsiteX120" fmla="*/ 3611920 w 12192000"/>
              <a:gd name="connsiteY120" fmla="*/ 218094 h 4939827"/>
              <a:gd name="connsiteX121" fmla="*/ 3620528 w 12192000"/>
              <a:gd name="connsiteY121" fmla="*/ 218788 h 4939827"/>
              <a:gd name="connsiteX122" fmla="*/ 3620766 w 12192000"/>
              <a:gd name="connsiteY122" fmla="*/ 218511 h 4939827"/>
              <a:gd name="connsiteX123" fmla="*/ 3629977 w 12192000"/>
              <a:gd name="connsiteY123" fmla="*/ 218664 h 4939827"/>
              <a:gd name="connsiteX124" fmla="*/ 3636217 w 12192000"/>
              <a:gd name="connsiteY124" fmla="*/ 220048 h 4939827"/>
              <a:gd name="connsiteX125" fmla="*/ 3709484 w 12192000"/>
              <a:gd name="connsiteY125" fmla="*/ 186927 h 4939827"/>
              <a:gd name="connsiteX126" fmla="*/ 3761342 w 12192000"/>
              <a:gd name="connsiteY126" fmla="*/ 177474 h 4939827"/>
              <a:gd name="connsiteX127" fmla="*/ 3799748 w 12192000"/>
              <a:gd name="connsiteY127" fmla="*/ 167154 h 4939827"/>
              <a:gd name="connsiteX128" fmla="*/ 3922756 w 12192000"/>
              <a:gd name="connsiteY128" fmla="*/ 194044 h 4939827"/>
              <a:gd name="connsiteX129" fmla="*/ 4028476 w 12192000"/>
              <a:gd name="connsiteY129" fmla="*/ 223679 h 4939827"/>
              <a:gd name="connsiteX130" fmla="*/ 4191582 w 12192000"/>
              <a:gd name="connsiteY130" fmla="*/ 238952 h 4939827"/>
              <a:gd name="connsiteX131" fmla="*/ 4251024 w 12192000"/>
              <a:gd name="connsiteY131" fmla="*/ 240874 h 4939827"/>
              <a:gd name="connsiteX132" fmla="*/ 4355275 w 12192000"/>
              <a:gd name="connsiteY132" fmla="*/ 260205 h 4939827"/>
              <a:gd name="connsiteX133" fmla="*/ 4423807 w 12192000"/>
              <a:gd name="connsiteY133" fmla="*/ 270366 h 4939827"/>
              <a:gd name="connsiteX134" fmla="*/ 4558432 w 12192000"/>
              <a:gd name="connsiteY134" fmla="*/ 269194 h 4939827"/>
              <a:gd name="connsiteX135" fmla="*/ 4635061 w 12192000"/>
              <a:gd name="connsiteY135" fmla="*/ 280682 h 4939827"/>
              <a:gd name="connsiteX136" fmla="*/ 4807427 w 12192000"/>
              <a:gd name="connsiteY136" fmla="*/ 276835 h 4939827"/>
              <a:gd name="connsiteX137" fmla="*/ 5028933 w 12192000"/>
              <a:gd name="connsiteY137" fmla="*/ 183887 h 4939827"/>
              <a:gd name="connsiteX138" fmla="*/ 5093642 w 12192000"/>
              <a:gd name="connsiteY138" fmla="*/ 177214 h 4939827"/>
              <a:gd name="connsiteX139" fmla="*/ 5102642 w 12192000"/>
              <a:gd name="connsiteY139" fmla="*/ 186816 h 4939827"/>
              <a:gd name="connsiteX140" fmla="*/ 5193590 w 12192000"/>
              <a:gd name="connsiteY140" fmla="*/ 156458 h 4939827"/>
              <a:gd name="connsiteX141" fmla="*/ 5323922 w 12192000"/>
              <a:gd name="connsiteY141" fmla="*/ 146332 h 4939827"/>
              <a:gd name="connsiteX142" fmla="*/ 5421860 w 12192000"/>
              <a:gd name="connsiteY142" fmla="*/ 167298 h 4939827"/>
              <a:gd name="connsiteX143" fmla="*/ 5476948 w 12192000"/>
              <a:gd name="connsiteY143" fmla="*/ 173249 h 4939827"/>
              <a:gd name="connsiteX144" fmla="*/ 5516842 w 12192000"/>
              <a:gd name="connsiteY144" fmla="*/ 184018 h 4939827"/>
              <a:gd name="connsiteX145" fmla="*/ 5619415 w 12192000"/>
              <a:gd name="connsiteY145" fmla="*/ 176781 h 4939827"/>
              <a:gd name="connsiteX146" fmla="*/ 5789867 w 12192000"/>
              <a:gd name="connsiteY146" fmla="*/ 150304 h 4939827"/>
              <a:gd name="connsiteX147" fmla="*/ 5825953 w 12192000"/>
              <a:gd name="connsiteY147" fmla="*/ 147907 h 4939827"/>
              <a:gd name="connsiteX148" fmla="*/ 5856168 w 12192000"/>
              <a:gd name="connsiteY148" fmla="*/ 158719 h 4939827"/>
              <a:gd name="connsiteX149" fmla="*/ 5862476 w 12192000"/>
              <a:gd name="connsiteY149" fmla="*/ 172447 h 4939827"/>
              <a:gd name="connsiteX150" fmla="*/ 5882195 w 12192000"/>
              <a:gd name="connsiteY150" fmla="*/ 173195 h 4939827"/>
              <a:gd name="connsiteX151" fmla="*/ 5887271 w 12192000"/>
              <a:gd name="connsiteY151" fmla="*/ 176084 h 4939827"/>
              <a:gd name="connsiteX152" fmla="*/ 5921577 w 12192000"/>
              <a:gd name="connsiteY152" fmla="*/ 169858 h 4939827"/>
              <a:gd name="connsiteX153" fmla="*/ 5983240 w 12192000"/>
              <a:gd name="connsiteY153" fmla="*/ 152755 h 4939827"/>
              <a:gd name="connsiteX154" fmla="*/ 6152287 w 12192000"/>
              <a:gd name="connsiteY154" fmla="*/ 116736 h 4939827"/>
              <a:gd name="connsiteX155" fmla="*/ 6415830 w 12192000"/>
              <a:gd name="connsiteY155" fmla="*/ 136006 h 4939827"/>
              <a:gd name="connsiteX156" fmla="*/ 6756965 w 12192000"/>
              <a:gd name="connsiteY156" fmla="*/ 57636 h 4939827"/>
              <a:gd name="connsiteX157" fmla="*/ 6819400 w 12192000"/>
              <a:gd name="connsiteY157" fmla="*/ 30742 h 4939827"/>
              <a:gd name="connsiteX158" fmla="*/ 6986370 w 12192000"/>
              <a:gd name="connsiteY158" fmla="*/ 12659 h 4939827"/>
              <a:gd name="connsiteX159" fmla="*/ 6989536 w 12192000"/>
              <a:gd name="connsiteY159" fmla="*/ 14528 h 4939827"/>
              <a:gd name="connsiteX160" fmla="*/ 7015933 w 12192000"/>
              <a:gd name="connsiteY160" fmla="*/ 9653 h 4939827"/>
              <a:gd name="connsiteX161" fmla="*/ 7020592 w 12192000"/>
              <a:gd name="connsiteY161" fmla="*/ 1651 h 4939827"/>
              <a:gd name="connsiteX162" fmla="*/ 7025905 w 12192000"/>
              <a:gd name="connsiteY162" fmla="*/ 0 h 4939827"/>
              <a:gd name="connsiteX0" fmla="*/ 7025905 w 12192000"/>
              <a:gd name="connsiteY0" fmla="*/ 0 h 4939827"/>
              <a:gd name="connsiteX1" fmla="*/ 7032579 w 12192000"/>
              <a:gd name="connsiteY1" fmla="*/ 2808 h 4939827"/>
              <a:gd name="connsiteX2" fmla="*/ 7079505 w 12192000"/>
              <a:gd name="connsiteY2" fmla="*/ 12971 h 4939827"/>
              <a:gd name="connsiteX3" fmla="*/ 7158791 w 12192000"/>
              <a:gd name="connsiteY3" fmla="*/ 12462 h 4939827"/>
              <a:gd name="connsiteX4" fmla="*/ 7233338 w 12192000"/>
              <a:gd name="connsiteY4" fmla="*/ 24846 h 4939827"/>
              <a:gd name="connsiteX5" fmla="*/ 7259791 w 12192000"/>
              <a:gd name="connsiteY5" fmla="*/ 29557 h 4939827"/>
              <a:gd name="connsiteX6" fmla="*/ 7263923 w 12192000"/>
              <a:gd name="connsiteY6" fmla="*/ 35029 h 4939827"/>
              <a:gd name="connsiteX7" fmla="*/ 7281549 w 12192000"/>
              <a:gd name="connsiteY7" fmla="*/ 39654 h 4939827"/>
              <a:gd name="connsiteX8" fmla="*/ 7374735 w 12192000"/>
              <a:gd name="connsiteY8" fmla="*/ 65326 h 4939827"/>
              <a:gd name="connsiteX9" fmla="*/ 7376078 w 12192000"/>
              <a:gd name="connsiteY9" fmla="*/ 63849 h 4939827"/>
              <a:gd name="connsiteX10" fmla="*/ 7402026 w 12192000"/>
              <a:gd name="connsiteY10" fmla="*/ 60308 h 4939827"/>
              <a:gd name="connsiteX11" fmla="*/ 7415091 w 12192000"/>
              <a:gd name="connsiteY11" fmla="*/ 77403 h 4939827"/>
              <a:gd name="connsiteX12" fmla="*/ 7488682 w 12192000"/>
              <a:gd name="connsiteY12" fmla="*/ 83440 h 4939827"/>
              <a:gd name="connsiteX13" fmla="*/ 7732750 w 12192000"/>
              <a:gd name="connsiteY13" fmla="*/ 145456 h 4939827"/>
              <a:gd name="connsiteX14" fmla="*/ 7785900 w 12192000"/>
              <a:gd name="connsiteY14" fmla="*/ 154493 h 4939827"/>
              <a:gd name="connsiteX15" fmla="*/ 7952584 w 12192000"/>
              <a:gd name="connsiteY15" fmla="*/ 170181 h 4939827"/>
              <a:gd name="connsiteX16" fmla="*/ 8009534 w 12192000"/>
              <a:gd name="connsiteY16" fmla="*/ 176441 h 4939827"/>
              <a:gd name="connsiteX17" fmla="*/ 8058681 w 12192000"/>
              <a:gd name="connsiteY17" fmla="*/ 219431 h 4939827"/>
              <a:gd name="connsiteX18" fmla="*/ 8126175 w 12192000"/>
              <a:gd name="connsiteY18" fmla="*/ 240005 h 4939827"/>
              <a:gd name="connsiteX19" fmla="*/ 8166439 w 12192000"/>
              <a:gd name="connsiteY19" fmla="*/ 252699 h 4939827"/>
              <a:gd name="connsiteX20" fmla="*/ 8281371 w 12192000"/>
              <a:gd name="connsiteY20" fmla="*/ 256875 h 4939827"/>
              <a:gd name="connsiteX21" fmla="*/ 8381609 w 12192000"/>
              <a:gd name="connsiteY21" fmla="*/ 240618 h 4939827"/>
              <a:gd name="connsiteX22" fmla="*/ 8406759 w 12192000"/>
              <a:gd name="connsiteY22" fmla="*/ 232517 h 4939827"/>
              <a:gd name="connsiteX23" fmla="*/ 8426506 w 12192000"/>
              <a:gd name="connsiteY23" fmla="*/ 241842 h 4939827"/>
              <a:gd name="connsiteX24" fmla="*/ 8427949 w 12192000"/>
              <a:gd name="connsiteY24" fmla="*/ 240981 h 4939827"/>
              <a:gd name="connsiteX25" fmla="*/ 8441468 w 12192000"/>
              <a:gd name="connsiteY25" fmla="*/ 241157 h 4939827"/>
              <a:gd name="connsiteX26" fmla="*/ 8565757 w 12192000"/>
              <a:gd name="connsiteY26" fmla="*/ 255317 h 4939827"/>
              <a:gd name="connsiteX27" fmla="*/ 8573171 w 12192000"/>
              <a:gd name="connsiteY27" fmla="*/ 258426 h 4939827"/>
              <a:gd name="connsiteX28" fmla="*/ 8573548 w 12192000"/>
              <a:gd name="connsiteY28" fmla="*/ 258241 h 4939827"/>
              <a:gd name="connsiteX29" fmla="*/ 8581827 w 12192000"/>
              <a:gd name="connsiteY29" fmla="*/ 261028 h 4939827"/>
              <a:gd name="connsiteX30" fmla="*/ 8586687 w 12192000"/>
              <a:gd name="connsiteY30" fmla="*/ 264089 h 4939827"/>
              <a:gd name="connsiteX31" fmla="*/ 8601067 w 12192000"/>
              <a:gd name="connsiteY31" fmla="*/ 270114 h 4939827"/>
              <a:gd name="connsiteX32" fmla="*/ 8672650 w 12192000"/>
              <a:gd name="connsiteY32" fmla="*/ 254821 h 4939827"/>
              <a:gd name="connsiteX33" fmla="*/ 8785543 w 12192000"/>
              <a:gd name="connsiteY33" fmla="*/ 263406 h 4939827"/>
              <a:gd name="connsiteX34" fmla="*/ 8830588 w 12192000"/>
              <a:gd name="connsiteY34" fmla="*/ 265483 h 4939827"/>
              <a:gd name="connsiteX35" fmla="*/ 8905142 w 12192000"/>
              <a:gd name="connsiteY35" fmla="*/ 264958 h 4939827"/>
              <a:gd name="connsiteX36" fmla="*/ 8968582 w 12192000"/>
              <a:gd name="connsiteY36" fmla="*/ 262728 h 4939827"/>
              <a:gd name="connsiteX37" fmla="*/ 8972994 w 12192000"/>
              <a:gd name="connsiteY37" fmla="*/ 263284 h 4939827"/>
              <a:gd name="connsiteX38" fmla="*/ 9004605 w 12192000"/>
              <a:gd name="connsiteY38" fmla="*/ 258041 h 4939827"/>
              <a:gd name="connsiteX39" fmla="*/ 9016165 w 12192000"/>
              <a:gd name="connsiteY39" fmla="*/ 261258 h 4939827"/>
              <a:gd name="connsiteX40" fmla="*/ 9043297 w 12192000"/>
              <a:gd name="connsiteY40" fmla="*/ 281547 h 4939827"/>
              <a:gd name="connsiteX41" fmla="*/ 9048315 w 12192000"/>
              <a:gd name="connsiteY41" fmla="*/ 279264 h 4939827"/>
              <a:gd name="connsiteX42" fmla="*/ 9054706 w 12192000"/>
              <a:gd name="connsiteY42" fmla="*/ 278538 h 4939827"/>
              <a:gd name="connsiteX43" fmla="*/ 9070919 w 12192000"/>
              <a:gd name="connsiteY43" fmla="*/ 281810 h 4939827"/>
              <a:gd name="connsiteX44" fmla="*/ 9076813 w 12192000"/>
              <a:gd name="connsiteY44" fmla="*/ 283909 h 4939827"/>
              <a:gd name="connsiteX45" fmla="*/ 9085871 w 12192000"/>
              <a:gd name="connsiteY45" fmla="*/ 285133 h 4939827"/>
              <a:gd name="connsiteX46" fmla="*/ 9086159 w 12192000"/>
              <a:gd name="connsiteY46" fmla="*/ 284887 h 4939827"/>
              <a:gd name="connsiteX47" fmla="*/ 9134606 w 12192000"/>
              <a:gd name="connsiteY47" fmla="*/ 288168 h 4939827"/>
              <a:gd name="connsiteX48" fmla="*/ 9195590 w 12192000"/>
              <a:gd name="connsiteY48" fmla="*/ 279568 h 4939827"/>
              <a:gd name="connsiteX49" fmla="*/ 9219336 w 12192000"/>
              <a:gd name="connsiteY49" fmla="*/ 278133 h 4939827"/>
              <a:gd name="connsiteX50" fmla="*/ 9232362 w 12192000"/>
              <a:gd name="connsiteY50" fmla="*/ 275894 h 4939827"/>
              <a:gd name="connsiteX51" fmla="*/ 9233396 w 12192000"/>
              <a:gd name="connsiteY51" fmla="*/ 274803 h 4939827"/>
              <a:gd name="connsiteX52" fmla="*/ 9256213 w 12192000"/>
              <a:gd name="connsiteY52" fmla="*/ 281576 h 4939827"/>
              <a:gd name="connsiteX53" fmla="*/ 9371484 w 12192000"/>
              <a:gd name="connsiteY53" fmla="*/ 329634 h 4939827"/>
              <a:gd name="connsiteX54" fmla="*/ 9404829 w 12192000"/>
              <a:gd name="connsiteY54" fmla="*/ 339038 h 4939827"/>
              <a:gd name="connsiteX55" fmla="*/ 9427021 w 12192000"/>
              <a:gd name="connsiteY55" fmla="*/ 358784 h 4939827"/>
              <a:gd name="connsiteX56" fmla="*/ 9670844 w 12192000"/>
              <a:gd name="connsiteY56" fmla="*/ 405128 h 4939827"/>
              <a:gd name="connsiteX57" fmla="*/ 9816083 w 12192000"/>
              <a:gd name="connsiteY57" fmla="*/ 416573 h 4939827"/>
              <a:gd name="connsiteX58" fmla="*/ 9936741 w 12192000"/>
              <a:gd name="connsiteY58" fmla="*/ 437044 h 4939827"/>
              <a:gd name="connsiteX59" fmla="*/ 10050093 w 12192000"/>
              <a:gd name="connsiteY59" fmla="*/ 443783 h 4939827"/>
              <a:gd name="connsiteX60" fmla="*/ 10130090 w 12192000"/>
              <a:gd name="connsiteY60" fmla="*/ 459520 h 4939827"/>
              <a:gd name="connsiteX61" fmla="*/ 10173456 w 12192000"/>
              <a:gd name="connsiteY61" fmla="*/ 457749 h 4939827"/>
              <a:gd name="connsiteX62" fmla="*/ 10218232 w 12192000"/>
              <a:gd name="connsiteY62" fmla="*/ 459820 h 4939827"/>
              <a:gd name="connsiteX63" fmla="*/ 10354176 w 12192000"/>
              <a:gd name="connsiteY63" fmla="*/ 471377 h 4939827"/>
              <a:gd name="connsiteX64" fmla="*/ 10430681 w 12192000"/>
              <a:gd name="connsiteY64" fmla="*/ 481226 h 4939827"/>
              <a:gd name="connsiteX65" fmla="*/ 10478169 w 12192000"/>
              <a:gd name="connsiteY65" fmla="*/ 481774 h 4939827"/>
              <a:gd name="connsiteX66" fmla="*/ 10540907 w 12192000"/>
              <a:gd name="connsiteY66" fmla="*/ 485607 h 4939827"/>
              <a:gd name="connsiteX67" fmla="*/ 10614941 w 12192000"/>
              <a:gd name="connsiteY67" fmla="*/ 487592 h 4939827"/>
              <a:gd name="connsiteX68" fmla="*/ 10674098 w 12192000"/>
              <a:gd name="connsiteY68" fmla="*/ 521656 h 4939827"/>
              <a:gd name="connsiteX69" fmla="*/ 10874834 w 12192000"/>
              <a:gd name="connsiteY69" fmla="*/ 574867 h 4939827"/>
              <a:gd name="connsiteX70" fmla="*/ 10944981 w 12192000"/>
              <a:gd name="connsiteY70" fmla="*/ 615042 h 4939827"/>
              <a:gd name="connsiteX71" fmla="*/ 11006376 w 12192000"/>
              <a:gd name="connsiteY71" fmla="*/ 645957 h 4939827"/>
              <a:gd name="connsiteX72" fmla="*/ 11076308 w 12192000"/>
              <a:gd name="connsiteY72" fmla="*/ 675698 h 4939827"/>
              <a:gd name="connsiteX73" fmla="*/ 11148789 w 12192000"/>
              <a:gd name="connsiteY73" fmla="*/ 685041 h 4939827"/>
              <a:gd name="connsiteX74" fmla="*/ 11249129 w 12192000"/>
              <a:gd name="connsiteY74" fmla="*/ 684218 h 4939827"/>
              <a:gd name="connsiteX75" fmla="*/ 11299915 w 12192000"/>
              <a:gd name="connsiteY75" fmla="*/ 692177 h 4939827"/>
              <a:gd name="connsiteX76" fmla="*/ 11386973 w 12192000"/>
              <a:gd name="connsiteY76" fmla="*/ 708209 h 4939827"/>
              <a:gd name="connsiteX77" fmla="*/ 11500105 w 12192000"/>
              <a:gd name="connsiteY77" fmla="*/ 735014 h 4939827"/>
              <a:gd name="connsiteX78" fmla="*/ 11621735 w 12192000"/>
              <a:gd name="connsiteY78" fmla="*/ 789584 h 4939827"/>
              <a:gd name="connsiteX79" fmla="*/ 11691200 w 12192000"/>
              <a:gd name="connsiteY79" fmla="*/ 867902 h 4939827"/>
              <a:gd name="connsiteX80" fmla="*/ 11819427 w 12192000"/>
              <a:gd name="connsiteY80" fmla="*/ 911634 h 4939827"/>
              <a:gd name="connsiteX81" fmla="*/ 11969720 w 12192000"/>
              <a:gd name="connsiteY81" fmla="*/ 964737 h 4939827"/>
              <a:gd name="connsiteX82" fmla="*/ 12055766 w 12192000"/>
              <a:gd name="connsiteY82" fmla="*/ 991268 h 4939827"/>
              <a:gd name="connsiteX83" fmla="*/ 12171539 w 12192000"/>
              <a:gd name="connsiteY83" fmla="*/ 995427 h 4939827"/>
              <a:gd name="connsiteX84" fmla="*/ 12187831 w 12192000"/>
              <a:gd name="connsiteY84" fmla="*/ 996580 h 4939827"/>
              <a:gd name="connsiteX85" fmla="*/ 12192000 w 12192000"/>
              <a:gd name="connsiteY85" fmla="*/ 996726 h 4939827"/>
              <a:gd name="connsiteX86" fmla="*/ 12192000 w 12192000"/>
              <a:gd name="connsiteY86" fmla="*/ 4939827 h 4939827"/>
              <a:gd name="connsiteX87" fmla="*/ 0 w 12192000"/>
              <a:gd name="connsiteY87" fmla="*/ 4939827 h 4939827"/>
              <a:gd name="connsiteX88" fmla="*/ 0 w 12192000"/>
              <a:gd name="connsiteY88" fmla="*/ 512043 h 4939827"/>
              <a:gd name="connsiteX89" fmla="*/ 7381 w 12192000"/>
              <a:gd name="connsiteY89" fmla="*/ 512580 h 4939827"/>
              <a:gd name="connsiteX90" fmla="*/ 100029 w 12192000"/>
              <a:gd name="connsiteY90" fmla="*/ 504758 h 4939827"/>
              <a:gd name="connsiteX91" fmla="*/ 155244 w 12192000"/>
              <a:gd name="connsiteY91" fmla="*/ 525130 h 4939827"/>
              <a:gd name="connsiteX92" fmla="*/ 254366 w 12192000"/>
              <a:gd name="connsiteY92" fmla="*/ 534449 h 4939827"/>
              <a:gd name="connsiteX93" fmla="*/ 447292 w 12192000"/>
              <a:gd name="connsiteY93" fmla="*/ 542725 h 4939827"/>
              <a:gd name="connsiteX94" fmla="*/ 628105 w 12192000"/>
              <a:gd name="connsiteY94" fmla="*/ 547853 h 4939827"/>
              <a:gd name="connsiteX95" fmla="*/ 783146 w 12192000"/>
              <a:gd name="connsiteY95" fmla="*/ 591799 h 4939827"/>
              <a:gd name="connsiteX96" fmla="*/ 1043676 w 12192000"/>
              <a:gd name="connsiteY96" fmla="*/ 591887 h 4939827"/>
              <a:gd name="connsiteX97" fmla="*/ 1281816 w 12192000"/>
              <a:gd name="connsiteY97" fmla="*/ 520946 h 4939827"/>
              <a:gd name="connsiteX98" fmla="*/ 1486347 w 12192000"/>
              <a:gd name="connsiteY98" fmla="*/ 487310 h 4939827"/>
              <a:gd name="connsiteX99" fmla="*/ 1568079 w 12192000"/>
              <a:gd name="connsiteY99" fmla="*/ 462531 h 4939827"/>
              <a:gd name="connsiteX100" fmla="*/ 1622516 w 12192000"/>
              <a:gd name="connsiteY100" fmla="*/ 466058 h 4939827"/>
              <a:gd name="connsiteX101" fmla="*/ 1655457 w 12192000"/>
              <a:gd name="connsiteY101" fmla="*/ 465359 h 4939827"/>
              <a:gd name="connsiteX102" fmla="*/ 1717454 w 12192000"/>
              <a:gd name="connsiteY102" fmla="*/ 417203 h 4939827"/>
              <a:gd name="connsiteX103" fmla="*/ 1913794 w 12192000"/>
              <a:gd name="connsiteY103" fmla="*/ 365255 h 4939827"/>
              <a:gd name="connsiteX104" fmla="*/ 2129762 w 12192000"/>
              <a:gd name="connsiteY104" fmla="*/ 367832 h 4939827"/>
              <a:gd name="connsiteX105" fmla="*/ 2376970 w 12192000"/>
              <a:gd name="connsiteY105" fmla="*/ 350129 h 4939827"/>
              <a:gd name="connsiteX106" fmla="*/ 2480155 w 12192000"/>
              <a:gd name="connsiteY106" fmla="*/ 359227 h 4939827"/>
              <a:gd name="connsiteX107" fmla="*/ 2586782 w 12192000"/>
              <a:gd name="connsiteY107" fmla="*/ 339352 h 4939827"/>
              <a:gd name="connsiteX108" fmla="*/ 2679617 w 12192000"/>
              <a:gd name="connsiteY108" fmla="*/ 305383 h 4939827"/>
              <a:gd name="connsiteX109" fmla="*/ 2788947 w 12192000"/>
              <a:gd name="connsiteY109" fmla="*/ 250375 h 4939827"/>
              <a:gd name="connsiteX110" fmla="*/ 2965530 w 12192000"/>
              <a:gd name="connsiteY110" fmla="*/ 245958 h 4939827"/>
              <a:gd name="connsiteX111" fmla="*/ 3103677 w 12192000"/>
              <a:gd name="connsiteY111" fmla="*/ 209527 h 4939827"/>
              <a:gd name="connsiteX112" fmla="*/ 3126759 w 12192000"/>
              <a:gd name="connsiteY112" fmla="*/ 211226 h 4939827"/>
              <a:gd name="connsiteX113" fmla="*/ 3164020 w 12192000"/>
              <a:gd name="connsiteY113" fmla="*/ 212779 h 4939827"/>
              <a:gd name="connsiteX114" fmla="*/ 3285019 w 12192000"/>
              <a:gd name="connsiteY114" fmla="*/ 220535 h 4939827"/>
              <a:gd name="connsiteX115" fmla="*/ 3365154 w 12192000"/>
              <a:gd name="connsiteY115" fmla="*/ 226416 h 4939827"/>
              <a:gd name="connsiteX116" fmla="*/ 3367507 w 12192000"/>
              <a:gd name="connsiteY116" fmla="*/ 225416 h 4939827"/>
              <a:gd name="connsiteX117" fmla="*/ 3387567 w 12192000"/>
              <a:gd name="connsiteY117" fmla="*/ 227103 h 4939827"/>
              <a:gd name="connsiteX118" fmla="*/ 3498001 w 12192000"/>
              <a:gd name="connsiteY118" fmla="*/ 231941 h 4939827"/>
              <a:gd name="connsiteX119" fmla="*/ 3561557 w 12192000"/>
              <a:gd name="connsiteY119" fmla="*/ 228095 h 4939827"/>
              <a:gd name="connsiteX120" fmla="*/ 3611920 w 12192000"/>
              <a:gd name="connsiteY120" fmla="*/ 218094 h 4939827"/>
              <a:gd name="connsiteX121" fmla="*/ 3620528 w 12192000"/>
              <a:gd name="connsiteY121" fmla="*/ 218788 h 4939827"/>
              <a:gd name="connsiteX122" fmla="*/ 3620766 w 12192000"/>
              <a:gd name="connsiteY122" fmla="*/ 218511 h 4939827"/>
              <a:gd name="connsiteX123" fmla="*/ 3629977 w 12192000"/>
              <a:gd name="connsiteY123" fmla="*/ 218664 h 4939827"/>
              <a:gd name="connsiteX124" fmla="*/ 3636217 w 12192000"/>
              <a:gd name="connsiteY124" fmla="*/ 220048 h 4939827"/>
              <a:gd name="connsiteX125" fmla="*/ 3709484 w 12192000"/>
              <a:gd name="connsiteY125" fmla="*/ 186927 h 4939827"/>
              <a:gd name="connsiteX126" fmla="*/ 3761342 w 12192000"/>
              <a:gd name="connsiteY126" fmla="*/ 177474 h 4939827"/>
              <a:gd name="connsiteX127" fmla="*/ 3799748 w 12192000"/>
              <a:gd name="connsiteY127" fmla="*/ 167154 h 4939827"/>
              <a:gd name="connsiteX128" fmla="*/ 3922756 w 12192000"/>
              <a:gd name="connsiteY128" fmla="*/ 194044 h 4939827"/>
              <a:gd name="connsiteX129" fmla="*/ 4028476 w 12192000"/>
              <a:gd name="connsiteY129" fmla="*/ 223679 h 4939827"/>
              <a:gd name="connsiteX130" fmla="*/ 4191582 w 12192000"/>
              <a:gd name="connsiteY130" fmla="*/ 238952 h 4939827"/>
              <a:gd name="connsiteX131" fmla="*/ 4251024 w 12192000"/>
              <a:gd name="connsiteY131" fmla="*/ 240874 h 4939827"/>
              <a:gd name="connsiteX132" fmla="*/ 4355275 w 12192000"/>
              <a:gd name="connsiteY132" fmla="*/ 260205 h 4939827"/>
              <a:gd name="connsiteX133" fmla="*/ 4423807 w 12192000"/>
              <a:gd name="connsiteY133" fmla="*/ 270366 h 4939827"/>
              <a:gd name="connsiteX134" fmla="*/ 4558432 w 12192000"/>
              <a:gd name="connsiteY134" fmla="*/ 269194 h 4939827"/>
              <a:gd name="connsiteX135" fmla="*/ 4635061 w 12192000"/>
              <a:gd name="connsiteY135" fmla="*/ 280682 h 4939827"/>
              <a:gd name="connsiteX136" fmla="*/ 4807427 w 12192000"/>
              <a:gd name="connsiteY136" fmla="*/ 276835 h 4939827"/>
              <a:gd name="connsiteX137" fmla="*/ 5028933 w 12192000"/>
              <a:gd name="connsiteY137" fmla="*/ 183887 h 4939827"/>
              <a:gd name="connsiteX138" fmla="*/ 5093642 w 12192000"/>
              <a:gd name="connsiteY138" fmla="*/ 177214 h 4939827"/>
              <a:gd name="connsiteX139" fmla="*/ 5102642 w 12192000"/>
              <a:gd name="connsiteY139" fmla="*/ 186816 h 4939827"/>
              <a:gd name="connsiteX140" fmla="*/ 5193590 w 12192000"/>
              <a:gd name="connsiteY140" fmla="*/ 156458 h 4939827"/>
              <a:gd name="connsiteX141" fmla="*/ 5323922 w 12192000"/>
              <a:gd name="connsiteY141" fmla="*/ 146332 h 4939827"/>
              <a:gd name="connsiteX142" fmla="*/ 5421860 w 12192000"/>
              <a:gd name="connsiteY142" fmla="*/ 167298 h 4939827"/>
              <a:gd name="connsiteX143" fmla="*/ 5476948 w 12192000"/>
              <a:gd name="connsiteY143" fmla="*/ 173249 h 4939827"/>
              <a:gd name="connsiteX144" fmla="*/ 5516842 w 12192000"/>
              <a:gd name="connsiteY144" fmla="*/ 184018 h 4939827"/>
              <a:gd name="connsiteX145" fmla="*/ 5619415 w 12192000"/>
              <a:gd name="connsiteY145" fmla="*/ 176781 h 4939827"/>
              <a:gd name="connsiteX146" fmla="*/ 5789867 w 12192000"/>
              <a:gd name="connsiteY146" fmla="*/ 150304 h 4939827"/>
              <a:gd name="connsiteX147" fmla="*/ 5825953 w 12192000"/>
              <a:gd name="connsiteY147" fmla="*/ 147907 h 4939827"/>
              <a:gd name="connsiteX148" fmla="*/ 5856168 w 12192000"/>
              <a:gd name="connsiteY148" fmla="*/ 158719 h 4939827"/>
              <a:gd name="connsiteX149" fmla="*/ 5862476 w 12192000"/>
              <a:gd name="connsiteY149" fmla="*/ 172447 h 4939827"/>
              <a:gd name="connsiteX150" fmla="*/ 5882195 w 12192000"/>
              <a:gd name="connsiteY150" fmla="*/ 173195 h 4939827"/>
              <a:gd name="connsiteX151" fmla="*/ 5887271 w 12192000"/>
              <a:gd name="connsiteY151" fmla="*/ 176084 h 4939827"/>
              <a:gd name="connsiteX152" fmla="*/ 5921577 w 12192000"/>
              <a:gd name="connsiteY152" fmla="*/ 169858 h 4939827"/>
              <a:gd name="connsiteX153" fmla="*/ 5983240 w 12192000"/>
              <a:gd name="connsiteY153" fmla="*/ 152755 h 4939827"/>
              <a:gd name="connsiteX154" fmla="*/ 6415830 w 12192000"/>
              <a:gd name="connsiteY154" fmla="*/ 136006 h 4939827"/>
              <a:gd name="connsiteX155" fmla="*/ 6756965 w 12192000"/>
              <a:gd name="connsiteY155" fmla="*/ 57636 h 4939827"/>
              <a:gd name="connsiteX156" fmla="*/ 6819400 w 12192000"/>
              <a:gd name="connsiteY156" fmla="*/ 30742 h 4939827"/>
              <a:gd name="connsiteX157" fmla="*/ 6986370 w 12192000"/>
              <a:gd name="connsiteY157" fmla="*/ 12659 h 4939827"/>
              <a:gd name="connsiteX158" fmla="*/ 6989536 w 12192000"/>
              <a:gd name="connsiteY158" fmla="*/ 14528 h 4939827"/>
              <a:gd name="connsiteX159" fmla="*/ 7015933 w 12192000"/>
              <a:gd name="connsiteY159" fmla="*/ 9653 h 4939827"/>
              <a:gd name="connsiteX160" fmla="*/ 7020592 w 12192000"/>
              <a:gd name="connsiteY160" fmla="*/ 1651 h 4939827"/>
              <a:gd name="connsiteX161" fmla="*/ 7025905 w 12192000"/>
              <a:gd name="connsiteY161" fmla="*/ 0 h 4939827"/>
              <a:gd name="connsiteX0" fmla="*/ 7025905 w 12192000"/>
              <a:gd name="connsiteY0" fmla="*/ 0 h 4939827"/>
              <a:gd name="connsiteX1" fmla="*/ 7032579 w 12192000"/>
              <a:gd name="connsiteY1" fmla="*/ 2808 h 4939827"/>
              <a:gd name="connsiteX2" fmla="*/ 7079505 w 12192000"/>
              <a:gd name="connsiteY2" fmla="*/ 12971 h 4939827"/>
              <a:gd name="connsiteX3" fmla="*/ 7158791 w 12192000"/>
              <a:gd name="connsiteY3" fmla="*/ 12462 h 4939827"/>
              <a:gd name="connsiteX4" fmla="*/ 7233338 w 12192000"/>
              <a:gd name="connsiteY4" fmla="*/ 24846 h 4939827"/>
              <a:gd name="connsiteX5" fmla="*/ 7259791 w 12192000"/>
              <a:gd name="connsiteY5" fmla="*/ 29557 h 4939827"/>
              <a:gd name="connsiteX6" fmla="*/ 7263923 w 12192000"/>
              <a:gd name="connsiteY6" fmla="*/ 35029 h 4939827"/>
              <a:gd name="connsiteX7" fmla="*/ 7281549 w 12192000"/>
              <a:gd name="connsiteY7" fmla="*/ 39654 h 4939827"/>
              <a:gd name="connsiteX8" fmla="*/ 7374735 w 12192000"/>
              <a:gd name="connsiteY8" fmla="*/ 65326 h 4939827"/>
              <a:gd name="connsiteX9" fmla="*/ 7376078 w 12192000"/>
              <a:gd name="connsiteY9" fmla="*/ 63849 h 4939827"/>
              <a:gd name="connsiteX10" fmla="*/ 7402026 w 12192000"/>
              <a:gd name="connsiteY10" fmla="*/ 60308 h 4939827"/>
              <a:gd name="connsiteX11" fmla="*/ 7415091 w 12192000"/>
              <a:gd name="connsiteY11" fmla="*/ 77403 h 4939827"/>
              <a:gd name="connsiteX12" fmla="*/ 7488682 w 12192000"/>
              <a:gd name="connsiteY12" fmla="*/ 83440 h 4939827"/>
              <a:gd name="connsiteX13" fmla="*/ 7732750 w 12192000"/>
              <a:gd name="connsiteY13" fmla="*/ 145456 h 4939827"/>
              <a:gd name="connsiteX14" fmla="*/ 7785900 w 12192000"/>
              <a:gd name="connsiteY14" fmla="*/ 154493 h 4939827"/>
              <a:gd name="connsiteX15" fmla="*/ 7952584 w 12192000"/>
              <a:gd name="connsiteY15" fmla="*/ 170181 h 4939827"/>
              <a:gd name="connsiteX16" fmla="*/ 8009534 w 12192000"/>
              <a:gd name="connsiteY16" fmla="*/ 176441 h 4939827"/>
              <a:gd name="connsiteX17" fmla="*/ 8058681 w 12192000"/>
              <a:gd name="connsiteY17" fmla="*/ 219431 h 4939827"/>
              <a:gd name="connsiteX18" fmla="*/ 8126175 w 12192000"/>
              <a:gd name="connsiteY18" fmla="*/ 240005 h 4939827"/>
              <a:gd name="connsiteX19" fmla="*/ 8166439 w 12192000"/>
              <a:gd name="connsiteY19" fmla="*/ 252699 h 4939827"/>
              <a:gd name="connsiteX20" fmla="*/ 8281371 w 12192000"/>
              <a:gd name="connsiteY20" fmla="*/ 256875 h 4939827"/>
              <a:gd name="connsiteX21" fmla="*/ 8381609 w 12192000"/>
              <a:gd name="connsiteY21" fmla="*/ 240618 h 4939827"/>
              <a:gd name="connsiteX22" fmla="*/ 8406759 w 12192000"/>
              <a:gd name="connsiteY22" fmla="*/ 232517 h 4939827"/>
              <a:gd name="connsiteX23" fmla="*/ 8426506 w 12192000"/>
              <a:gd name="connsiteY23" fmla="*/ 241842 h 4939827"/>
              <a:gd name="connsiteX24" fmla="*/ 8427949 w 12192000"/>
              <a:gd name="connsiteY24" fmla="*/ 240981 h 4939827"/>
              <a:gd name="connsiteX25" fmla="*/ 8441468 w 12192000"/>
              <a:gd name="connsiteY25" fmla="*/ 241157 h 4939827"/>
              <a:gd name="connsiteX26" fmla="*/ 8565757 w 12192000"/>
              <a:gd name="connsiteY26" fmla="*/ 255317 h 4939827"/>
              <a:gd name="connsiteX27" fmla="*/ 8573171 w 12192000"/>
              <a:gd name="connsiteY27" fmla="*/ 258426 h 4939827"/>
              <a:gd name="connsiteX28" fmla="*/ 8573548 w 12192000"/>
              <a:gd name="connsiteY28" fmla="*/ 258241 h 4939827"/>
              <a:gd name="connsiteX29" fmla="*/ 8581827 w 12192000"/>
              <a:gd name="connsiteY29" fmla="*/ 261028 h 4939827"/>
              <a:gd name="connsiteX30" fmla="*/ 8586687 w 12192000"/>
              <a:gd name="connsiteY30" fmla="*/ 264089 h 4939827"/>
              <a:gd name="connsiteX31" fmla="*/ 8601067 w 12192000"/>
              <a:gd name="connsiteY31" fmla="*/ 270114 h 4939827"/>
              <a:gd name="connsiteX32" fmla="*/ 8672650 w 12192000"/>
              <a:gd name="connsiteY32" fmla="*/ 254821 h 4939827"/>
              <a:gd name="connsiteX33" fmla="*/ 8785543 w 12192000"/>
              <a:gd name="connsiteY33" fmla="*/ 263406 h 4939827"/>
              <a:gd name="connsiteX34" fmla="*/ 8830588 w 12192000"/>
              <a:gd name="connsiteY34" fmla="*/ 265483 h 4939827"/>
              <a:gd name="connsiteX35" fmla="*/ 8905142 w 12192000"/>
              <a:gd name="connsiteY35" fmla="*/ 264958 h 4939827"/>
              <a:gd name="connsiteX36" fmla="*/ 8968582 w 12192000"/>
              <a:gd name="connsiteY36" fmla="*/ 262728 h 4939827"/>
              <a:gd name="connsiteX37" fmla="*/ 8972994 w 12192000"/>
              <a:gd name="connsiteY37" fmla="*/ 263284 h 4939827"/>
              <a:gd name="connsiteX38" fmla="*/ 9004605 w 12192000"/>
              <a:gd name="connsiteY38" fmla="*/ 258041 h 4939827"/>
              <a:gd name="connsiteX39" fmla="*/ 9016165 w 12192000"/>
              <a:gd name="connsiteY39" fmla="*/ 261258 h 4939827"/>
              <a:gd name="connsiteX40" fmla="*/ 9043297 w 12192000"/>
              <a:gd name="connsiteY40" fmla="*/ 281547 h 4939827"/>
              <a:gd name="connsiteX41" fmla="*/ 9048315 w 12192000"/>
              <a:gd name="connsiteY41" fmla="*/ 279264 h 4939827"/>
              <a:gd name="connsiteX42" fmla="*/ 9054706 w 12192000"/>
              <a:gd name="connsiteY42" fmla="*/ 278538 h 4939827"/>
              <a:gd name="connsiteX43" fmla="*/ 9070919 w 12192000"/>
              <a:gd name="connsiteY43" fmla="*/ 281810 h 4939827"/>
              <a:gd name="connsiteX44" fmla="*/ 9076813 w 12192000"/>
              <a:gd name="connsiteY44" fmla="*/ 283909 h 4939827"/>
              <a:gd name="connsiteX45" fmla="*/ 9085871 w 12192000"/>
              <a:gd name="connsiteY45" fmla="*/ 285133 h 4939827"/>
              <a:gd name="connsiteX46" fmla="*/ 9086159 w 12192000"/>
              <a:gd name="connsiteY46" fmla="*/ 284887 h 4939827"/>
              <a:gd name="connsiteX47" fmla="*/ 9134606 w 12192000"/>
              <a:gd name="connsiteY47" fmla="*/ 288168 h 4939827"/>
              <a:gd name="connsiteX48" fmla="*/ 9195590 w 12192000"/>
              <a:gd name="connsiteY48" fmla="*/ 279568 h 4939827"/>
              <a:gd name="connsiteX49" fmla="*/ 9219336 w 12192000"/>
              <a:gd name="connsiteY49" fmla="*/ 278133 h 4939827"/>
              <a:gd name="connsiteX50" fmla="*/ 9232362 w 12192000"/>
              <a:gd name="connsiteY50" fmla="*/ 275894 h 4939827"/>
              <a:gd name="connsiteX51" fmla="*/ 9233396 w 12192000"/>
              <a:gd name="connsiteY51" fmla="*/ 274803 h 4939827"/>
              <a:gd name="connsiteX52" fmla="*/ 9256213 w 12192000"/>
              <a:gd name="connsiteY52" fmla="*/ 281576 h 4939827"/>
              <a:gd name="connsiteX53" fmla="*/ 9371484 w 12192000"/>
              <a:gd name="connsiteY53" fmla="*/ 329634 h 4939827"/>
              <a:gd name="connsiteX54" fmla="*/ 9404829 w 12192000"/>
              <a:gd name="connsiteY54" fmla="*/ 339038 h 4939827"/>
              <a:gd name="connsiteX55" fmla="*/ 9427021 w 12192000"/>
              <a:gd name="connsiteY55" fmla="*/ 358784 h 4939827"/>
              <a:gd name="connsiteX56" fmla="*/ 9670844 w 12192000"/>
              <a:gd name="connsiteY56" fmla="*/ 405128 h 4939827"/>
              <a:gd name="connsiteX57" fmla="*/ 9816083 w 12192000"/>
              <a:gd name="connsiteY57" fmla="*/ 416573 h 4939827"/>
              <a:gd name="connsiteX58" fmla="*/ 9936741 w 12192000"/>
              <a:gd name="connsiteY58" fmla="*/ 437044 h 4939827"/>
              <a:gd name="connsiteX59" fmla="*/ 10050093 w 12192000"/>
              <a:gd name="connsiteY59" fmla="*/ 443783 h 4939827"/>
              <a:gd name="connsiteX60" fmla="*/ 10130090 w 12192000"/>
              <a:gd name="connsiteY60" fmla="*/ 459520 h 4939827"/>
              <a:gd name="connsiteX61" fmla="*/ 10173456 w 12192000"/>
              <a:gd name="connsiteY61" fmla="*/ 457749 h 4939827"/>
              <a:gd name="connsiteX62" fmla="*/ 10218232 w 12192000"/>
              <a:gd name="connsiteY62" fmla="*/ 459820 h 4939827"/>
              <a:gd name="connsiteX63" fmla="*/ 10354176 w 12192000"/>
              <a:gd name="connsiteY63" fmla="*/ 471377 h 4939827"/>
              <a:gd name="connsiteX64" fmla="*/ 10430681 w 12192000"/>
              <a:gd name="connsiteY64" fmla="*/ 481226 h 4939827"/>
              <a:gd name="connsiteX65" fmla="*/ 10478169 w 12192000"/>
              <a:gd name="connsiteY65" fmla="*/ 481774 h 4939827"/>
              <a:gd name="connsiteX66" fmla="*/ 10540907 w 12192000"/>
              <a:gd name="connsiteY66" fmla="*/ 485607 h 4939827"/>
              <a:gd name="connsiteX67" fmla="*/ 10614941 w 12192000"/>
              <a:gd name="connsiteY67" fmla="*/ 487592 h 4939827"/>
              <a:gd name="connsiteX68" fmla="*/ 10674098 w 12192000"/>
              <a:gd name="connsiteY68" fmla="*/ 521656 h 4939827"/>
              <a:gd name="connsiteX69" fmla="*/ 10874834 w 12192000"/>
              <a:gd name="connsiteY69" fmla="*/ 574867 h 4939827"/>
              <a:gd name="connsiteX70" fmla="*/ 10944981 w 12192000"/>
              <a:gd name="connsiteY70" fmla="*/ 615042 h 4939827"/>
              <a:gd name="connsiteX71" fmla="*/ 11006376 w 12192000"/>
              <a:gd name="connsiteY71" fmla="*/ 645957 h 4939827"/>
              <a:gd name="connsiteX72" fmla="*/ 11076308 w 12192000"/>
              <a:gd name="connsiteY72" fmla="*/ 675698 h 4939827"/>
              <a:gd name="connsiteX73" fmla="*/ 11148789 w 12192000"/>
              <a:gd name="connsiteY73" fmla="*/ 685041 h 4939827"/>
              <a:gd name="connsiteX74" fmla="*/ 11249129 w 12192000"/>
              <a:gd name="connsiteY74" fmla="*/ 684218 h 4939827"/>
              <a:gd name="connsiteX75" fmla="*/ 11299915 w 12192000"/>
              <a:gd name="connsiteY75" fmla="*/ 692177 h 4939827"/>
              <a:gd name="connsiteX76" fmla="*/ 11386973 w 12192000"/>
              <a:gd name="connsiteY76" fmla="*/ 708209 h 4939827"/>
              <a:gd name="connsiteX77" fmla="*/ 11500105 w 12192000"/>
              <a:gd name="connsiteY77" fmla="*/ 735014 h 4939827"/>
              <a:gd name="connsiteX78" fmla="*/ 11621735 w 12192000"/>
              <a:gd name="connsiteY78" fmla="*/ 789584 h 4939827"/>
              <a:gd name="connsiteX79" fmla="*/ 11691200 w 12192000"/>
              <a:gd name="connsiteY79" fmla="*/ 867902 h 4939827"/>
              <a:gd name="connsiteX80" fmla="*/ 11819427 w 12192000"/>
              <a:gd name="connsiteY80" fmla="*/ 911634 h 4939827"/>
              <a:gd name="connsiteX81" fmla="*/ 11969720 w 12192000"/>
              <a:gd name="connsiteY81" fmla="*/ 964737 h 4939827"/>
              <a:gd name="connsiteX82" fmla="*/ 12055766 w 12192000"/>
              <a:gd name="connsiteY82" fmla="*/ 991268 h 4939827"/>
              <a:gd name="connsiteX83" fmla="*/ 12171539 w 12192000"/>
              <a:gd name="connsiteY83" fmla="*/ 995427 h 4939827"/>
              <a:gd name="connsiteX84" fmla="*/ 12187831 w 12192000"/>
              <a:gd name="connsiteY84" fmla="*/ 996580 h 4939827"/>
              <a:gd name="connsiteX85" fmla="*/ 12192000 w 12192000"/>
              <a:gd name="connsiteY85" fmla="*/ 996726 h 4939827"/>
              <a:gd name="connsiteX86" fmla="*/ 12192000 w 12192000"/>
              <a:gd name="connsiteY86" fmla="*/ 4939827 h 4939827"/>
              <a:gd name="connsiteX87" fmla="*/ 0 w 12192000"/>
              <a:gd name="connsiteY87" fmla="*/ 4939827 h 4939827"/>
              <a:gd name="connsiteX88" fmla="*/ 0 w 12192000"/>
              <a:gd name="connsiteY88" fmla="*/ 512043 h 4939827"/>
              <a:gd name="connsiteX89" fmla="*/ 7381 w 12192000"/>
              <a:gd name="connsiteY89" fmla="*/ 512580 h 4939827"/>
              <a:gd name="connsiteX90" fmla="*/ 100029 w 12192000"/>
              <a:gd name="connsiteY90" fmla="*/ 504758 h 4939827"/>
              <a:gd name="connsiteX91" fmla="*/ 155244 w 12192000"/>
              <a:gd name="connsiteY91" fmla="*/ 525130 h 4939827"/>
              <a:gd name="connsiteX92" fmla="*/ 254366 w 12192000"/>
              <a:gd name="connsiteY92" fmla="*/ 534449 h 4939827"/>
              <a:gd name="connsiteX93" fmla="*/ 447292 w 12192000"/>
              <a:gd name="connsiteY93" fmla="*/ 542725 h 4939827"/>
              <a:gd name="connsiteX94" fmla="*/ 628105 w 12192000"/>
              <a:gd name="connsiteY94" fmla="*/ 547853 h 4939827"/>
              <a:gd name="connsiteX95" fmla="*/ 783146 w 12192000"/>
              <a:gd name="connsiteY95" fmla="*/ 591799 h 4939827"/>
              <a:gd name="connsiteX96" fmla="*/ 1043676 w 12192000"/>
              <a:gd name="connsiteY96" fmla="*/ 591887 h 4939827"/>
              <a:gd name="connsiteX97" fmla="*/ 1281816 w 12192000"/>
              <a:gd name="connsiteY97" fmla="*/ 520946 h 4939827"/>
              <a:gd name="connsiteX98" fmla="*/ 1486347 w 12192000"/>
              <a:gd name="connsiteY98" fmla="*/ 487310 h 4939827"/>
              <a:gd name="connsiteX99" fmla="*/ 1568079 w 12192000"/>
              <a:gd name="connsiteY99" fmla="*/ 462531 h 4939827"/>
              <a:gd name="connsiteX100" fmla="*/ 1622516 w 12192000"/>
              <a:gd name="connsiteY100" fmla="*/ 466058 h 4939827"/>
              <a:gd name="connsiteX101" fmla="*/ 1655457 w 12192000"/>
              <a:gd name="connsiteY101" fmla="*/ 465359 h 4939827"/>
              <a:gd name="connsiteX102" fmla="*/ 1717454 w 12192000"/>
              <a:gd name="connsiteY102" fmla="*/ 417203 h 4939827"/>
              <a:gd name="connsiteX103" fmla="*/ 1913794 w 12192000"/>
              <a:gd name="connsiteY103" fmla="*/ 365255 h 4939827"/>
              <a:gd name="connsiteX104" fmla="*/ 2129762 w 12192000"/>
              <a:gd name="connsiteY104" fmla="*/ 367832 h 4939827"/>
              <a:gd name="connsiteX105" fmla="*/ 2376970 w 12192000"/>
              <a:gd name="connsiteY105" fmla="*/ 350129 h 4939827"/>
              <a:gd name="connsiteX106" fmla="*/ 2480155 w 12192000"/>
              <a:gd name="connsiteY106" fmla="*/ 359227 h 4939827"/>
              <a:gd name="connsiteX107" fmla="*/ 2586782 w 12192000"/>
              <a:gd name="connsiteY107" fmla="*/ 339352 h 4939827"/>
              <a:gd name="connsiteX108" fmla="*/ 2679617 w 12192000"/>
              <a:gd name="connsiteY108" fmla="*/ 305383 h 4939827"/>
              <a:gd name="connsiteX109" fmla="*/ 2788947 w 12192000"/>
              <a:gd name="connsiteY109" fmla="*/ 250375 h 4939827"/>
              <a:gd name="connsiteX110" fmla="*/ 2965530 w 12192000"/>
              <a:gd name="connsiteY110" fmla="*/ 245958 h 4939827"/>
              <a:gd name="connsiteX111" fmla="*/ 3103677 w 12192000"/>
              <a:gd name="connsiteY111" fmla="*/ 209527 h 4939827"/>
              <a:gd name="connsiteX112" fmla="*/ 3126759 w 12192000"/>
              <a:gd name="connsiteY112" fmla="*/ 211226 h 4939827"/>
              <a:gd name="connsiteX113" fmla="*/ 3164020 w 12192000"/>
              <a:gd name="connsiteY113" fmla="*/ 212779 h 4939827"/>
              <a:gd name="connsiteX114" fmla="*/ 3285019 w 12192000"/>
              <a:gd name="connsiteY114" fmla="*/ 220535 h 4939827"/>
              <a:gd name="connsiteX115" fmla="*/ 3365154 w 12192000"/>
              <a:gd name="connsiteY115" fmla="*/ 226416 h 4939827"/>
              <a:gd name="connsiteX116" fmla="*/ 3367507 w 12192000"/>
              <a:gd name="connsiteY116" fmla="*/ 225416 h 4939827"/>
              <a:gd name="connsiteX117" fmla="*/ 3387567 w 12192000"/>
              <a:gd name="connsiteY117" fmla="*/ 227103 h 4939827"/>
              <a:gd name="connsiteX118" fmla="*/ 3498001 w 12192000"/>
              <a:gd name="connsiteY118" fmla="*/ 231941 h 4939827"/>
              <a:gd name="connsiteX119" fmla="*/ 3561557 w 12192000"/>
              <a:gd name="connsiteY119" fmla="*/ 228095 h 4939827"/>
              <a:gd name="connsiteX120" fmla="*/ 3611920 w 12192000"/>
              <a:gd name="connsiteY120" fmla="*/ 218094 h 4939827"/>
              <a:gd name="connsiteX121" fmla="*/ 3620528 w 12192000"/>
              <a:gd name="connsiteY121" fmla="*/ 218788 h 4939827"/>
              <a:gd name="connsiteX122" fmla="*/ 3620766 w 12192000"/>
              <a:gd name="connsiteY122" fmla="*/ 218511 h 4939827"/>
              <a:gd name="connsiteX123" fmla="*/ 3629977 w 12192000"/>
              <a:gd name="connsiteY123" fmla="*/ 218664 h 4939827"/>
              <a:gd name="connsiteX124" fmla="*/ 3636217 w 12192000"/>
              <a:gd name="connsiteY124" fmla="*/ 220048 h 4939827"/>
              <a:gd name="connsiteX125" fmla="*/ 3709484 w 12192000"/>
              <a:gd name="connsiteY125" fmla="*/ 186927 h 4939827"/>
              <a:gd name="connsiteX126" fmla="*/ 3761342 w 12192000"/>
              <a:gd name="connsiteY126" fmla="*/ 177474 h 4939827"/>
              <a:gd name="connsiteX127" fmla="*/ 3799748 w 12192000"/>
              <a:gd name="connsiteY127" fmla="*/ 167154 h 4939827"/>
              <a:gd name="connsiteX128" fmla="*/ 3922756 w 12192000"/>
              <a:gd name="connsiteY128" fmla="*/ 194044 h 4939827"/>
              <a:gd name="connsiteX129" fmla="*/ 4028476 w 12192000"/>
              <a:gd name="connsiteY129" fmla="*/ 223679 h 4939827"/>
              <a:gd name="connsiteX130" fmla="*/ 4191582 w 12192000"/>
              <a:gd name="connsiteY130" fmla="*/ 238952 h 4939827"/>
              <a:gd name="connsiteX131" fmla="*/ 4251024 w 12192000"/>
              <a:gd name="connsiteY131" fmla="*/ 240874 h 4939827"/>
              <a:gd name="connsiteX132" fmla="*/ 4355275 w 12192000"/>
              <a:gd name="connsiteY132" fmla="*/ 260205 h 4939827"/>
              <a:gd name="connsiteX133" fmla="*/ 4423807 w 12192000"/>
              <a:gd name="connsiteY133" fmla="*/ 270366 h 4939827"/>
              <a:gd name="connsiteX134" fmla="*/ 4558432 w 12192000"/>
              <a:gd name="connsiteY134" fmla="*/ 269194 h 4939827"/>
              <a:gd name="connsiteX135" fmla="*/ 4635061 w 12192000"/>
              <a:gd name="connsiteY135" fmla="*/ 280682 h 4939827"/>
              <a:gd name="connsiteX136" fmla="*/ 4807427 w 12192000"/>
              <a:gd name="connsiteY136" fmla="*/ 276835 h 4939827"/>
              <a:gd name="connsiteX137" fmla="*/ 5028933 w 12192000"/>
              <a:gd name="connsiteY137" fmla="*/ 183887 h 4939827"/>
              <a:gd name="connsiteX138" fmla="*/ 5093642 w 12192000"/>
              <a:gd name="connsiteY138" fmla="*/ 177214 h 4939827"/>
              <a:gd name="connsiteX139" fmla="*/ 5102642 w 12192000"/>
              <a:gd name="connsiteY139" fmla="*/ 186816 h 4939827"/>
              <a:gd name="connsiteX140" fmla="*/ 5193590 w 12192000"/>
              <a:gd name="connsiteY140" fmla="*/ 156458 h 4939827"/>
              <a:gd name="connsiteX141" fmla="*/ 5323922 w 12192000"/>
              <a:gd name="connsiteY141" fmla="*/ 146332 h 4939827"/>
              <a:gd name="connsiteX142" fmla="*/ 5421860 w 12192000"/>
              <a:gd name="connsiteY142" fmla="*/ 167298 h 4939827"/>
              <a:gd name="connsiteX143" fmla="*/ 5476948 w 12192000"/>
              <a:gd name="connsiteY143" fmla="*/ 173249 h 4939827"/>
              <a:gd name="connsiteX144" fmla="*/ 5516842 w 12192000"/>
              <a:gd name="connsiteY144" fmla="*/ 184018 h 4939827"/>
              <a:gd name="connsiteX145" fmla="*/ 5619415 w 12192000"/>
              <a:gd name="connsiteY145" fmla="*/ 176781 h 4939827"/>
              <a:gd name="connsiteX146" fmla="*/ 5789867 w 12192000"/>
              <a:gd name="connsiteY146" fmla="*/ 150304 h 4939827"/>
              <a:gd name="connsiteX147" fmla="*/ 5825953 w 12192000"/>
              <a:gd name="connsiteY147" fmla="*/ 147907 h 4939827"/>
              <a:gd name="connsiteX148" fmla="*/ 5856168 w 12192000"/>
              <a:gd name="connsiteY148" fmla="*/ 158719 h 4939827"/>
              <a:gd name="connsiteX149" fmla="*/ 5862476 w 12192000"/>
              <a:gd name="connsiteY149" fmla="*/ 172447 h 4939827"/>
              <a:gd name="connsiteX150" fmla="*/ 5882195 w 12192000"/>
              <a:gd name="connsiteY150" fmla="*/ 173195 h 4939827"/>
              <a:gd name="connsiteX151" fmla="*/ 5887271 w 12192000"/>
              <a:gd name="connsiteY151" fmla="*/ 176084 h 4939827"/>
              <a:gd name="connsiteX152" fmla="*/ 5921577 w 12192000"/>
              <a:gd name="connsiteY152" fmla="*/ 169858 h 4939827"/>
              <a:gd name="connsiteX153" fmla="*/ 6184207 w 12192000"/>
              <a:gd name="connsiteY153" fmla="*/ 132658 h 4939827"/>
              <a:gd name="connsiteX154" fmla="*/ 6415830 w 12192000"/>
              <a:gd name="connsiteY154" fmla="*/ 136006 h 4939827"/>
              <a:gd name="connsiteX155" fmla="*/ 6756965 w 12192000"/>
              <a:gd name="connsiteY155" fmla="*/ 57636 h 4939827"/>
              <a:gd name="connsiteX156" fmla="*/ 6819400 w 12192000"/>
              <a:gd name="connsiteY156" fmla="*/ 30742 h 4939827"/>
              <a:gd name="connsiteX157" fmla="*/ 6986370 w 12192000"/>
              <a:gd name="connsiteY157" fmla="*/ 12659 h 4939827"/>
              <a:gd name="connsiteX158" fmla="*/ 6989536 w 12192000"/>
              <a:gd name="connsiteY158" fmla="*/ 14528 h 4939827"/>
              <a:gd name="connsiteX159" fmla="*/ 7015933 w 12192000"/>
              <a:gd name="connsiteY159" fmla="*/ 9653 h 4939827"/>
              <a:gd name="connsiteX160" fmla="*/ 7020592 w 12192000"/>
              <a:gd name="connsiteY160" fmla="*/ 1651 h 4939827"/>
              <a:gd name="connsiteX161" fmla="*/ 7025905 w 12192000"/>
              <a:gd name="connsiteY161" fmla="*/ 0 h 4939827"/>
              <a:gd name="connsiteX0" fmla="*/ 7025905 w 12192000"/>
              <a:gd name="connsiteY0" fmla="*/ 0 h 4939827"/>
              <a:gd name="connsiteX1" fmla="*/ 7032579 w 12192000"/>
              <a:gd name="connsiteY1" fmla="*/ 2808 h 4939827"/>
              <a:gd name="connsiteX2" fmla="*/ 7079505 w 12192000"/>
              <a:gd name="connsiteY2" fmla="*/ 12971 h 4939827"/>
              <a:gd name="connsiteX3" fmla="*/ 7158791 w 12192000"/>
              <a:gd name="connsiteY3" fmla="*/ 12462 h 4939827"/>
              <a:gd name="connsiteX4" fmla="*/ 7233338 w 12192000"/>
              <a:gd name="connsiteY4" fmla="*/ 24846 h 4939827"/>
              <a:gd name="connsiteX5" fmla="*/ 7259791 w 12192000"/>
              <a:gd name="connsiteY5" fmla="*/ 29557 h 4939827"/>
              <a:gd name="connsiteX6" fmla="*/ 7263923 w 12192000"/>
              <a:gd name="connsiteY6" fmla="*/ 35029 h 4939827"/>
              <a:gd name="connsiteX7" fmla="*/ 7281549 w 12192000"/>
              <a:gd name="connsiteY7" fmla="*/ 39654 h 4939827"/>
              <a:gd name="connsiteX8" fmla="*/ 7374735 w 12192000"/>
              <a:gd name="connsiteY8" fmla="*/ 65326 h 4939827"/>
              <a:gd name="connsiteX9" fmla="*/ 7376078 w 12192000"/>
              <a:gd name="connsiteY9" fmla="*/ 63849 h 4939827"/>
              <a:gd name="connsiteX10" fmla="*/ 7402026 w 12192000"/>
              <a:gd name="connsiteY10" fmla="*/ 60308 h 4939827"/>
              <a:gd name="connsiteX11" fmla="*/ 7415091 w 12192000"/>
              <a:gd name="connsiteY11" fmla="*/ 77403 h 4939827"/>
              <a:gd name="connsiteX12" fmla="*/ 7488682 w 12192000"/>
              <a:gd name="connsiteY12" fmla="*/ 83440 h 4939827"/>
              <a:gd name="connsiteX13" fmla="*/ 7732750 w 12192000"/>
              <a:gd name="connsiteY13" fmla="*/ 145456 h 4939827"/>
              <a:gd name="connsiteX14" fmla="*/ 7785900 w 12192000"/>
              <a:gd name="connsiteY14" fmla="*/ 154493 h 4939827"/>
              <a:gd name="connsiteX15" fmla="*/ 7952584 w 12192000"/>
              <a:gd name="connsiteY15" fmla="*/ 170181 h 4939827"/>
              <a:gd name="connsiteX16" fmla="*/ 8009534 w 12192000"/>
              <a:gd name="connsiteY16" fmla="*/ 176441 h 4939827"/>
              <a:gd name="connsiteX17" fmla="*/ 8058681 w 12192000"/>
              <a:gd name="connsiteY17" fmla="*/ 219431 h 4939827"/>
              <a:gd name="connsiteX18" fmla="*/ 8126175 w 12192000"/>
              <a:gd name="connsiteY18" fmla="*/ 240005 h 4939827"/>
              <a:gd name="connsiteX19" fmla="*/ 8166439 w 12192000"/>
              <a:gd name="connsiteY19" fmla="*/ 252699 h 4939827"/>
              <a:gd name="connsiteX20" fmla="*/ 8281371 w 12192000"/>
              <a:gd name="connsiteY20" fmla="*/ 256875 h 4939827"/>
              <a:gd name="connsiteX21" fmla="*/ 8381609 w 12192000"/>
              <a:gd name="connsiteY21" fmla="*/ 240618 h 4939827"/>
              <a:gd name="connsiteX22" fmla="*/ 8406759 w 12192000"/>
              <a:gd name="connsiteY22" fmla="*/ 232517 h 4939827"/>
              <a:gd name="connsiteX23" fmla="*/ 8426506 w 12192000"/>
              <a:gd name="connsiteY23" fmla="*/ 241842 h 4939827"/>
              <a:gd name="connsiteX24" fmla="*/ 8427949 w 12192000"/>
              <a:gd name="connsiteY24" fmla="*/ 240981 h 4939827"/>
              <a:gd name="connsiteX25" fmla="*/ 8441468 w 12192000"/>
              <a:gd name="connsiteY25" fmla="*/ 241157 h 4939827"/>
              <a:gd name="connsiteX26" fmla="*/ 8565757 w 12192000"/>
              <a:gd name="connsiteY26" fmla="*/ 255317 h 4939827"/>
              <a:gd name="connsiteX27" fmla="*/ 8573171 w 12192000"/>
              <a:gd name="connsiteY27" fmla="*/ 258426 h 4939827"/>
              <a:gd name="connsiteX28" fmla="*/ 8573548 w 12192000"/>
              <a:gd name="connsiteY28" fmla="*/ 258241 h 4939827"/>
              <a:gd name="connsiteX29" fmla="*/ 8581827 w 12192000"/>
              <a:gd name="connsiteY29" fmla="*/ 261028 h 4939827"/>
              <a:gd name="connsiteX30" fmla="*/ 8586687 w 12192000"/>
              <a:gd name="connsiteY30" fmla="*/ 264089 h 4939827"/>
              <a:gd name="connsiteX31" fmla="*/ 8601067 w 12192000"/>
              <a:gd name="connsiteY31" fmla="*/ 270114 h 4939827"/>
              <a:gd name="connsiteX32" fmla="*/ 8672650 w 12192000"/>
              <a:gd name="connsiteY32" fmla="*/ 254821 h 4939827"/>
              <a:gd name="connsiteX33" fmla="*/ 8785543 w 12192000"/>
              <a:gd name="connsiteY33" fmla="*/ 263406 h 4939827"/>
              <a:gd name="connsiteX34" fmla="*/ 8830588 w 12192000"/>
              <a:gd name="connsiteY34" fmla="*/ 265483 h 4939827"/>
              <a:gd name="connsiteX35" fmla="*/ 8905142 w 12192000"/>
              <a:gd name="connsiteY35" fmla="*/ 264958 h 4939827"/>
              <a:gd name="connsiteX36" fmla="*/ 8968582 w 12192000"/>
              <a:gd name="connsiteY36" fmla="*/ 262728 h 4939827"/>
              <a:gd name="connsiteX37" fmla="*/ 8972994 w 12192000"/>
              <a:gd name="connsiteY37" fmla="*/ 263284 h 4939827"/>
              <a:gd name="connsiteX38" fmla="*/ 9004605 w 12192000"/>
              <a:gd name="connsiteY38" fmla="*/ 258041 h 4939827"/>
              <a:gd name="connsiteX39" fmla="*/ 9016165 w 12192000"/>
              <a:gd name="connsiteY39" fmla="*/ 261258 h 4939827"/>
              <a:gd name="connsiteX40" fmla="*/ 9043297 w 12192000"/>
              <a:gd name="connsiteY40" fmla="*/ 281547 h 4939827"/>
              <a:gd name="connsiteX41" fmla="*/ 9048315 w 12192000"/>
              <a:gd name="connsiteY41" fmla="*/ 279264 h 4939827"/>
              <a:gd name="connsiteX42" fmla="*/ 9054706 w 12192000"/>
              <a:gd name="connsiteY42" fmla="*/ 278538 h 4939827"/>
              <a:gd name="connsiteX43" fmla="*/ 9070919 w 12192000"/>
              <a:gd name="connsiteY43" fmla="*/ 281810 h 4939827"/>
              <a:gd name="connsiteX44" fmla="*/ 9076813 w 12192000"/>
              <a:gd name="connsiteY44" fmla="*/ 283909 h 4939827"/>
              <a:gd name="connsiteX45" fmla="*/ 9085871 w 12192000"/>
              <a:gd name="connsiteY45" fmla="*/ 285133 h 4939827"/>
              <a:gd name="connsiteX46" fmla="*/ 9086159 w 12192000"/>
              <a:gd name="connsiteY46" fmla="*/ 284887 h 4939827"/>
              <a:gd name="connsiteX47" fmla="*/ 9134606 w 12192000"/>
              <a:gd name="connsiteY47" fmla="*/ 288168 h 4939827"/>
              <a:gd name="connsiteX48" fmla="*/ 9195590 w 12192000"/>
              <a:gd name="connsiteY48" fmla="*/ 279568 h 4939827"/>
              <a:gd name="connsiteX49" fmla="*/ 9219336 w 12192000"/>
              <a:gd name="connsiteY49" fmla="*/ 278133 h 4939827"/>
              <a:gd name="connsiteX50" fmla="*/ 9232362 w 12192000"/>
              <a:gd name="connsiteY50" fmla="*/ 275894 h 4939827"/>
              <a:gd name="connsiteX51" fmla="*/ 9233396 w 12192000"/>
              <a:gd name="connsiteY51" fmla="*/ 274803 h 4939827"/>
              <a:gd name="connsiteX52" fmla="*/ 9256213 w 12192000"/>
              <a:gd name="connsiteY52" fmla="*/ 281576 h 4939827"/>
              <a:gd name="connsiteX53" fmla="*/ 9371484 w 12192000"/>
              <a:gd name="connsiteY53" fmla="*/ 329634 h 4939827"/>
              <a:gd name="connsiteX54" fmla="*/ 9404829 w 12192000"/>
              <a:gd name="connsiteY54" fmla="*/ 339038 h 4939827"/>
              <a:gd name="connsiteX55" fmla="*/ 9427021 w 12192000"/>
              <a:gd name="connsiteY55" fmla="*/ 358784 h 4939827"/>
              <a:gd name="connsiteX56" fmla="*/ 9670844 w 12192000"/>
              <a:gd name="connsiteY56" fmla="*/ 405128 h 4939827"/>
              <a:gd name="connsiteX57" fmla="*/ 9816083 w 12192000"/>
              <a:gd name="connsiteY57" fmla="*/ 416573 h 4939827"/>
              <a:gd name="connsiteX58" fmla="*/ 9936741 w 12192000"/>
              <a:gd name="connsiteY58" fmla="*/ 437044 h 4939827"/>
              <a:gd name="connsiteX59" fmla="*/ 10050093 w 12192000"/>
              <a:gd name="connsiteY59" fmla="*/ 443783 h 4939827"/>
              <a:gd name="connsiteX60" fmla="*/ 10130090 w 12192000"/>
              <a:gd name="connsiteY60" fmla="*/ 459520 h 4939827"/>
              <a:gd name="connsiteX61" fmla="*/ 10173456 w 12192000"/>
              <a:gd name="connsiteY61" fmla="*/ 457749 h 4939827"/>
              <a:gd name="connsiteX62" fmla="*/ 10218232 w 12192000"/>
              <a:gd name="connsiteY62" fmla="*/ 459820 h 4939827"/>
              <a:gd name="connsiteX63" fmla="*/ 10354176 w 12192000"/>
              <a:gd name="connsiteY63" fmla="*/ 471377 h 4939827"/>
              <a:gd name="connsiteX64" fmla="*/ 10430681 w 12192000"/>
              <a:gd name="connsiteY64" fmla="*/ 481226 h 4939827"/>
              <a:gd name="connsiteX65" fmla="*/ 10478169 w 12192000"/>
              <a:gd name="connsiteY65" fmla="*/ 481774 h 4939827"/>
              <a:gd name="connsiteX66" fmla="*/ 10540907 w 12192000"/>
              <a:gd name="connsiteY66" fmla="*/ 485607 h 4939827"/>
              <a:gd name="connsiteX67" fmla="*/ 10614941 w 12192000"/>
              <a:gd name="connsiteY67" fmla="*/ 487592 h 4939827"/>
              <a:gd name="connsiteX68" fmla="*/ 10674098 w 12192000"/>
              <a:gd name="connsiteY68" fmla="*/ 521656 h 4939827"/>
              <a:gd name="connsiteX69" fmla="*/ 10874834 w 12192000"/>
              <a:gd name="connsiteY69" fmla="*/ 574867 h 4939827"/>
              <a:gd name="connsiteX70" fmla="*/ 10944981 w 12192000"/>
              <a:gd name="connsiteY70" fmla="*/ 615042 h 4939827"/>
              <a:gd name="connsiteX71" fmla="*/ 11006376 w 12192000"/>
              <a:gd name="connsiteY71" fmla="*/ 645957 h 4939827"/>
              <a:gd name="connsiteX72" fmla="*/ 11076308 w 12192000"/>
              <a:gd name="connsiteY72" fmla="*/ 675698 h 4939827"/>
              <a:gd name="connsiteX73" fmla="*/ 11148789 w 12192000"/>
              <a:gd name="connsiteY73" fmla="*/ 685041 h 4939827"/>
              <a:gd name="connsiteX74" fmla="*/ 11249129 w 12192000"/>
              <a:gd name="connsiteY74" fmla="*/ 684218 h 4939827"/>
              <a:gd name="connsiteX75" fmla="*/ 11299915 w 12192000"/>
              <a:gd name="connsiteY75" fmla="*/ 692177 h 4939827"/>
              <a:gd name="connsiteX76" fmla="*/ 11386973 w 12192000"/>
              <a:gd name="connsiteY76" fmla="*/ 708209 h 4939827"/>
              <a:gd name="connsiteX77" fmla="*/ 11500105 w 12192000"/>
              <a:gd name="connsiteY77" fmla="*/ 735014 h 4939827"/>
              <a:gd name="connsiteX78" fmla="*/ 11621735 w 12192000"/>
              <a:gd name="connsiteY78" fmla="*/ 789584 h 4939827"/>
              <a:gd name="connsiteX79" fmla="*/ 11691200 w 12192000"/>
              <a:gd name="connsiteY79" fmla="*/ 867902 h 4939827"/>
              <a:gd name="connsiteX80" fmla="*/ 11819427 w 12192000"/>
              <a:gd name="connsiteY80" fmla="*/ 911634 h 4939827"/>
              <a:gd name="connsiteX81" fmla="*/ 11969720 w 12192000"/>
              <a:gd name="connsiteY81" fmla="*/ 964737 h 4939827"/>
              <a:gd name="connsiteX82" fmla="*/ 12055766 w 12192000"/>
              <a:gd name="connsiteY82" fmla="*/ 991268 h 4939827"/>
              <a:gd name="connsiteX83" fmla="*/ 12171539 w 12192000"/>
              <a:gd name="connsiteY83" fmla="*/ 995427 h 4939827"/>
              <a:gd name="connsiteX84" fmla="*/ 12187831 w 12192000"/>
              <a:gd name="connsiteY84" fmla="*/ 996580 h 4939827"/>
              <a:gd name="connsiteX85" fmla="*/ 12192000 w 12192000"/>
              <a:gd name="connsiteY85" fmla="*/ 996726 h 4939827"/>
              <a:gd name="connsiteX86" fmla="*/ 12192000 w 12192000"/>
              <a:gd name="connsiteY86" fmla="*/ 4939827 h 4939827"/>
              <a:gd name="connsiteX87" fmla="*/ 0 w 12192000"/>
              <a:gd name="connsiteY87" fmla="*/ 4939827 h 4939827"/>
              <a:gd name="connsiteX88" fmla="*/ 0 w 12192000"/>
              <a:gd name="connsiteY88" fmla="*/ 512043 h 4939827"/>
              <a:gd name="connsiteX89" fmla="*/ 7381 w 12192000"/>
              <a:gd name="connsiteY89" fmla="*/ 512580 h 4939827"/>
              <a:gd name="connsiteX90" fmla="*/ 100029 w 12192000"/>
              <a:gd name="connsiteY90" fmla="*/ 504758 h 4939827"/>
              <a:gd name="connsiteX91" fmla="*/ 155244 w 12192000"/>
              <a:gd name="connsiteY91" fmla="*/ 525130 h 4939827"/>
              <a:gd name="connsiteX92" fmla="*/ 254366 w 12192000"/>
              <a:gd name="connsiteY92" fmla="*/ 534449 h 4939827"/>
              <a:gd name="connsiteX93" fmla="*/ 447292 w 12192000"/>
              <a:gd name="connsiteY93" fmla="*/ 542725 h 4939827"/>
              <a:gd name="connsiteX94" fmla="*/ 628105 w 12192000"/>
              <a:gd name="connsiteY94" fmla="*/ 547853 h 4939827"/>
              <a:gd name="connsiteX95" fmla="*/ 783146 w 12192000"/>
              <a:gd name="connsiteY95" fmla="*/ 591799 h 4939827"/>
              <a:gd name="connsiteX96" fmla="*/ 1043676 w 12192000"/>
              <a:gd name="connsiteY96" fmla="*/ 591887 h 4939827"/>
              <a:gd name="connsiteX97" fmla="*/ 1281816 w 12192000"/>
              <a:gd name="connsiteY97" fmla="*/ 520946 h 4939827"/>
              <a:gd name="connsiteX98" fmla="*/ 1486347 w 12192000"/>
              <a:gd name="connsiteY98" fmla="*/ 487310 h 4939827"/>
              <a:gd name="connsiteX99" fmla="*/ 1568079 w 12192000"/>
              <a:gd name="connsiteY99" fmla="*/ 462531 h 4939827"/>
              <a:gd name="connsiteX100" fmla="*/ 1622516 w 12192000"/>
              <a:gd name="connsiteY100" fmla="*/ 466058 h 4939827"/>
              <a:gd name="connsiteX101" fmla="*/ 1655457 w 12192000"/>
              <a:gd name="connsiteY101" fmla="*/ 465359 h 4939827"/>
              <a:gd name="connsiteX102" fmla="*/ 1717454 w 12192000"/>
              <a:gd name="connsiteY102" fmla="*/ 417203 h 4939827"/>
              <a:gd name="connsiteX103" fmla="*/ 1913794 w 12192000"/>
              <a:gd name="connsiteY103" fmla="*/ 365255 h 4939827"/>
              <a:gd name="connsiteX104" fmla="*/ 2129762 w 12192000"/>
              <a:gd name="connsiteY104" fmla="*/ 367832 h 4939827"/>
              <a:gd name="connsiteX105" fmla="*/ 2376970 w 12192000"/>
              <a:gd name="connsiteY105" fmla="*/ 350129 h 4939827"/>
              <a:gd name="connsiteX106" fmla="*/ 2480155 w 12192000"/>
              <a:gd name="connsiteY106" fmla="*/ 359227 h 4939827"/>
              <a:gd name="connsiteX107" fmla="*/ 2586782 w 12192000"/>
              <a:gd name="connsiteY107" fmla="*/ 339352 h 4939827"/>
              <a:gd name="connsiteX108" fmla="*/ 2679617 w 12192000"/>
              <a:gd name="connsiteY108" fmla="*/ 305383 h 4939827"/>
              <a:gd name="connsiteX109" fmla="*/ 2788947 w 12192000"/>
              <a:gd name="connsiteY109" fmla="*/ 250375 h 4939827"/>
              <a:gd name="connsiteX110" fmla="*/ 2965530 w 12192000"/>
              <a:gd name="connsiteY110" fmla="*/ 245958 h 4939827"/>
              <a:gd name="connsiteX111" fmla="*/ 3103677 w 12192000"/>
              <a:gd name="connsiteY111" fmla="*/ 209527 h 4939827"/>
              <a:gd name="connsiteX112" fmla="*/ 3126759 w 12192000"/>
              <a:gd name="connsiteY112" fmla="*/ 211226 h 4939827"/>
              <a:gd name="connsiteX113" fmla="*/ 3164020 w 12192000"/>
              <a:gd name="connsiteY113" fmla="*/ 212779 h 4939827"/>
              <a:gd name="connsiteX114" fmla="*/ 3285019 w 12192000"/>
              <a:gd name="connsiteY114" fmla="*/ 220535 h 4939827"/>
              <a:gd name="connsiteX115" fmla="*/ 3365154 w 12192000"/>
              <a:gd name="connsiteY115" fmla="*/ 226416 h 4939827"/>
              <a:gd name="connsiteX116" fmla="*/ 3367507 w 12192000"/>
              <a:gd name="connsiteY116" fmla="*/ 225416 h 4939827"/>
              <a:gd name="connsiteX117" fmla="*/ 3387567 w 12192000"/>
              <a:gd name="connsiteY117" fmla="*/ 227103 h 4939827"/>
              <a:gd name="connsiteX118" fmla="*/ 3498001 w 12192000"/>
              <a:gd name="connsiteY118" fmla="*/ 231941 h 4939827"/>
              <a:gd name="connsiteX119" fmla="*/ 3561557 w 12192000"/>
              <a:gd name="connsiteY119" fmla="*/ 228095 h 4939827"/>
              <a:gd name="connsiteX120" fmla="*/ 3611920 w 12192000"/>
              <a:gd name="connsiteY120" fmla="*/ 218094 h 4939827"/>
              <a:gd name="connsiteX121" fmla="*/ 3620528 w 12192000"/>
              <a:gd name="connsiteY121" fmla="*/ 218788 h 4939827"/>
              <a:gd name="connsiteX122" fmla="*/ 3620766 w 12192000"/>
              <a:gd name="connsiteY122" fmla="*/ 218511 h 4939827"/>
              <a:gd name="connsiteX123" fmla="*/ 3629977 w 12192000"/>
              <a:gd name="connsiteY123" fmla="*/ 218664 h 4939827"/>
              <a:gd name="connsiteX124" fmla="*/ 3636217 w 12192000"/>
              <a:gd name="connsiteY124" fmla="*/ 220048 h 4939827"/>
              <a:gd name="connsiteX125" fmla="*/ 3709484 w 12192000"/>
              <a:gd name="connsiteY125" fmla="*/ 186927 h 4939827"/>
              <a:gd name="connsiteX126" fmla="*/ 3761342 w 12192000"/>
              <a:gd name="connsiteY126" fmla="*/ 177474 h 4939827"/>
              <a:gd name="connsiteX127" fmla="*/ 3799748 w 12192000"/>
              <a:gd name="connsiteY127" fmla="*/ 167154 h 4939827"/>
              <a:gd name="connsiteX128" fmla="*/ 3922756 w 12192000"/>
              <a:gd name="connsiteY128" fmla="*/ 194044 h 4939827"/>
              <a:gd name="connsiteX129" fmla="*/ 4028476 w 12192000"/>
              <a:gd name="connsiteY129" fmla="*/ 223679 h 4939827"/>
              <a:gd name="connsiteX130" fmla="*/ 4191582 w 12192000"/>
              <a:gd name="connsiteY130" fmla="*/ 238952 h 4939827"/>
              <a:gd name="connsiteX131" fmla="*/ 4251024 w 12192000"/>
              <a:gd name="connsiteY131" fmla="*/ 240874 h 4939827"/>
              <a:gd name="connsiteX132" fmla="*/ 4355275 w 12192000"/>
              <a:gd name="connsiteY132" fmla="*/ 260205 h 4939827"/>
              <a:gd name="connsiteX133" fmla="*/ 4423807 w 12192000"/>
              <a:gd name="connsiteY133" fmla="*/ 270366 h 4939827"/>
              <a:gd name="connsiteX134" fmla="*/ 4558432 w 12192000"/>
              <a:gd name="connsiteY134" fmla="*/ 269194 h 4939827"/>
              <a:gd name="connsiteX135" fmla="*/ 4635061 w 12192000"/>
              <a:gd name="connsiteY135" fmla="*/ 280682 h 4939827"/>
              <a:gd name="connsiteX136" fmla="*/ 4807427 w 12192000"/>
              <a:gd name="connsiteY136" fmla="*/ 276835 h 4939827"/>
              <a:gd name="connsiteX137" fmla="*/ 5028933 w 12192000"/>
              <a:gd name="connsiteY137" fmla="*/ 183887 h 4939827"/>
              <a:gd name="connsiteX138" fmla="*/ 5093642 w 12192000"/>
              <a:gd name="connsiteY138" fmla="*/ 177214 h 4939827"/>
              <a:gd name="connsiteX139" fmla="*/ 5102642 w 12192000"/>
              <a:gd name="connsiteY139" fmla="*/ 186816 h 4939827"/>
              <a:gd name="connsiteX140" fmla="*/ 5193590 w 12192000"/>
              <a:gd name="connsiteY140" fmla="*/ 156458 h 4939827"/>
              <a:gd name="connsiteX141" fmla="*/ 5323922 w 12192000"/>
              <a:gd name="connsiteY141" fmla="*/ 146332 h 4939827"/>
              <a:gd name="connsiteX142" fmla="*/ 5421860 w 12192000"/>
              <a:gd name="connsiteY142" fmla="*/ 167298 h 4939827"/>
              <a:gd name="connsiteX143" fmla="*/ 5476948 w 12192000"/>
              <a:gd name="connsiteY143" fmla="*/ 173249 h 4939827"/>
              <a:gd name="connsiteX144" fmla="*/ 5516842 w 12192000"/>
              <a:gd name="connsiteY144" fmla="*/ 184018 h 4939827"/>
              <a:gd name="connsiteX145" fmla="*/ 5619415 w 12192000"/>
              <a:gd name="connsiteY145" fmla="*/ 176781 h 4939827"/>
              <a:gd name="connsiteX146" fmla="*/ 5789867 w 12192000"/>
              <a:gd name="connsiteY146" fmla="*/ 150304 h 4939827"/>
              <a:gd name="connsiteX147" fmla="*/ 5825953 w 12192000"/>
              <a:gd name="connsiteY147" fmla="*/ 147907 h 4939827"/>
              <a:gd name="connsiteX148" fmla="*/ 5856168 w 12192000"/>
              <a:gd name="connsiteY148" fmla="*/ 158719 h 4939827"/>
              <a:gd name="connsiteX149" fmla="*/ 5862476 w 12192000"/>
              <a:gd name="connsiteY149" fmla="*/ 172447 h 4939827"/>
              <a:gd name="connsiteX150" fmla="*/ 5882195 w 12192000"/>
              <a:gd name="connsiteY150" fmla="*/ 173195 h 4939827"/>
              <a:gd name="connsiteX151" fmla="*/ 5887271 w 12192000"/>
              <a:gd name="connsiteY151" fmla="*/ 176084 h 4939827"/>
              <a:gd name="connsiteX152" fmla="*/ 5921577 w 12192000"/>
              <a:gd name="connsiteY152" fmla="*/ 169858 h 4939827"/>
              <a:gd name="connsiteX153" fmla="*/ 6184207 w 12192000"/>
              <a:gd name="connsiteY153" fmla="*/ 132658 h 4939827"/>
              <a:gd name="connsiteX154" fmla="*/ 6415830 w 12192000"/>
              <a:gd name="connsiteY154" fmla="*/ 136006 h 4939827"/>
              <a:gd name="connsiteX155" fmla="*/ 6756965 w 12192000"/>
              <a:gd name="connsiteY155" fmla="*/ 57636 h 4939827"/>
              <a:gd name="connsiteX156" fmla="*/ 6819400 w 12192000"/>
              <a:gd name="connsiteY156" fmla="*/ 30742 h 4939827"/>
              <a:gd name="connsiteX157" fmla="*/ 6986370 w 12192000"/>
              <a:gd name="connsiteY157" fmla="*/ 12659 h 4939827"/>
              <a:gd name="connsiteX158" fmla="*/ 6989536 w 12192000"/>
              <a:gd name="connsiteY158" fmla="*/ 14528 h 4939827"/>
              <a:gd name="connsiteX159" fmla="*/ 7015933 w 12192000"/>
              <a:gd name="connsiteY159" fmla="*/ 9653 h 4939827"/>
              <a:gd name="connsiteX160" fmla="*/ 7020592 w 12192000"/>
              <a:gd name="connsiteY160" fmla="*/ 1651 h 4939827"/>
              <a:gd name="connsiteX161" fmla="*/ 7025905 w 12192000"/>
              <a:gd name="connsiteY161" fmla="*/ 0 h 4939827"/>
              <a:gd name="connsiteX0" fmla="*/ 7025905 w 12192000"/>
              <a:gd name="connsiteY0" fmla="*/ 0 h 4939827"/>
              <a:gd name="connsiteX1" fmla="*/ 7032579 w 12192000"/>
              <a:gd name="connsiteY1" fmla="*/ 2808 h 4939827"/>
              <a:gd name="connsiteX2" fmla="*/ 7079505 w 12192000"/>
              <a:gd name="connsiteY2" fmla="*/ 12971 h 4939827"/>
              <a:gd name="connsiteX3" fmla="*/ 7158791 w 12192000"/>
              <a:gd name="connsiteY3" fmla="*/ 12462 h 4939827"/>
              <a:gd name="connsiteX4" fmla="*/ 7233338 w 12192000"/>
              <a:gd name="connsiteY4" fmla="*/ 24846 h 4939827"/>
              <a:gd name="connsiteX5" fmla="*/ 7259791 w 12192000"/>
              <a:gd name="connsiteY5" fmla="*/ 29557 h 4939827"/>
              <a:gd name="connsiteX6" fmla="*/ 7263923 w 12192000"/>
              <a:gd name="connsiteY6" fmla="*/ 35029 h 4939827"/>
              <a:gd name="connsiteX7" fmla="*/ 7281549 w 12192000"/>
              <a:gd name="connsiteY7" fmla="*/ 39654 h 4939827"/>
              <a:gd name="connsiteX8" fmla="*/ 7374735 w 12192000"/>
              <a:gd name="connsiteY8" fmla="*/ 65326 h 4939827"/>
              <a:gd name="connsiteX9" fmla="*/ 7376078 w 12192000"/>
              <a:gd name="connsiteY9" fmla="*/ 63849 h 4939827"/>
              <a:gd name="connsiteX10" fmla="*/ 7402026 w 12192000"/>
              <a:gd name="connsiteY10" fmla="*/ 60308 h 4939827"/>
              <a:gd name="connsiteX11" fmla="*/ 7415091 w 12192000"/>
              <a:gd name="connsiteY11" fmla="*/ 77403 h 4939827"/>
              <a:gd name="connsiteX12" fmla="*/ 7488682 w 12192000"/>
              <a:gd name="connsiteY12" fmla="*/ 83440 h 4939827"/>
              <a:gd name="connsiteX13" fmla="*/ 7732750 w 12192000"/>
              <a:gd name="connsiteY13" fmla="*/ 145456 h 4939827"/>
              <a:gd name="connsiteX14" fmla="*/ 7785900 w 12192000"/>
              <a:gd name="connsiteY14" fmla="*/ 154493 h 4939827"/>
              <a:gd name="connsiteX15" fmla="*/ 7952584 w 12192000"/>
              <a:gd name="connsiteY15" fmla="*/ 170181 h 4939827"/>
              <a:gd name="connsiteX16" fmla="*/ 8009534 w 12192000"/>
              <a:gd name="connsiteY16" fmla="*/ 176441 h 4939827"/>
              <a:gd name="connsiteX17" fmla="*/ 8058681 w 12192000"/>
              <a:gd name="connsiteY17" fmla="*/ 219431 h 4939827"/>
              <a:gd name="connsiteX18" fmla="*/ 8126175 w 12192000"/>
              <a:gd name="connsiteY18" fmla="*/ 240005 h 4939827"/>
              <a:gd name="connsiteX19" fmla="*/ 8166439 w 12192000"/>
              <a:gd name="connsiteY19" fmla="*/ 252699 h 4939827"/>
              <a:gd name="connsiteX20" fmla="*/ 8281371 w 12192000"/>
              <a:gd name="connsiteY20" fmla="*/ 256875 h 4939827"/>
              <a:gd name="connsiteX21" fmla="*/ 8381609 w 12192000"/>
              <a:gd name="connsiteY21" fmla="*/ 240618 h 4939827"/>
              <a:gd name="connsiteX22" fmla="*/ 8406759 w 12192000"/>
              <a:gd name="connsiteY22" fmla="*/ 232517 h 4939827"/>
              <a:gd name="connsiteX23" fmla="*/ 8426506 w 12192000"/>
              <a:gd name="connsiteY23" fmla="*/ 241842 h 4939827"/>
              <a:gd name="connsiteX24" fmla="*/ 8427949 w 12192000"/>
              <a:gd name="connsiteY24" fmla="*/ 240981 h 4939827"/>
              <a:gd name="connsiteX25" fmla="*/ 8441468 w 12192000"/>
              <a:gd name="connsiteY25" fmla="*/ 241157 h 4939827"/>
              <a:gd name="connsiteX26" fmla="*/ 8565757 w 12192000"/>
              <a:gd name="connsiteY26" fmla="*/ 255317 h 4939827"/>
              <a:gd name="connsiteX27" fmla="*/ 8573171 w 12192000"/>
              <a:gd name="connsiteY27" fmla="*/ 258426 h 4939827"/>
              <a:gd name="connsiteX28" fmla="*/ 8573548 w 12192000"/>
              <a:gd name="connsiteY28" fmla="*/ 258241 h 4939827"/>
              <a:gd name="connsiteX29" fmla="*/ 8581827 w 12192000"/>
              <a:gd name="connsiteY29" fmla="*/ 261028 h 4939827"/>
              <a:gd name="connsiteX30" fmla="*/ 8586687 w 12192000"/>
              <a:gd name="connsiteY30" fmla="*/ 264089 h 4939827"/>
              <a:gd name="connsiteX31" fmla="*/ 8601067 w 12192000"/>
              <a:gd name="connsiteY31" fmla="*/ 270114 h 4939827"/>
              <a:gd name="connsiteX32" fmla="*/ 8672650 w 12192000"/>
              <a:gd name="connsiteY32" fmla="*/ 254821 h 4939827"/>
              <a:gd name="connsiteX33" fmla="*/ 8785543 w 12192000"/>
              <a:gd name="connsiteY33" fmla="*/ 263406 h 4939827"/>
              <a:gd name="connsiteX34" fmla="*/ 8830588 w 12192000"/>
              <a:gd name="connsiteY34" fmla="*/ 265483 h 4939827"/>
              <a:gd name="connsiteX35" fmla="*/ 8905142 w 12192000"/>
              <a:gd name="connsiteY35" fmla="*/ 264958 h 4939827"/>
              <a:gd name="connsiteX36" fmla="*/ 8968582 w 12192000"/>
              <a:gd name="connsiteY36" fmla="*/ 262728 h 4939827"/>
              <a:gd name="connsiteX37" fmla="*/ 8972994 w 12192000"/>
              <a:gd name="connsiteY37" fmla="*/ 263284 h 4939827"/>
              <a:gd name="connsiteX38" fmla="*/ 9004605 w 12192000"/>
              <a:gd name="connsiteY38" fmla="*/ 258041 h 4939827"/>
              <a:gd name="connsiteX39" fmla="*/ 9016165 w 12192000"/>
              <a:gd name="connsiteY39" fmla="*/ 261258 h 4939827"/>
              <a:gd name="connsiteX40" fmla="*/ 9043297 w 12192000"/>
              <a:gd name="connsiteY40" fmla="*/ 281547 h 4939827"/>
              <a:gd name="connsiteX41" fmla="*/ 9048315 w 12192000"/>
              <a:gd name="connsiteY41" fmla="*/ 279264 h 4939827"/>
              <a:gd name="connsiteX42" fmla="*/ 9054706 w 12192000"/>
              <a:gd name="connsiteY42" fmla="*/ 278538 h 4939827"/>
              <a:gd name="connsiteX43" fmla="*/ 9070919 w 12192000"/>
              <a:gd name="connsiteY43" fmla="*/ 281810 h 4939827"/>
              <a:gd name="connsiteX44" fmla="*/ 9076813 w 12192000"/>
              <a:gd name="connsiteY44" fmla="*/ 283909 h 4939827"/>
              <a:gd name="connsiteX45" fmla="*/ 9085871 w 12192000"/>
              <a:gd name="connsiteY45" fmla="*/ 285133 h 4939827"/>
              <a:gd name="connsiteX46" fmla="*/ 9086159 w 12192000"/>
              <a:gd name="connsiteY46" fmla="*/ 284887 h 4939827"/>
              <a:gd name="connsiteX47" fmla="*/ 9134606 w 12192000"/>
              <a:gd name="connsiteY47" fmla="*/ 288168 h 4939827"/>
              <a:gd name="connsiteX48" fmla="*/ 9195590 w 12192000"/>
              <a:gd name="connsiteY48" fmla="*/ 279568 h 4939827"/>
              <a:gd name="connsiteX49" fmla="*/ 9219336 w 12192000"/>
              <a:gd name="connsiteY49" fmla="*/ 278133 h 4939827"/>
              <a:gd name="connsiteX50" fmla="*/ 9232362 w 12192000"/>
              <a:gd name="connsiteY50" fmla="*/ 275894 h 4939827"/>
              <a:gd name="connsiteX51" fmla="*/ 9233396 w 12192000"/>
              <a:gd name="connsiteY51" fmla="*/ 274803 h 4939827"/>
              <a:gd name="connsiteX52" fmla="*/ 9256213 w 12192000"/>
              <a:gd name="connsiteY52" fmla="*/ 281576 h 4939827"/>
              <a:gd name="connsiteX53" fmla="*/ 9371484 w 12192000"/>
              <a:gd name="connsiteY53" fmla="*/ 329634 h 4939827"/>
              <a:gd name="connsiteX54" fmla="*/ 9404829 w 12192000"/>
              <a:gd name="connsiteY54" fmla="*/ 339038 h 4939827"/>
              <a:gd name="connsiteX55" fmla="*/ 9427021 w 12192000"/>
              <a:gd name="connsiteY55" fmla="*/ 358784 h 4939827"/>
              <a:gd name="connsiteX56" fmla="*/ 9670844 w 12192000"/>
              <a:gd name="connsiteY56" fmla="*/ 405128 h 4939827"/>
              <a:gd name="connsiteX57" fmla="*/ 9816083 w 12192000"/>
              <a:gd name="connsiteY57" fmla="*/ 416573 h 4939827"/>
              <a:gd name="connsiteX58" fmla="*/ 9936741 w 12192000"/>
              <a:gd name="connsiteY58" fmla="*/ 437044 h 4939827"/>
              <a:gd name="connsiteX59" fmla="*/ 10050093 w 12192000"/>
              <a:gd name="connsiteY59" fmla="*/ 443783 h 4939827"/>
              <a:gd name="connsiteX60" fmla="*/ 10130090 w 12192000"/>
              <a:gd name="connsiteY60" fmla="*/ 459520 h 4939827"/>
              <a:gd name="connsiteX61" fmla="*/ 10173456 w 12192000"/>
              <a:gd name="connsiteY61" fmla="*/ 457749 h 4939827"/>
              <a:gd name="connsiteX62" fmla="*/ 10218232 w 12192000"/>
              <a:gd name="connsiteY62" fmla="*/ 459820 h 4939827"/>
              <a:gd name="connsiteX63" fmla="*/ 10354176 w 12192000"/>
              <a:gd name="connsiteY63" fmla="*/ 471377 h 4939827"/>
              <a:gd name="connsiteX64" fmla="*/ 10430681 w 12192000"/>
              <a:gd name="connsiteY64" fmla="*/ 481226 h 4939827"/>
              <a:gd name="connsiteX65" fmla="*/ 10478169 w 12192000"/>
              <a:gd name="connsiteY65" fmla="*/ 481774 h 4939827"/>
              <a:gd name="connsiteX66" fmla="*/ 10540907 w 12192000"/>
              <a:gd name="connsiteY66" fmla="*/ 485607 h 4939827"/>
              <a:gd name="connsiteX67" fmla="*/ 10614941 w 12192000"/>
              <a:gd name="connsiteY67" fmla="*/ 487592 h 4939827"/>
              <a:gd name="connsiteX68" fmla="*/ 10674098 w 12192000"/>
              <a:gd name="connsiteY68" fmla="*/ 521656 h 4939827"/>
              <a:gd name="connsiteX69" fmla="*/ 10874834 w 12192000"/>
              <a:gd name="connsiteY69" fmla="*/ 574867 h 4939827"/>
              <a:gd name="connsiteX70" fmla="*/ 10944981 w 12192000"/>
              <a:gd name="connsiteY70" fmla="*/ 615042 h 4939827"/>
              <a:gd name="connsiteX71" fmla="*/ 11006376 w 12192000"/>
              <a:gd name="connsiteY71" fmla="*/ 645957 h 4939827"/>
              <a:gd name="connsiteX72" fmla="*/ 11076308 w 12192000"/>
              <a:gd name="connsiteY72" fmla="*/ 675698 h 4939827"/>
              <a:gd name="connsiteX73" fmla="*/ 11148789 w 12192000"/>
              <a:gd name="connsiteY73" fmla="*/ 685041 h 4939827"/>
              <a:gd name="connsiteX74" fmla="*/ 11249129 w 12192000"/>
              <a:gd name="connsiteY74" fmla="*/ 684218 h 4939827"/>
              <a:gd name="connsiteX75" fmla="*/ 11299915 w 12192000"/>
              <a:gd name="connsiteY75" fmla="*/ 692177 h 4939827"/>
              <a:gd name="connsiteX76" fmla="*/ 11386973 w 12192000"/>
              <a:gd name="connsiteY76" fmla="*/ 708209 h 4939827"/>
              <a:gd name="connsiteX77" fmla="*/ 11500105 w 12192000"/>
              <a:gd name="connsiteY77" fmla="*/ 735014 h 4939827"/>
              <a:gd name="connsiteX78" fmla="*/ 11621735 w 12192000"/>
              <a:gd name="connsiteY78" fmla="*/ 789584 h 4939827"/>
              <a:gd name="connsiteX79" fmla="*/ 11691200 w 12192000"/>
              <a:gd name="connsiteY79" fmla="*/ 867902 h 4939827"/>
              <a:gd name="connsiteX80" fmla="*/ 11819427 w 12192000"/>
              <a:gd name="connsiteY80" fmla="*/ 911634 h 4939827"/>
              <a:gd name="connsiteX81" fmla="*/ 11969720 w 12192000"/>
              <a:gd name="connsiteY81" fmla="*/ 964737 h 4939827"/>
              <a:gd name="connsiteX82" fmla="*/ 12055766 w 12192000"/>
              <a:gd name="connsiteY82" fmla="*/ 991268 h 4939827"/>
              <a:gd name="connsiteX83" fmla="*/ 12171539 w 12192000"/>
              <a:gd name="connsiteY83" fmla="*/ 995427 h 4939827"/>
              <a:gd name="connsiteX84" fmla="*/ 12187831 w 12192000"/>
              <a:gd name="connsiteY84" fmla="*/ 996580 h 4939827"/>
              <a:gd name="connsiteX85" fmla="*/ 12192000 w 12192000"/>
              <a:gd name="connsiteY85" fmla="*/ 996726 h 4939827"/>
              <a:gd name="connsiteX86" fmla="*/ 12192000 w 12192000"/>
              <a:gd name="connsiteY86" fmla="*/ 4939827 h 4939827"/>
              <a:gd name="connsiteX87" fmla="*/ 0 w 12192000"/>
              <a:gd name="connsiteY87" fmla="*/ 4939827 h 4939827"/>
              <a:gd name="connsiteX88" fmla="*/ 0 w 12192000"/>
              <a:gd name="connsiteY88" fmla="*/ 512043 h 4939827"/>
              <a:gd name="connsiteX89" fmla="*/ 7381 w 12192000"/>
              <a:gd name="connsiteY89" fmla="*/ 512580 h 4939827"/>
              <a:gd name="connsiteX90" fmla="*/ 100029 w 12192000"/>
              <a:gd name="connsiteY90" fmla="*/ 504758 h 4939827"/>
              <a:gd name="connsiteX91" fmla="*/ 155244 w 12192000"/>
              <a:gd name="connsiteY91" fmla="*/ 525130 h 4939827"/>
              <a:gd name="connsiteX92" fmla="*/ 254366 w 12192000"/>
              <a:gd name="connsiteY92" fmla="*/ 534449 h 4939827"/>
              <a:gd name="connsiteX93" fmla="*/ 447292 w 12192000"/>
              <a:gd name="connsiteY93" fmla="*/ 542725 h 4939827"/>
              <a:gd name="connsiteX94" fmla="*/ 628105 w 12192000"/>
              <a:gd name="connsiteY94" fmla="*/ 547853 h 4939827"/>
              <a:gd name="connsiteX95" fmla="*/ 783146 w 12192000"/>
              <a:gd name="connsiteY95" fmla="*/ 591799 h 4939827"/>
              <a:gd name="connsiteX96" fmla="*/ 1043676 w 12192000"/>
              <a:gd name="connsiteY96" fmla="*/ 591887 h 4939827"/>
              <a:gd name="connsiteX97" fmla="*/ 1281816 w 12192000"/>
              <a:gd name="connsiteY97" fmla="*/ 520946 h 4939827"/>
              <a:gd name="connsiteX98" fmla="*/ 1486347 w 12192000"/>
              <a:gd name="connsiteY98" fmla="*/ 487310 h 4939827"/>
              <a:gd name="connsiteX99" fmla="*/ 1568079 w 12192000"/>
              <a:gd name="connsiteY99" fmla="*/ 462531 h 4939827"/>
              <a:gd name="connsiteX100" fmla="*/ 1622516 w 12192000"/>
              <a:gd name="connsiteY100" fmla="*/ 466058 h 4939827"/>
              <a:gd name="connsiteX101" fmla="*/ 1655457 w 12192000"/>
              <a:gd name="connsiteY101" fmla="*/ 465359 h 4939827"/>
              <a:gd name="connsiteX102" fmla="*/ 1717454 w 12192000"/>
              <a:gd name="connsiteY102" fmla="*/ 417203 h 4939827"/>
              <a:gd name="connsiteX103" fmla="*/ 1913794 w 12192000"/>
              <a:gd name="connsiteY103" fmla="*/ 365255 h 4939827"/>
              <a:gd name="connsiteX104" fmla="*/ 2129762 w 12192000"/>
              <a:gd name="connsiteY104" fmla="*/ 367832 h 4939827"/>
              <a:gd name="connsiteX105" fmla="*/ 2376970 w 12192000"/>
              <a:gd name="connsiteY105" fmla="*/ 350129 h 4939827"/>
              <a:gd name="connsiteX106" fmla="*/ 2480155 w 12192000"/>
              <a:gd name="connsiteY106" fmla="*/ 359227 h 4939827"/>
              <a:gd name="connsiteX107" fmla="*/ 2586782 w 12192000"/>
              <a:gd name="connsiteY107" fmla="*/ 339352 h 4939827"/>
              <a:gd name="connsiteX108" fmla="*/ 2679617 w 12192000"/>
              <a:gd name="connsiteY108" fmla="*/ 305383 h 4939827"/>
              <a:gd name="connsiteX109" fmla="*/ 2788947 w 12192000"/>
              <a:gd name="connsiteY109" fmla="*/ 250375 h 4939827"/>
              <a:gd name="connsiteX110" fmla="*/ 2965530 w 12192000"/>
              <a:gd name="connsiteY110" fmla="*/ 245958 h 4939827"/>
              <a:gd name="connsiteX111" fmla="*/ 3103677 w 12192000"/>
              <a:gd name="connsiteY111" fmla="*/ 209527 h 4939827"/>
              <a:gd name="connsiteX112" fmla="*/ 3126759 w 12192000"/>
              <a:gd name="connsiteY112" fmla="*/ 211226 h 4939827"/>
              <a:gd name="connsiteX113" fmla="*/ 3164020 w 12192000"/>
              <a:gd name="connsiteY113" fmla="*/ 212779 h 4939827"/>
              <a:gd name="connsiteX114" fmla="*/ 3285019 w 12192000"/>
              <a:gd name="connsiteY114" fmla="*/ 220535 h 4939827"/>
              <a:gd name="connsiteX115" fmla="*/ 3365154 w 12192000"/>
              <a:gd name="connsiteY115" fmla="*/ 226416 h 4939827"/>
              <a:gd name="connsiteX116" fmla="*/ 3367507 w 12192000"/>
              <a:gd name="connsiteY116" fmla="*/ 225416 h 4939827"/>
              <a:gd name="connsiteX117" fmla="*/ 3387567 w 12192000"/>
              <a:gd name="connsiteY117" fmla="*/ 227103 h 4939827"/>
              <a:gd name="connsiteX118" fmla="*/ 3498001 w 12192000"/>
              <a:gd name="connsiteY118" fmla="*/ 231941 h 4939827"/>
              <a:gd name="connsiteX119" fmla="*/ 3561557 w 12192000"/>
              <a:gd name="connsiteY119" fmla="*/ 228095 h 4939827"/>
              <a:gd name="connsiteX120" fmla="*/ 3611920 w 12192000"/>
              <a:gd name="connsiteY120" fmla="*/ 218094 h 4939827"/>
              <a:gd name="connsiteX121" fmla="*/ 3620528 w 12192000"/>
              <a:gd name="connsiteY121" fmla="*/ 218788 h 4939827"/>
              <a:gd name="connsiteX122" fmla="*/ 3620766 w 12192000"/>
              <a:gd name="connsiteY122" fmla="*/ 218511 h 4939827"/>
              <a:gd name="connsiteX123" fmla="*/ 3629977 w 12192000"/>
              <a:gd name="connsiteY123" fmla="*/ 218664 h 4939827"/>
              <a:gd name="connsiteX124" fmla="*/ 3636217 w 12192000"/>
              <a:gd name="connsiteY124" fmla="*/ 220048 h 4939827"/>
              <a:gd name="connsiteX125" fmla="*/ 3709484 w 12192000"/>
              <a:gd name="connsiteY125" fmla="*/ 186927 h 4939827"/>
              <a:gd name="connsiteX126" fmla="*/ 3761342 w 12192000"/>
              <a:gd name="connsiteY126" fmla="*/ 177474 h 4939827"/>
              <a:gd name="connsiteX127" fmla="*/ 3799748 w 12192000"/>
              <a:gd name="connsiteY127" fmla="*/ 167154 h 4939827"/>
              <a:gd name="connsiteX128" fmla="*/ 3922756 w 12192000"/>
              <a:gd name="connsiteY128" fmla="*/ 194044 h 4939827"/>
              <a:gd name="connsiteX129" fmla="*/ 4028476 w 12192000"/>
              <a:gd name="connsiteY129" fmla="*/ 223679 h 4939827"/>
              <a:gd name="connsiteX130" fmla="*/ 4191582 w 12192000"/>
              <a:gd name="connsiteY130" fmla="*/ 238952 h 4939827"/>
              <a:gd name="connsiteX131" fmla="*/ 4251024 w 12192000"/>
              <a:gd name="connsiteY131" fmla="*/ 240874 h 4939827"/>
              <a:gd name="connsiteX132" fmla="*/ 4355275 w 12192000"/>
              <a:gd name="connsiteY132" fmla="*/ 260205 h 4939827"/>
              <a:gd name="connsiteX133" fmla="*/ 4423807 w 12192000"/>
              <a:gd name="connsiteY133" fmla="*/ 270366 h 4939827"/>
              <a:gd name="connsiteX134" fmla="*/ 4558432 w 12192000"/>
              <a:gd name="connsiteY134" fmla="*/ 269194 h 4939827"/>
              <a:gd name="connsiteX135" fmla="*/ 4635061 w 12192000"/>
              <a:gd name="connsiteY135" fmla="*/ 280682 h 4939827"/>
              <a:gd name="connsiteX136" fmla="*/ 4807427 w 12192000"/>
              <a:gd name="connsiteY136" fmla="*/ 276835 h 4939827"/>
              <a:gd name="connsiteX137" fmla="*/ 5028933 w 12192000"/>
              <a:gd name="connsiteY137" fmla="*/ 183887 h 4939827"/>
              <a:gd name="connsiteX138" fmla="*/ 5093642 w 12192000"/>
              <a:gd name="connsiteY138" fmla="*/ 177214 h 4939827"/>
              <a:gd name="connsiteX139" fmla="*/ 5102642 w 12192000"/>
              <a:gd name="connsiteY139" fmla="*/ 186816 h 4939827"/>
              <a:gd name="connsiteX140" fmla="*/ 5193590 w 12192000"/>
              <a:gd name="connsiteY140" fmla="*/ 156458 h 4939827"/>
              <a:gd name="connsiteX141" fmla="*/ 5323922 w 12192000"/>
              <a:gd name="connsiteY141" fmla="*/ 146332 h 4939827"/>
              <a:gd name="connsiteX142" fmla="*/ 5421860 w 12192000"/>
              <a:gd name="connsiteY142" fmla="*/ 167298 h 4939827"/>
              <a:gd name="connsiteX143" fmla="*/ 5476948 w 12192000"/>
              <a:gd name="connsiteY143" fmla="*/ 173249 h 4939827"/>
              <a:gd name="connsiteX144" fmla="*/ 5516842 w 12192000"/>
              <a:gd name="connsiteY144" fmla="*/ 184018 h 4939827"/>
              <a:gd name="connsiteX145" fmla="*/ 5619415 w 12192000"/>
              <a:gd name="connsiteY145" fmla="*/ 176781 h 4939827"/>
              <a:gd name="connsiteX146" fmla="*/ 5789867 w 12192000"/>
              <a:gd name="connsiteY146" fmla="*/ 150304 h 4939827"/>
              <a:gd name="connsiteX147" fmla="*/ 5825953 w 12192000"/>
              <a:gd name="connsiteY147" fmla="*/ 147907 h 4939827"/>
              <a:gd name="connsiteX148" fmla="*/ 5856168 w 12192000"/>
              <a:gd name="connsiteY148" fmla="*/ 158719 h 4939827"/>
              <a:gd name="connsiteX149" fmla="*/ 5862476 w 12192000"/>
              <a:gd name="connsiteY149" fmla="*/ 172447 h 4939827"/>
              <a:gd name="connsiteX150" fmla="*/ 5882195 w 12192000"/>
              <a:gd name="connsiteY150" fmla="*/ 173195 h 4939827"/>
              <a:gd name="connsiteX151" fmla="*/ 5887271 w 12192000"/>
              <a:gd name="connsiteY151" fmla="*/ 176084 h 4939827"/>
              <a:gd name="connsiteX152" fmla="*/ 6001964 w 12192000"/>
              <a:gd name="connsiteY152" fmla="*/ 154786 h 4939827"/>
              <a:gd name="connsiteX153" fmla="*/ 6184207 w 12192000"/>
              <a:gd name="connsiteY153" fmla="*/ 132658 h 4939827"/>
              <a:gd name="connsiteX154" fmla="*/ 6415830 w 12192000"/>
              <a:gd name="connsiteY154" fmla="*/ 136006 h 4939827"/>
              <a:gd name="connsiteX155" fmla="*/ 6756965 w 12192000"/>
              <a:gd name="connsiteY155" fmla="*/ 57636 h 4939827"/>
              <a:gd name="connsiteX156" fmla="*/ 6819400 w 12192000"/>
              <a:gd name="connsiteY156" fmla="*/ 30742 h 4939827"/>
              <a:gd name="connsiteX157" fmla="*/ 6986370 w 12192000"/>
              <a:gd name="connsiteY157" fmla="*/ 12659 h 4939827"/>
              <a:gd name="connsiteX158" fmla="*/ 6989536 w 12192000"/>
              <a:gd name="connsiteY158" fmla="*/ 14528 h 4939827"/>
              <a:gd name="connsiteX159" fmla="*/ 7015933 w 12192000"/>
              <a:gd name="connsiteY159" fmla="*/ 9653 h 4939827"/>
              <a:gd name="connsiteX160" fmla="*/ 7020592 w 12192000"/>
              <a:gd name="connsiteY160" fmla="*/ 1651 h 4939827"/>
              <a:gd name="connsiteX161" fmla="*/ 7025905 w 12192000"/>
              <a:gd name="connsiteY161" fmla="*/ 0 h 4939827"/>
              <a:gd name="connsiteX0" fmla="*/ 7025905 w 12192000"/>
              <a:gd name="connsiteY0" fmla="*/ 0 h 4939827"/>
              <a:gd name="connsiteX1" fmla="*/ 7032579 w 12192000"/>
              <a:gd name="connsiteY1" fmla="*/ 2808 h 4939827"/>
              <a:gd name="connsiteX2" fmla="*/ 7079505 w 12192000"/>
              <a:gd name="connsiteY2" fmla="*/ 12971 h 4939827"/>
              <a:gd name="connsiteX3" fmla="*/ 7158791 w 12192000"/>
              <a:gd name="connsiteY3" fmla="*/ 12462 h 4939827"/>
              <a:gd name="connsiteX4" fmla="*/ 7233338 w 12192000"/>
              <a:gd name="connsiteY4" fmla="*/ 24846 h 4939827"/>
              <a:gd name="connsiteX5" fmla="*/ 7259791 w 12192000"/>
              <a:gd name="connsiteY5" fmla="*/ 29557 h 4939827"/>
              <a:gd name="connsiteX6" fmla="*/ 7263923 w 12192000"/>
              <a:gd name="connsiteY6" fmla="*/ 35029 h 4939827"/>
              <a:gd name="connsiteX7" fmla="*/ 7281549 w 12192000"/>
              <a:gd name="connsiteY7" fmla="*/ 39654 h 4939827"/>
              <a:gd name="connsiteX8" fmla="*/ 7374735 w 12192000"/>
              <a:gd name="connsiteY8" fmla="*/ 65326 h 4939827"/>
              <a:gd name="connsiteX9" fmla="*/ 7376078 w 12192000"/>
              <a:gd name="connsiteY9" fmla="*/ 63849 h 4939827"/>
              <a:gd name="connsiteX10" fmla="*/ 7402026 w 12192000"/>
              <a:gd name="connsiteY10" fmla="*/ 60308 h 4939827"/>
              <a:gd name="connsiteX11" fmla="*/ 7415091 w 12192000"/>
              <a:gd name="connsiteY11" fmla="*/ 77403 h 4939827"/>
              <a:gd name="connsiteX12" fmla="*/ 7488682 w 12192000"/>
              <a:gd name="connsiteY12" fmla="*/ 83440 h 4939827"/>
              <a:gd name="connsiteX13" fmla="*/ 7732750 w 12192000"/>
              <a:gd name="connsiteY13" fmla="*/ 145456 h 4939827"/>
              <a:gd name="connsiteX14" fmla="*/ 7785900 w 12192000"/>
              <a:gd name="connsiteY14" fmla="*/ 154493 h 4939827"/>
              <a:gd name="connsiteX15" fmla="*/ 7952584 w 12192000"/>
              <a:gd name="connsiteY15" fmla="*/ 170181 h 4939827"/>
              <a:gd name="connsiteX16" fmla="*/ 8009534 w 12192000"/>
              <a:gd name="connsiteY16" fmla="*/ 176441 h 4939827"/>
              <a:gd name="connsiteX17" fmla="*/ 8058681 w 12192000"/>
              <a:gd name="connsiteY17" fmla="*/ 219431 h 4939827"/>
              <a:gd name="connsiteX18" fmla="*/ 8126175 w 12192000"/>
              <a:gd name="connsiteY18" fmla="*/ 240005 h 4939827"/>
              <a:gd name="connsiteX19" fmla="*/ 8166439 w 12192000"/>
              <a:gd name="connsiteY19" fmla="*/ 252699 h 4939827"/>
              <a:gd name="connsiteX20" fmla="*/ 8281371 w 12192000"/>
              <a:gd name="connsiteY20" fmla="*/ 256875 h 4939827"/>
              <a:gd name="connsiteX21" fmla="*/ 8381609 w 12192000"/>
              <a:gd name="connsiteY21" fmla="*/ 240618 h 4939827"/>
              <a:gd name="connsiteX22" fmla="*/ 8406759 w 12192000"/>
              <a:gd name="connsiteY22" fmla="*/ 232517 h 4939827"/>
              <a:gd name="connsiteX23" fmla="*/ 8426506 w 12192000"/>
              <a:gd name="connsiteY23" fmla="*/ 241842 h 4939827"/>
              <a:gd name="connsiteX24" fmla="*/ 8427949 w 12192000"/>
              <a:gd name="connsiteY24" fmla="*/ 240981 h 4939827"/>
              <a:gd name="connsiteX25" fmla="*/ 8441468 w 12192000"/>
              <a:gd name="connsiteY25" fmla="*/ 241157 h 4939827"/>
              <a:gd name="connsiteX26" fmla="*/ 8565757 w 12192000"/>
              <a:gd name="connsiteY26" fmla="*/ 255317 h 4939827"/>
              <a:gd name="connsiteX27" fmla="*/ 8573171 w 12192000"/>
              <a:gd name="connsiteY27" fmla="*/ 258426 h 4939827"/>
              <a:gd name="connsiteX28" fmla="*/ 8573548 w 12192000"/>
              <a:gd name="connsiteY28" fmla="*/ 258241 h 4939827"/>
              <a:gd name="connsiteX29" fmla="*/ 8581827 w 12192000"/>
              <a:gd name="connsiteY29" fmla="*/ 261028 h 4939827"/>
              <a:gd name="connsiteX30" fmla="*/ 8586687 w 12192000"/>
              <a:gd name="connsiteY30" fmla="*/ 264089 h 4939827"/>
              <a:gd name="connsiteX31" fmla="*/ 8601067 w 12192000"/>
              <a:gd name="connsiteY31" fmla="*/ 270114 h 4939827"/>
              <a:gd name="connsiteX32" fmla="*/ 8672650 w 12192000"/>
              <a:gd name="connsiteY32" fmla="*/ 254821 h 4939827"/>
              <a:gd name="connsiteX33" fmla="*/ 8785543 w 12192000"/>
              <a:gd name="connsiteY33" fmla="*/ 263406 h 4939827"/>
              <a:gd name="connsiteX34" fmla="*/ 8830588 w 12192000"/>
              <a:gd name="connsiteY34" fmla="*/ 265483 h 4939827"/>
              <a:gd name="connsiteX35" fmla="*/ 8905142 w 12192000"/>
              <a:gd name="connsiteY35" fmla="*/ 264958 h 4939827"/>
              <a:gd name="connsiteX36" fmla="*/ 8968582 w 12192000"/>
              <a:gd name="connsiteY36" fmla="*/ 262728 h 4939827"/>
              <a:gd name="connsiteX37" fmla="*/ 8972994 w 12192000"/>
              <a:gd name="connsiteY37" fmla="*/ 263284 h 4939827"/>
              <a:gd name="connsiteX38" fmla="*/ 9004605 w 12192000"/>
              <a:gd name="connsiteY38" fmla="*/ 258041 h 4939827"/>
              <a:gd name="connsiteX39" fmla="*/ 9016165 w 12192000"/>
              <a:gd name="connsiteY39" fmla="*/ 261258 h 4939827"/>
              <a:gd name="connsiteX40" fmla="*/ 9043297 w 12192000"/>
              <a:gd name="connsiteY40" fmla="*/ 281547 h 4939827"/>
              <a:gd name="connsiteX41" fmla="*/ 9048315 w 12192000"/>
              <a:gd name="connsiteY41" fmla="*/ 279264 h 4939827"/>
              <a:gd name="connsiteX42" fmla="*/ 9054706 w 12192000"/>
              <a:gd name="connsiteY42" fmla="*/ 278538 h 4939827"/>
              <a:gd name="connsiteX43" fmla="*/ 9070919 w 12192000"/>
              <a:gd name="connsiteY43" fmla="*/ 281810 h 4939827"/>
              <a:gd name="connsiteX44" fmla="*/ 9076813 w 12192000"/>
              <a:gd name="connsiteY44" fmla="*/ 283909 h 4939827"/>
              <a:gd name="connsiteX45" fmla="*/ 9085871 w 12192000"/>
              <a:gd name="connsiteY45" fmla="*/ 285133 h 4939827"/>
              <a:gd name="connsiteX46" fmla="*/ 9086159 w 12192000"/>
              <a:gd name="connsiteY46" fmla="*/ 284887 h 4939827"/>
              <a:gd name="connsiteX47" fmla="*/ 9134606 w 12192000"/>
              <a:gd name="connsiteY47" fmla="*/ 288168 h 4939827"/>
              <a:gd name="connsiteX48" fmla="*/ 9195590 w 12192000"/>
              <a:gd name="connsiteY48" fmla="*/ 279568 h 4939827"/>
              <a:gd name="connsiteX49" fmla="*/ 9219336 w 12192000"/>
              <a:gd name="connsiteY49" fmla="*/ 278133 h 4939827"/>
              <a:gd name="connsiteX50" fmla="*/ 9232362 w 12192000"/>
              <a:gd name="connsiteY50" fmla="*/ 275894 h 4939827"/>
              <a:gd name="connsiteX51" fmla="*/ 9233396 w 12192000"/>
              <a:gd name="connsiteY51" fmla="*/ 274803 h 4939827"/>
              <a:gd name="connsiteX52" fmla="*/ 9256213 w 12192000"/>
              <a:gd name="connsiteY52" fmla="*/ 281576 h 4939827"/>
              <a:gd name="connsiteX53" fmla="*/ 9371484 w 12192000"/>
              <a:gd name="connsiteY53" fmla="*/ 329634 h 4939827"/>
              <a:gd name="connsiteX54" fmla="*/ 9404829 w 12192000"/>
              <a:gd name="connsiteY54" fmla="*/ 339038 h 4939827"/>
              <a:gd name="connsiteX55" fmla="*/ 9427021 w 12192000"/>
              <a:gd name="connsiteY55" fmla="*/ 358784 h 4939827"/>
              <a:gd name="connsiteX56" fmla="*/ 9670844 w 12192000"/>
              <a:gd name="connsiteY56" fmla="*/ 405128 h 4939827"/>
              <a:gd name="connsiteX57" fmla="*/ 9816083 w 12192000"/>
              <a:gd name="connsiteY57" fmla="*/ 416573 h 4939827"/>
              <a:gd name="connsiteX58" fmla="*/ 9936741 w 12192000"/>
              <a:gd name="connsiteY58" fmla="*/ 437044 h 4939827"/>
              <a:gd name="connsiteX59" fmla="*/ 10050093 w 12192000"/>
              <a:gd name="connsiteY59" fmla="*/ 443783 h 4939827"/>
              <a:gd name="connsiteX60" fmla="*/ 10130090 w 12192000"/>
              <a:gd name="connsiteY60" fmla="*/ 459520 h 4939827"/>
              <a:gd name="connsiteX61" fmla="*/ 10173456 w 12192000"/>
              <a:gd name="connsiteY61" fmla="*/ 457749 h 4939827"/>
              <a:gd name="connsiteX62" fmla="*/ 10218232 w 12192000"/>
              <a:gd name="connsiteY62" fmla="*/ 459820 h 4939827"/>
              <a:gd name="connsiteX63" fmla="*/ 10354176 w 12192000"/>
              <a:gd name="connsiteY63" fmla="*/ 471377 h 4939827"/>
              <a:gd name="connsiteX64" fmla="*/ 10430681 w 12192000"/>
              <a:gd name="connsiteY64" fmla="*/ 481226 h 4939827"/>
              <a:gd name="connsiteX65" fmla="*/ 10478169 w 12192000"/>
              <a:gd name="connsiteY65" fmla="*/ 481774 h 4939827"/>
              <a:gd name="connsiteX66" fmla="*/ 10540907 w 12192000"/>
              <a:gd name="connsiteY66" fmla="*/ 485607 h 4939827"/>
              <a:gd name="connsiteX67" fmla="*/ 10614941 w 12192000"/>
              <a:gd name="connsiteY67" fmla="*/ 487592 h 4939827"/>
              <a:gd name="connsiteX68" fmla="*/ 10674098 w 12192000"/>
              <a:gd name="connsiteY68" fmla="*/ 521656 h 4939827"/>
              <a:gd name="connsiteX69" fmla="*/ 10874834 w 12192000"/>
              <a:gd name="connsiteY69" fmla="*/ 574867 h 4939827"/>
              <a:gd name="connsiteX70" fmla="*/ 10944981 w 12192000"/>
              <a:gd name="connsiteY70" fmla="*/ 615042 h 4939827"/>
              <a:gd name="connsiteX71" fmla="*/ 11006376 w 12192000"/>
              <a:gd name="connsiteY71" fmla="*/ 645957 h 4939827"/>
              <a:gd name="connsiteX72" fmla="*/ 11076308 w 12192000"/>
              <a:gd name="connsiteY72" fmla="*/ 675698 h 4939827"/>
              <a:gd name="connsiteX73" fmla="*/ 11148789 w 12192000"/>
              <a:gd name="connsiteY73" fmla="*/ 685041 h 4939827"/>
              <a:gd name="connsiteX74" fmla="*/ 11249129 w 12192000"/>
              <a:gd name="connsiteY74" fmla="*/ 684218 h 4939827"/>
              <a:gd name="connsiteX75" fmla="*/ 11299915 w 12192000"/>
              <a:gd name="connsiteY75" fmla="*/ 692177 h 4939827"/>
              <a:gd name="connsiteX76" fmla="*/ 11386973 w 12192000"/>
              <a:gd name="connsiteY76" fmla="*/ 708209 h 4939827"/>
              <a:gd name="connsiteX77" fmla="*/ 11500105 w 12192000"/>
              <a:gd name="connsiteY77" fmla="*/ 735014 h 4939827"/>
              <a:gd name="connsiteX78" fmla="*/ 11621735 w 12192000"/>
              <a:gd name="connsiteY78" fmla="*/ 789584 h 4939827"/>
              <a:gd name="connsiteX79" fmla="*/ 11691200 w 12192000"/>
              <a:gd name="connsiteY79" fmla="*/ 867902 h 4939827"/>
              <a:gd name="connsiteX80" fmla="*/ 11819427 w 12192000"/>
              <a:gd name="connsiteY80" fmla="*/ 911634 h 4939827"/>
              <a:gd name="connsiteX81" fmla="*/ 11969720 w 12192000"/>
              <a:gd name="connsiteY81" fmla="*/ 964737 h 4939827"/>
              <a:gd name="connsiteX82" fmla="*/ 12055766 w 12192000"/>
              <a:gd name="connsiteY82" fmla="*/ 991268 h 4939827"/>
              <a:gd name="connsiteX83" fmla="*/ 12171539 w 12192000"/>
              <a:gd name="connsiteY83" fmla="*/ 995427 h 4939827"/>
              <a:gd name="connsiteX84" fmla="*/ 12187831 w 12192000"/>
              <a:gd name="connsiteY84" fmla="*/ 996580 h 4939827"/>
              <a:gd name="connsiteX85" fmla="*/ 12192000 w 12192000"/>
              <a:gd name="connsiteY85" fmla="*/ 996726 h 4939827"/>
              <a:gd name="connsiteX86" fmla="*/ 12192000 w 12192000"/>
              <a:gd name="connsiteY86" fmla="*/ 4939827 h 4939827"/>
              <a:gd name="connsiteX87" fmla="*/ 0 w 12192000"/>
              <a:gd name="connsiteY87" fmla="*/ 4939827 h 4939827"/>
              <a:gd name="connsiteX88" fmla="*/ 0 w 12192000"/>
              <a:gd name="connsiteY88" fmla="*/ 512043 h 4939827"/>
              <a:gd name="connsiteX89" fmla="*/ 7381 w 12192000"/>
              <a:gd name="connsiteY89" fmla="*/ 512580 h 4939827"/>
              <a:gd name="connsiteX90" fmla="*/ 100029 w 12192000"/>
              <a:gd name="connsiteY90" fmla="*/ 504758 h 4939827"/>
              <a:gd name="connsiteX91" fmla="*/ 155244 w 12192000"/>
              <a:gd name="connsiteY91" fmla="*/ 525130 h 4939827"/>
              <a:gd name="connsiteX92" fmla="*/ 254366 w 12192000"/>
              <a:gd name="connsiteY92" fmla="*/ 534449 h 4939827"/>
              <a:gd name="connsiteX93" fmla="*/ 447292 w 12192000"/>
              <a:gd name="connsiteY93" fmla="*/ 542725 h 4939827"/>
              <a:gd name="connsiteX94" fmla="*/ 628105 w 12192000"/>
              <a:gd name="connsiteY94" fmla="*/ 547853 h 4939827"/>
              <a:gd name="connsiteX95" fmla="*/ 783146 w 12192000"/>
              <a:gd name="connsiteY95" fmla="*/ 591799 h 4939827"/>
              <a:gd name="connsiteX96" fmla="*/ 1043676 w 12192000"/>
              <a:gd name="connsiteY96" fmla="*/ 591887 h 4939827"/>
              <a:gd name="connsiteX97" fmla="*/ 1281816 w 12192000"/>
              <a:gd name="connsiteY97" fmla="*/ 520946 h 4939827"/>
              <a:gd name="connsiteX98" fmla="*/ 1486347 w 12192000"/>
              <a:gd name="connsiteY98" fmla="*/ 487310 h 4939827"/>
              <a:gd name="connsiteX99" fmla="*/ 1568079 w 12192000"/>
              <a:gd name="connsiteY99" fmla="*/ 462531 h 4939827"/>
              <a:gd name="connsiteX100" fmla="*/ 1622516 w 12192000"/>
              <a:gd name="connsiteY100" fmla="*/ 466058 h 4939827"/>
              <a:gd name="connsiteX101" fmla="*/ 1655457 w 12192000"/>
              <a:gd name="connsiteY101" fmla="*/ 465359 h 4939827"/>
              <a:gd name="connsiteX102" fmla="*/ 1717454 w 12192000"/>
              <a:gd name="connsiteY102" fmla="*/ 417203 h 4939827"/>
              <a:gd name="connsiteX103" fmla="*/ 1913794 w 12192000"/>
              <a:gd name="connsiteY103" fmla="*/ 365255 h 4939827"/>
              <a:gd name="connsiteX104" fmla="*/ 2129762 w 12192000"/>
              <a:gd name="connsiteY104" fmla="*/ 367832 h 4939827"/>
              <a:gd name="connsiteX105" fmla="*/ 2376970 w 12192000"/>
              <a:gd name="connsiteY105" fmla="*/ 350129 h 4939827"/>
              <a:gd name="connsiteX106" fmla="*/ 2480155 w 12192000"/>
              <a:gd name="connsiteY106" fmla="*/ 359227 h 4939827"/>
              <a:gd name="connsiteX107" fmla="*/ 2586782 w 12192000"/>
              <a:gd name="connsiteY107" fmla="*/ 339352 h 4939827"/>
              <a:gd name="connsiteX108" fmla="*/ 2679617 w 12192000"/>
              <a:gd name="connsiteY108" fmla="*/ 305383 h 4939827"/>
              <a:gd name="connsiteX109" fmla="*/ 2788947 w 12192000"/>
              <a:gd name="connsiteY109" fmla="*/ 250375 h 4939827"/>
              <a:gd name="connsiteX110" fmla="*/ 2965530 w 12192000"/>
              <a:gd name="connsiteY110" fmla="*/ 245958 h 4939827"/>
              <a:gd name="connsiteX111" fmla="*/ 3103677 w 12192000"/>
              <a:gd name="connsiteY111" fmla="*/ 209527 h 4939827"/>
              <a:gd name="connsiteX112" fmla="*/ 3126759 w 12192000"/>
              <a:gd name="connsiteY112" fmla="*/ 211226 h 4939827"/>
              <a:gd name="connsiteX113" fmla="*/ 3164020 w 12192000"/>
              <a:gd name="connsiteY113" fmla="*/ 212779 h 4939827"/>
              <a:gd name="connsiteX114" fmla="*/ 3285019 w 12192000"/>
              <a:gd name="connsiteY114" fmla="*/ 220535 h 4939827"/>
              <a:gd name="connsiteX115" fmla="*/ 3365154 w 12192000"/>
              <a:gd name="connsiteY115" fmla="*/ 226416 h 4939827"/>
              <a:gd name="connsiteX116" fmla="*/ 3367507 w 12192000"/>
              <a:gd name="connsiteY116" fmla="*/ 225416 h 4939827"/>
              <a:gd name="connsiteX117" fmla="*/ 3387567 w 12192000"/>
              <a:gd name="connsiteY117" fmla="*/ 227103 h 4939827"/>
              <a:gd name="connsiteX118" fmla="*/ 3498001 w 12192000"/>
              <a:gd name="connsiteY118" fmla="*/ 231941 h 4939827"/>
              <a:gd name="connsiteX119" fmla="*/ 3561557 w 12192000"/>
              <a:gd name="connsiteY119" fmla="*/ 228095 h 4939827"/>
              <a:gd name="connsiteX120" fmla="*/ 3611920 w 12192000"/>
              <a:gd name="connsiteY120" fmla="*/ 218094 h 4939827"/>
              <a:gd name="connsiteX121" fmla="*/ 3620528 w 12192000"/>
              <a:gd name="connsiteY121" fmla="*/ 218788 h 4939827"/>
              <a:gd name="connsiteX122" fmla="*/ 3620766 w 12192000"/>
              <a:gd name="connsiteY122" fmla="*/ 218511 h 4939827"/>
              <a:gd name="connsiteX123" fmla="*/ 3629977 w 12192000"/>
              <a:gd name="connsiteY123" fmla="*/ 218664 h 4939827"/>
              <a:gd name="connsiteX124" fmla="*/ 3636217 w 12192000"/>
              <a:gd name="connsiteY124" fmla="*/ 220048 h 4939827"/>
              <a:gd name="connsiteX125" fmla="*/ 3709484 w 12192000"/>
              <a:gd name="connsiteY125" fmla="*/ 186927 h 4939827"/>
              <a:gd name="connsiteX126" fmla="*/ 3761342 w 12192000"/>
              <a:gd name="connsiteY126" fmla="*/ 177474 h 4939827"/>
              <a:gd name="connsiteX127" fmla="*/ 3799748 w 12192000"/>
              <a:gd name="connsiteY127" fmla="*/ 167154 h 4939827"/>
              <a:gd name="connsiteX128" fmla="*/ 3922756 w 12192000"/>
              <a:gd name="connsiteY128" fmla="*/ 194044 h 4939827"/>
              <a:gd name="connsiteX129" fmla="*/ 4028476 w 12192000"/>
              <a:gd name="connsiteY129" fmla="*/ 223679 h 4939827"/>
              <a:gd name="connsiteX130" fmla="*/ 4191582 w 12192000"/>
              <a:gd name="connsiteY130" fmla="*/ 238952 h 4939827"/>
              <a:gd name="connsiteX131" fmla="*/ 4251024 w 12192000"/>
              <a:gd name="connsiteY131" fmla="*/ 240874 h 4939827"/>
              <a:gd name="connsiteX132" fmla="*/ 4355275 w 12192000"/>
              <a:gd name="connsiteY132" fmla="*/ 260205 h 4939827"/>
              <a:gd name="connsiteX133" fmla="*/ 4423807 w 12192000"/>
              <a:gd name="connsiteY133" fmla="*/ 270366 h 4939827"/>
              <a:gd name="connsiteX134" fmla="*/ 4558432 w 12192000"/>
              <a:gd name="connsiteY134" fmla="*/ 269194 h 4939827"/>
              <a:gd name="connsiteX135" fmla="*/ 4635061 w 12192000"/>
              <a:gd name="connsiteY135" fmla="*/ 280682 h 4939827"/>
              <a:gd name="connsiteX136" fmla="*/ 4807427 w 12192000"/>
              <a:gd name="connsiteY136" fmla="*/ 276835 h 4939827"/>
              <a:gd name="connsiteX137" fmla="*/ 5028933 w 12192000"/>
              <a:gd name="connsiteY137" fmla="*/ 183887 h 4939827"/>
              <a:gd name="connsiteX138" fmla="*/ 5093642 w 12192000"/>
              <a:gd name="connsiteY138" fmla="*/ 177214 h 4939827"/>
              <a:gd name="connsiteX139" fmla="*/ 5102642 w 12192000"/>
              <a:gd name="connsiteY139" fmla="*/ 186816 h 4939827"/>
              <a:gd name="connsiteX140" fmla="*/ 5193590 w 12192000"/>
              <a:gd name="connsiteY140" fmla="*/ 156458 h 4939827"/>
              <a:gd name="connsiteX141" fmla="*/ 5323922 w 12192000"/>
              <a:gd name="connsiteY141" fmla="*/ 146332 h 4939827"/>
              <a:gd name="connsiteX142" fmla="*/ 5421860 w 12192000"/>
              <a:gd name="connsiteY142" fmla="*/ 167298 h 4939827"/>
              <a:gd name="connsiteX143" fmla="*/ 5476948 w 12192000"/>
              <a:gd name="connsiteY143" fmla="*/ 173249 h 4939827"/>
              <a:gd name="connsiteX144" fmla="*/ 5516842 w 12192000"/>
              <a:gd name="connsiteY144" fmla="*/ 184018 h 4939827"/>
              <a:gd name="connsiteX145" fmla="*/ 5619415 w 12192000"/>
              <a:gd name="connsiteY145" fmla="*/ 176781 h 4939827"/>
              <a:gd name="connsiteX146" fmla="*/ 5789867 w 12192000"/>
              <a:gd name="connsiteY146" fmla="*/ 150304 h 4939827"/>
              <a:gd name="connsiteX147" fmla="*/ 5825953 w 12192000"/>
              <a:gd name="connsiteY147" fmla="*/ 147907 h 4939827"/>
              <a:gd name="connsiteX148" fmla="*/ 5856168 w 12192000"/>
              <a:gd name="connsiteY148" fmla="*/ 158719 h 4939827"/>
              <a:gd name="connsiteX149" fmla="*/ 5862476 w 12192000"/>
              <a:gd name="connsiteY149" fmla="*/ 172447 h 4939827"/>
              <a:gd name="connsiteX150" fmla="*/ 5882195 w 12192000"/>
              <a:gd name="connsiteY150" fmla="*/ 173195 h 4939827"/>
              <a:gd name="connsiteX151" fmla="*/ 5887271 w 12192000"/>
              <a:gd name="connsiteY151" fmla="*/ 176084 h 4939827"/>
              <a:gd name="connsiteX152" fmla="*/ 6001964 w 12192000"/>
              <a:gd name="connsiteY152" fmla="*/ 154786 h 4939827"/>
              <a:gd name="connsiteX153" fmla="*/ 6184207 w 12192000"/>
              <a:gd name="connsiteY153" fmla="*/ 132658 h 4939827"/>
              <a:gd name="connsiteX154" fmla="*/ 6415830 w 12192000"/>
              <a:gd name="connsiteY154" fmla="*/ 136006 h 4939827"/>
              <a:gd name="connsiteX155" fmla="*/ 6756965 w 12192000"/>
              <a:gd name="connsiteY155" fmla="*/ 57636 h 4939827"/>
              <a:gd name="connsiteX156" fmla="*/ 6819400 w 12192000"/>
              <a:gd name="connsiteY156" fmla="*/ 30742 h 4939827"/>
              <a:gd name="connsiteX157" fmla="*/ 6986370 w 12192000"/>
              <a:gd name="connsiteY157" fmla="*/ 12659 h 4939827"/>
              <a:gd name="connsiteX158" fmla="*/ 6989536 w 12192000"/>
              <a:gd name="connsiteY158" fmla="*/ 14528 h 4939827"/>
              <a:gd name="connsiteX159" fmla="*/ 7015933 w 12192000"/>
              <a:gd name="connsiteY159" fmla="*/ 9653 h 4939827"/>
              <a:gd name="connsiteX160" fmla="*/ 7020592 w 12192000"/>
              <a:gd name="connsiteY160" fmla="*/ 1651 h 4939827"/>
              <a:gd name="connsiteX161" fmla="*/ 7025905 w 12192000"/>
              <a:gd name="connsiteY161" fmla="*/ 0 h 4939827"/>
              <a:gd name="connsiteX0" fmla="*/ 7025905 w 12192000"/>
              <a:gd name="connsiteY0" fmla="*/ 0 h 4939827"/>
              <a:gd name="connsiteX1" fmla="*/ 7032579 w 12192000"/>
              <a:gd name="connsiteY1" fmla="*/ 2808 h 4939827"/>
              <a:gd name="connsiteX2" fmla="*/ 7079505 w 12192000"/>
              <a:gd name="connsiteY2" fmla="*/ 12971 h 4939827"/>
              <a:gd name="connsiteX3" fmla="*/ 7158791 w 12192000"/>
              <a:gd name="connsiteY3" fmla="*/ 12462 h 4939827"/>
              <a:gd name="connsiteX4" fmla="*/ 7233338 w 12192000"/>
              <a:gd name="connsiteY4" fmla="*/ 24846 h 4939827"/>
              <a:gd name="connsiteX5" fmla="*/ 7259791 w 12192000"/>
              <a:gd name="connsiteY5" fmla="*/ 29557 h 4939827"/>
              <a:gd name="connsiteX6" fmla="*/ 7263923 w 12192000"/>
              <a:gd name="connsiteY6" fmla="*/ 35029 h 4939827"/>
              <a:gd name="connsiteX7" fmla="*/ 7281549 w 12192000"/>
              <a:gd name="connsiteY7" fmla="*/ 39654 h 4939827"/>
              <a:gd name="connsiteX8" fmla="*/ 7374735 w 12192000"/>
              <a:gd name="connsiteY8" fmla="*/ 65326 h 4939827"/>
              <a:gd name="connsiteX9" fmla="*/ 7376078 w 12192000"/>
              <a:gd name="connsiteY9" fmla="*/ 63849 h 4939827"/>
              <a:gd name="connsiteX10" fmla="*/ 7402026 w 12192000"/>
              <a:gd name="connsiteY10" fmla="*/ 60308 h 4939827"/>
              <a:gd name="connsiteX11" fmla="*/ 7415091 w 12192000"/>
              <a:gd name="connsiteY11" fmla="*/ 77403 h 4939827"/>
              <a:gd name="connsiteX12" fmla="*/ 7488682 w 12192000"/>
              <a:gd name="connsiteY12" fmla="*/ 83440 h 4939827"/>
              <a:gd name="connsiteX13" fmla="*/ 7732750 w 12192000"/>
              <a:gd name="connsiteY13" fmla="*/ 145456 h 4939827"/>
              <a:gd name="connsiteX14" fmla="*/ 7785900 w 12192000"/>
              <a:gd name="connsiteY14" fmla="*/ 154493 h 4939827"/>
              <a:gd name="connsiteX15" fmla="*/ 7952584 w 12192000"/>
              <a:gd name="connsiteY15" fmla="*/ 170181 h 4939827"/>
              <a:gd name="connsiteX16" fmla="*/ 8009534 w 12192000"/>
              <a:gd name="connsiteY16" fmla="*/ 176441 h 4939827"/>
              <a:gd name="connsiteX17" fmla="*/ 8058681 w 12192000"/>
              <a:gd name="connsiteY17" fmla="*/ 219431 h 4939827"/>
              <a:gd name="connsiteX18" fmla="*/ 8126175 w 12192000"/>
              <a:gd name="connsiteY18" fmla="*/ 240005 h 4939827"/>
              <a:gd name="connsiteX19" fmla="*/ 8166439 w 12192000"/>
              <a:gd name="connsiteY19" fmla="*/ 252699 h 4939827"/>
              <a:gd name="connsiteX20" fmla="*/ 8281371 w 12192000"/>
              <a:gd name="connsiteY20" fmla="*/ 256875 h 4939827"/>
              <a:gd name="connsiteX21" fmla="*/ 8381609 w 12192000"/>
              <a:gd name="connsiteY21" fmla="*/ 240618 h 4939827"/>
              <a:gd name="connsiteX22" fmla="*/ 8406759 w 12192000"/>
              <a:gd name="connsiteY22" fmla="*/ 232517 h 4939827"/>
              <a:gd name="connsiteX23" fmla="*/ 8426506 w 12192000"/>
              <a:gd name="connsiteY23" fmla="*/ 241842 h 4939827"/>
              <a:gd name="connsiteX24" fmla="*/ 8427949 w 12192000"/>
              <a:gd name="connsiteY24" fmla="*/ 240981 h 4939827"/>
              <a:gd name="connsiteX25" fmla="*/ 8441468 w 12192000"/>
              <a:gd name="connsiteY25" fmla="*/ 241157 h 4939827"/>
              <a:gd name="connsiteX26" fmla="*/ 8565757 w 12192000"/>
              <a:gd name="connsiteY26" fmla="*/ 255317 h 4939827"/>
              <a:gd name="connsiteX27" fmla="*/ 8573171 w 12192000"/>
              <a:gd name="connsiteY27" fmla="*/ 258426 h 4939827"/>
              <a:gd name="connsiteX28" fmla="*/ 8573548 w 12192000"/>
              <a:gd name="connsiteY28" fmla="*/ 258241 h 4939827"/>
              <a:gd name="connsiteX29" fmla="*/ 8581827 w 12192000"/>
              <a:gd name="connsiteY29" fmla="*/ 261028 h 4939827"/>
              <a:gd name="connsiteX30" fmla="*/ 8586687 w 12192000"/>
              <a:gd name="connsiteY30" fmla="*/ 264089 h 4939827"/>
              <a:gd name="connsiteX31" fmla="*/ 8601067 w 12192000"/>
              <a:gd name="connsiteY31" fmla="*/ 270114 h 4939827"/>
              <a:gd name="connsiteX32" fmla="*/ 8672650 w 12192000"/>
              <a:gd name="connsiteY32" fmla="*/ 254821 h 4939827"/>
              <a:gd name="connsiteX33" fmla="*/ 8785543 w 12192000"/>
              <a:gd name="connsiteY33" fmla="*/ 263406 h 4939827"/>
              <a:gd name="connsiteX34" fmla="*/ 8830588 w 12192000"/>
              <a:gd name="connsiteY34" fmla="*/ 265483 h 4939827"/>
              <a:gd name="connsiteX35" fmla="*/ 8905142 w 12192000"/>
              <a:gd name="connsiteY35" fmla="*/ 264958 h 4939827"/>
              <a:gd name="connsiteX36" fmla="*/ 8968582 w 12192000"/>
              <a:gd name="connsiteY36" fmla="*/ 262728 h 4939827"/>
              <a:gd name="connsiteX37" fmla="*/ 8972994 w 12192000"/>
              <a:gd name="connsiteY37" fmla="*/ 263284 h 4939827"/>
              <a:gd name="connsiteX38" fmla="*/ 9004605 w 12192000"/>
              <a:gd name="connsiteY38" fmla="*/ 258041 h 4939827"/>
              <a:gd name="connsiteX39" fmla="*/ 9016165 w 12192000"/>
              <a:gd name="connsiteY39" fmla="*/ 261258 h 4939827"/>
              <a:gd name="connsiteX40" fmla="*/ 9043297 w 12192000"/>
              <a:gd name="connsiteY40" fmla="*/ 281547 h 4939827"/>
              <a:gd name="connsiteX41" fmla="*/ 9048315 w 12192000"/>
              <a:gd name="connsiteY41" fmla="*/ 279264 h 4939827"/>
              <a:gd name="connsiteX42" fmla="*/ 9054706 w 12192000"/>
              <a:gd name="connsiteY42" fmla="*/ 278538 h 4939827"/>
              <a:gd name="connsiteX43" fmla="*/ 9070919 w 12192000"/>
              <a:gd name="connsiteY43" fmla="*/ 281810 h 4939827"/>
              <a:gd name="connsiteX44" fmla="*/ 9076813 w 12192000"/>
              <a:gd name="connsiteY44" fmla="*/ 283909 h 4939827"/>
              <a:gd name="connsiteX45" fmla="*/ 9085871 w 12192000"/>
              <a:gd name="connsiteY45" fmla="*/ 285133 h 4939827"/>
              <a:gd name="connsiteX46" fmla="*/ 9086159 w 12192000"/>
              <a:gd name="connsiteY46" fmla="*/ 284887 h 4939827"/>
              <a:gd name="connsiteX47" fmla="*/ 9134606 w 12192000"/>
              <a:gd name="connsiteY47" fmla="*/ 288168 h 4939827"/>
              <a:gd name="connsiteX48" fmla="*/ 9195590 w 12192000"/>
              <a:gd name="connsiteY48" fmla="*/ 279568 h 4939827"/>
              <a:gd name="connsiteX49" fmla="*/ 9219336 w 12192000"/>
              <a:gd name="connsiteY49" fmla="*/ 278133 h 4939827"/>
              <a:gd name="connsiteX50" fmla="*/ 9232362 w 12192000"/>
              <a:gd name="connsiteY50" fmla="*/ 275894 h 4939827"/>
              <a:gd name="connsiteX51" fmla="*/ 9233396 w 12192000"/>
              <a:gd name="connsiteY51" fmla="*/ 274803 h 4939827"/>
              <a:gd name="connsiteX52" fmla="*/ 9256213 w 12192000"/>
              <a:gd name="connsiteY52" fmla="*/ 281576 h 4939827"/>
              <a:gd name="connsiteX53" fmla="*/ 9371484 w 12192000"/>
              <a:gd name="connsiteY53" fmla="*/ 329634 h 4939827"/>
              <a:gd name="connsiteX54" fmla="*/ 9404829 w 12192000"/>
              <a:gd name="connsiteY54" fmla="*/ 339038 h 4939827"/>
              <a:gd name="connsiteX55" fmla="*/ 9427021 w 12192000"/>
              <a:gd name="connsiteY55" fmla="*/ 358784 h 4939827"/>
              <a:gd name="connsiteX56" fmla="*/ 9670844 w 12192000"/>
              <a:gd name="connsiteY56" fmla="*/ 405128 h 4939827"/>
              <a:gd name="connsiteX57" fmla="*/ 9816083 w 12192000"/>
              <a:gd name="connsiteY57" fmla="*/ 416573 h 4939827"/>
              <a:gd name="connsiteX58" fmla="*/ 9936741 w 12192000"/>
              <a:gd name="connsiteY58" fmla="*/ 437044 h 4939827"/>
              <a:gd name="connsiteX59" fmla="*/ 10050093 w 12192000"/>
              <a:gd name="connsiteY59" fmla="*/ 443783 h 4939827"/>
              <a:gd name="connsiteX60" fmla="*/ 10130090 w 12192000"/>
              <a:gd name="connsiteY60" fmla="*/ 459520 h 4939827"/>
              <a:gd name="connsiteX61" fmla="*/ 10173456 w 12192000"/>
              <a:gd name="connsiteY61" fmla="*/ 457749 h 4939827"/>
              <a:gd name="connsiteX62" fmla="*/ 10218232 w 12192000"/>
              <a:gd name="connsiteY62" fmla="*/ 459820 h 4939827"/>
              <a:gd name="connsiteX63" fmla="*/ 10354176 w 12192000"/>
              <a:gd name="connsiteY63" fmla="*/ 471377 h 4939827"/>
              <a:gd name="connsiteX64" fmla="*/ 10430681 w 12192000"/>
              <a:gd name="connsiteY64" fmla="*/ 481226 h 4939827"/>
              <a:gd name="connsiteX65" fmla="*/ 10478169 w 12192000"/>
              <a:gd name="connsiteY65" fmla="*/ 481774 h 4939827"/>
              <a:gd name="connsiteX66" fmla="*/ 10540907 w 12192000"/>
              <a:gd name="connsiteY66" fmla="*/ 485607 h 4939827"/>
              <a:gd name="connsiteX67" fmla="*/ 10614941 w 12192000"/>
              <a:gd name="connsiteY67" fmla="*/ 487592 h 4939827"/>
              <a:gd name="connsiteX68" fmla="*/ 10674098 w 12192000"/>
              <a:gd name="connsiteY68" fmla="*/ 521656 h 4939827"/>
              <a:gd name="connsiteX69" fmla="*/ 10874834 w 12192000"/>
              <a:gd name="connsiteY69" fmla="*/ 574867 h 4939827"/>
              <a:gd name="connsiteX70" fmla="*/ 10944981 w 12192000"/>
              <a:gd name="connsiteY70" fmla="*/ 615042 h 4939827"/>
              <a:gd name="connsiteX71" fmla="*/ 11006376 w 12192000"/>
              <a:gd name="connsiteY71" fmla="*/ 645957 h 4939827"/>
              <a:gd name="connsiteX72" fmla="*/ 11076308 w 12192000"/>
              <a:gd name="connsiteY72" fmla="*/ 675698 h 4939827"/>
              <a:gd name="connsiteX73" fmla="*/ 11148789 w 12192000"/>
              <a:gd name="connsiteY73" fmla="*/ 685041 h 4939827"/>
              <a:gd name="connsiteX74" fmla="*/ 11249129 w 12192000"/>
              <a:gd name="connsiteY74" fmla="*/ 684218 h 4939827"/>
              <a:gd name="connsiteX75" fmla="*/ 11299915 w 12192000"/>
              <a:gd name="connsiteY75" fmla="*/ 692177 h 4939827"/>
              <a:gd name="connsiteX76" fmla="*/ 11386973 w 12192000"/>
              <a:gd name="connsiteY76" fmla="*/ 708209 h 4939827"/>
              <a:gd name="connsiteX77" fmla="*/ 11500105 w 12192000"/>
              <a:gd name="connsiteY77" fmla="*/ 735014 h 4939827"/>
              <a:gd name="connsiteX78" fmla="*/ 11621735 w 12192000"/>
              <a:gd name="connsiteY78" fmla="*/ 789584 h 4939827"/>
              <a:gd name="connsiteX79" fmla="*/ 11691200 w 12192000"/>
              <a:gd name="connsiteY79" fmla="*/ 867902 h 4939827"/>
              <a:gd name="connsiteX80" fmla="*/ 11819427 w 12192000"/>
              <a:gd name="connsiteY80" fmla="*/ 911634 h 4939827"/>
              <a:gd name="connsiteX81" fmla="*/ 11969720 w 12192000"/>
              <a:gd name="connsiteY81" fmla="*/ 964737 h 4939827"/>
              <a:gd name="connsiteX82" fmla="*/ 12055766 w 12192000"/>
              <a:gd name="connsiteY82" fmla="*/ 991268 h 4939827"/>
              <a:gd name="connsiteX83" fmla="*/ 12171539 w 12192000"/>
              <a:gd name="connsiteY83" fmla="*/ 995427 h 4939827"/>
              <a:gd name="connsiteX84" fmla="*/ 12187831 w 12192000"/>
              <a:gd name="connsiteY84" fmla="*/ 996580 h 4939827"/>
              <a:gd name="connsiteX85" fmla="*/ 12192000 w 12192000"/>
              <a:gd name="connsiteY85" fmla="*/ 996726 h 4939827"/>
              <a:gd name="connsiteX86" fmla="*/ 12192000 w 12192000"/>
              <a:gd name="connsiteY86" fmla="*/ 4939827 h 4939827"/>
              <a:gd name="connsiteX87" fmla="*/ 0 w 12192000"/>
              <a:gd name="connsiteY87" fmla="*/ 4939827 h 4939827"/>
              <a:gd name="connsiteX88" fmla="*/ 0 w 12192000"/>
              <a:gd name="connsiteY88" fmla="*/ 512043 h 4939827"/>
              <a:gd name="connsiteX89" fmla="*/ 7381 w 12192000"/>
              <a:gd name="connsiteY89" fmla="*/ 512580 h 4939827"/>
              <a:gd name="connsiteX90" fmla="*/ 100029 w 12192000"/>
              <a:gd name="connsiteY90" fmla="*/ 504758 h 4939827"/>
              <a:gd name="connsiteX91" fmla="*/ 155244 w 12192000"/>
              <a:gd name="connsiteY91" fmla="*/ 525130 h 4939827"/>
              <a:gd name="connsiteX92" fmla="*/ 254366 w 12192000"/>
              <a:gd name="connsiteY92" fmla="*/ 534449 h 4939827"/>
              <a:gd name="connsiteX93" fmla="*/ 447292 w 12192000"/>
              <a:gd name="connsiteY93" fmla="*/ 542725 h 4939827"/>
              <a:gd name="connsiteX94" fmla="*/ 628105 w 12192000"/>
              <a:gd name="connsiteY94" fmla="*/ 547853 h 4939827"/>
              <a:gd name="connsiteX95" fmla="*/ 783146 w 12192000"/>
              <a:gd name="connsiteY95" fmla="*/ 591799 h 4939827"/>
              <a:gd name="connsiteX96" fmla="*/ 1043676 w 12192000"/>
              <a:gd name="connsiteY96" fmla="*/ 591887 h 4939827"/>
              <a:gd name="connsiteX97" fmla="*/ 1281816 w 12192000"/>
              <a:gd name="connsiteY97" fmla="*/ 520946 h 4939827"/>
              <a:gd name="connsiteX98" fmla="*/ 1486347 w 12192000"/>
              <a:gd name="connsiteY98" fmla="*/ 487310 h 4939827"/>
              <a:gd name="connsiteX99" fmla="*/ 1568079 w 12192000"/>
              <a:gd name="connsiteY99" fmla="*/ 462531 h 4939827"/>
              <a:gd name="connsiteX100" fmla="*/ 1622516 w 12192000"/>
              <a:gd name="connsiteY100" fmla="*/ 466058 h 4939827"/>
              <a:gd name="connsiteX101" fmla="*/ 1655457 w 12192000"/>
              <a:gd name="connsiteY101" fmla="*/ 465359 h 4939827"/>
              <a:gd name="connsiteX102" fmla="*/ 1717454 w 12192000"/>
              <a:gd name="connsiteY102" fmla="*/ 417203 h 4939827"/>
              <a:gd name="connsiteX103" fmla="*/ 1913794 w 12192000"/>
              <a:gd name="connsiteY103" fmla="*/ 365255 h 4939827"/>
              <a:gd name="connsiteX104" fmla="*/ 2129762 w 12192000"/>
              <a:gd name="connsiteY104" fmla="*/ 367832 h 4939827"/>
              <a:gd name="connsiteX105" fmla="*/ 2376970 w 12192000"/>
              <a:gd name="connsiteY105" fmla="*/ 350129 h 4939827"/>
              <a:gd name="connsiteX106" fmla="*/ 2480155 w 12192000"/>
              <a:gd name="connsiteY106" fmla="*/ 359227 h 4939827"/>
              <a:gd name="connsiteX107" fmla="*/ 2586782 w 12192000"/>
              <a:gd name="connsiteY107" fmla="*/ 339352 h 4939827"/>
              <a:gd name="connsiteX108" fmla="*/ 2679617 w 12192000"/>
              <a:gd name="connsiteY108" fmla="*/ 305383 h 4939827"/>
              <a:gd name="connsiteX109" fmla="*/ 2788947 w 12192000"/>
              <a:gd name="connsiteY109" fmla="*/ 250375 h 4939827"/>
              <a:gd name="connsiteX110" fmla="*/ 2965530 w 12192000"/>
              <a:gd name="connsiteY110" fmla="*/ 245958 h 4939827"/>
              <a:gd name="connsiteX111" fmla="*/ 3103677 w 12192000"/>
              <a:gd name="connsiteY111" fmla="*/ 209527 h 4939827"/>
              <a:gd name="connsiteX112" fmla="*/ 3126759 w 12192000"/>
              <a:gd name="connsiteY112" fmla="*/ 211226 h 4939827"/>
              <a:gd name="connsiteX113" fmla="*/ 3164020 w 12192000"/>
              <a:gd name="connsiteY113" fmla="*/ 212779 h 4939827"/>
              <a:gd name="connsiteX114" fmla="*/ 3285019 w 12192000"/>
              <a:gd name="connsiteY114" fmla="*/ 220535 h 4939827"/>
              <a:gd name="connsiteX115" fmla="*/ 3365154 w 12192000"/>
              <a:gd name="connsiteY115" fmla="*/ 226416 h 4939827"/>
              <a:gd name="connsiteX116" fmla="*/ 3367507 w 12192000"/>
              <a:gd name="connsiteY116" fmla="*/ 225416 h 4939827"/>
              <a:gd name="connsiteX117" fmla="*/ 3387567 w 12192000"/>
              <a:gd name="connsiteY117" fmla="*/ 227103 h 4939827"/>
              <a:gd name="connsiteX118" fmla="*/ 3498001 w 12192000"/>
              <a:gd name="connsiteY118" fmla="*/ 231941 h 4939827"/>
              <a:gd name="connsiteX119" fmla="*/ 3561557 w 12192000"/>
              <a:gd name="connsiteY119" fmla="*/ 228095 h 4939827"/>
              <a:gd name="connsiteX120" fmla="*/ 3611920 w 12192000"/>
              <a:gd name="connsiteY120" fmla="*/ 218094 h 4939827"/>
              <a:gd name="connsiteX121" fmla="*/ 3620528 w 12192000"/>
              <a:gd name="connsiteY121" fmla="*/ 218788 h 4939827"/>
              <a:gd name="connsiteX122" fmla="*/ 3620766 w 12192000"/>
              <a:gd name="connsiteY122" fmla="*/ 218511 h 4939827"/>
              <a:gd name="connsiteX123" fmla="*/ 3629977 w 12192000"/>
              <a:gd name="connsiteY123" fmla="*/ 218664 h 4939827"/>
              <a:gd name="connsiteX124" fmla="*/ 3636217 w 12192000"/>
              <a:gd name="connsiteY124" fmla="*/ 220048 h 4939827"/>
              <a:gd name="connsiteX125" fmla="*/ 3709484 w 12192000"/>
              <a:gd name="connsiteY125" fmla="*/ 186927 h 4939827"/>
              <a:gd name="connsiteX126" fmla="*/ 3761342 w 12192000"/>
              <a:gd name="connsiteY126" fmla="*/ 177474 h 4939827"/>
              <a:gd name="connsiteX127" fmla="*/ 3799748 w 12192000"/>
              <a:gd name="connsiteY127" fmla="*/ 167154 h 4939827"/>
              <a:gd name="connsiteX128" fmla="*/ 3922756 w 12192000"/>
              <a:gd name="connsiteY128" fmla="*/ 194044 h 4939827"/>
              <a:gd name="connsiteX129" fmla="*/ 4028476 w 12192000"/>
              <a:gd name="connsiteY129" fmla="*/ 223679 h 4939827"/>
              <a:gd name="connsiteX130" fmla="*/ 4191582 w 12192000"/>
              <a:gd name="connsiteY130" fmla="*/ 238952 h 4939827"/>
              <a:gd name="connsiteX131" fmla="*/ 4251024 w 12192000"/>
              <a:gd name="connsiteY131" fmla="*/ 240874 h 4939827"/>
              <a:gd name="connsiteX132" fmla="*/ 4355275 w 12192000"/>
              <a:gd name="connsiteY132" fmla="*/ 260205 h 4939827"/>
              <a:gd name="connsiteX133" fmla="*/ 4423807 w 12192000"/>
              <a:gd name="connsiteY133" fmla="*/ 270366 h 4939827"/>
              <a:gd name="connsiteX134" fmla="*/ 4558432 w 12192000"/>
              <a:gd name="connsiteY134" fmla="*/ 269194 h 4939827"/>
              <a:gd name="connsiteX135" fmla="*/ 4635061 w 12192000"/>
              <a:gd name="connsiteY135" fmla="*/ 280682 h 4939827"/>
              <a:gd name="connsiteX136" fmla="*/ 4807427 w 12192000"/>
              <a:gd name="connsiteY136" fmla="*/ 276835 h 4939827"/>
              <a:gd name="connsiteX137" fmla="*/ 5028933 w 12192000"/>
              <a:gd name="connsiteY137" fmla="*/ 183887 h 4939827"/>
              <a:gd name="connsiteX138" fmla="*/ 5093642 w 12192000"/>
              <a:gd name="connsiteY138" fmla="*/ 177214 h 4939827"/>
              <a:gd name="connsiteX139" fmla="*/ 5102642 w 12192000"/>
              <a:gd name="connsiteY139" fmla="*/ 186816 h 4939827"/>
              <a:gd name="connsiteX140" fmla="*/ 5193590 w 12192000"/>
              <a:gd name="connsiteY140" fmla="*/ 156458 h 4939827"/>
              <a:gd name="connsiteX141" fmla="*/ 5323922 w 12192000"/>
              <a:gd name="connsiteY141" fmla="*/ 146332 h 4939827"/>
              <a:gd name="connsiteX142" fmla="*/ 5421860 w 12192000"/>
              <a:gd name="connsiteY142" fmla="*/ 167298 h 4939827"/>
              <a:gd name="connsiteX143" fmla="*/ 5476948 w 12192000"/>
              <a:gd name="connsiteY143" fmla="*/ 173249 h 4939827"/>
              <a:gd name="connsiteX144" fmla="*/ 5516842 w 12192000"/>
              <a:gd name="connsiteY144" fmla="*/ 184018 h 4939827"/>
              <a:gd name="connsiteX145" fmla="*/ 5619415 w 12192000"/>
              <a:gd name="connsiteY145" fmla="*/ 176781 h 4939827"/>
              <a:gd name="connsiteX146" fmla="*/ 5789867 w 12192000"/>
              <a:gd name="connsiteY146" fmla="*/ 150304 h 4939827"/>
              <a:gd name="connsiteX147" fmla="*/ 5825953 w 12192000"/>
              <a:gd name="connsiteY147" fmla="*/ 147907 h 4939827"/>
              <a:gd name="connsiteX148" fmla="*/ 5856168 w 12192000"/>
              <a:gd name="connsiteY148" fmla="*/ 158719 h 4939827"/>
              <a:gd name="connsiteX149" fmla="*/ 5862476 w 12192000"/>
              <a:gd name="connsiteY149" fmla="*/ 172447 h 4939827"/>
              <a:gd name="connsiteX150" fmla="*/ 5882195 w 12192000"/>
              <a:gd name="connsiteY150" fmla="*/ 173195 h 4939827"/>
              <a:gd name="connsiteX151" fmla="*/ 5952585 w 12192000"/>
              <a:gd name="connsiteY151" fmla="*/ 161012 h 4939827"/>
              <a:gd name="connsiteX152" fmla="*/ 6001964 w 12192000"/>
              <a:gd name="connsiteY152" fmla="*/ 154786 h 4939827"/>
              <a:gd name="connsiteX153" fmla="*/ 6184207 w 12192000"/>
              <a:gd name="connsiteY153" fmla="*/ 132658 h 4939827"/>
              <a:gd name="connsiteX154" fmla="*/ 6415830 w 12192000"/>
              <a:gd name="connsiteY154" fmla="*/ 136006 h 4939827"/>
              <a:gd name="connsiteX155" fmla="*/ 6756965 w 12192000"/>
              <a:gd name="connsiteY155" fmla="*/ 57636 h 4939827"/>
              <a:gd name="connsiteX156" fmla="*/ 6819400 w 12192000"/>
              <a:gd name="connsiteY156" fmla="*/ 30742 h 4939827"/>
              <a:gd name="connsiteX157" fmla="*/ 6986370 w 12192000"/>
              <a:gd name="connsiteY157" fmla="*/ 12659 h 4939827"/>
              <a:gd name="connsiteX158" fmla="*/ 6989536 w 12192000"/>
              <a:gd name="connsiteY158" fmla="*/ 14528 h 4939827"/>
              <a:gd name="connsiteX159" fmla="*/ 7015933 w 12192000"/>
              <a:gd name="connsiteY159" fmla="*/ 9653 h 4939827"/>
              <a:gd name="connsiteX160" fmla="*/ 7020592 w 12192000"/>
              <a:gd name="connsiteY160" fmla="*/ 1651 h 4939827"/>
              <a:gd name="connsiteX161" fmla="*/ 7025905 w 12192000"/>
              <a:gd name="connsiteY161" fmla="*/ 0 h 4939827"/>
              <a:gd name="connsiteX0" fmla="*/ 7025905 w 12192000"/>
              <a:gd name="connsiteY0" fmla="*/ 0 h 4939827"/>
              <a:gd name="connsiteX1" fmla="*/ 7032579 w 12192000"/>
              <a:gd name="connsiteY1" fmla="*/ 2808 h 4939827"/>
              <a:gd name="connsiteX2" fmla="*/ 7079505 w 12192000"/>
              <a:gd name="connsiteY2" fmla="*/ 12971 h 4939827"/>
              <a:gd name="connsiteX3" fmla="*/ 7158791 w 12192000"/>
              <a:gd name="connsiteY3" fmla="*/ 12462 h 4939827"/>
              <a:gd name="connsiteX4" fmla="*/ 7233338 w 12192000"/>
              <a:gd name="connsiteY4" fmla="*/ 24846 h 4939827"/>
              <a:gd name="connsiteX5" fmla="*/ 7259791 w 12192000"/>
              <a:gd name="connsiteY5" fmla="*/ 29557 h 4939827"/>
              <a:gd name="connsiteX6" fmla="*/ 7263923 w 12192000"/>
              <a:gd name="connsiteY6" fmla="*/ 35029 h 4939827"/>
              <a:gd name="connsiteX7" fmla="*/ 7281549 w 12192000"/>
              <a:gd name="connsiteY7" fmla="*/ 39654 h 4939827"/>
              <a:gd name="connsiteX8" fmla="*/ 7374735 w 12192000"/>
              <a:gd name="connsiteY8" fmla="*/ 65326 h 4939827"/>
              <a:gd name="connsiteX9" fmla="*/ 7376078 w 12192000"/>
              <a:gd name="connsiteY9" fmla="*/ 63849 h 4939827"/>
              <a:gd name="connsiteX10" fmla="*/ 7402026 w 12192000"/>
              <a:gd name="connsiteY10" fmla="*/ 60308 h 4939827"/>
              <a:gd name="connsiteX11" fmla="*/ 7415091 w 12192000"/>
              <a:gd name="connsiteY11" fmla="*/ 77403 h 4939827"/>
              <a:gd name="connsiteX12" fmla="*/ 7488682 w 12192000"/>
              <a:gd name="connsiteY12" fmla="*/ 83440 h 4939827"/>
              <a:gd name="connsiteX13" fmla="*/ 7732750 w 12192000"/>
              <a:gd name="connsiteY13" fmla="*/ 145456 h 4939827"/>
              <a:gd name="connsiteX14" fmla="*/ 7785900 w 12192000"/>
              <a:gd name="connsiteY14" fmla="*/ 154493 h 4939827"/>
              <a:gd name="connsiteX15" fmla="*/ 7952584 w 12192000"/>
              <a:gd name="connsiteY15" fmla="*/ 170181 h 4939827"/>
              <a:gd name="connsiteX16" fmla="*/ 8009534 w 12192000"/>
              <a:gd name="connsiteY16" fmla="*/ 176441 h 4939827"/>
              <a:gd name="connsiteX17" fmla="*/ 8058681 w 12192000"/>
              <a:gd name="connsiteY17" fmla="*/ 219431 h 4939827"/>
              <a:gd name="connsiteX18" fmla="*/ 8126175 w 12192000"/>
              <a:gd name="connsiteY18" fmla="*/ 240005 h 4939827"/>
              <a:gd name="connsiteX19" fmla="*/ 8166439 w 12192000"/>
              <a:gd name="connsiteY19" fmla="*/ 252699 h 4939827"/>
              <a:gd name="connsiteX20" fmla="*/ 8281371 w 12192000"/>
              <a:gd name="connsiteY20" fmla="*/ 256875 h 4939827"/>
              <a:gd name="connsiteX21" fmla="*/ 8381609 w 12192000"/>
              <a:gd name="connsiteY21" fmla="*/ 240618 h 4939827"/>
              <a:gd name="connsiteX22" fmla="*/ 8406759 w 12192000"/>
              <a:gd name="connsiteY22" fmla="*/ 232517 h 4939827"/>
              <a:gd name="connsiteX23" fmla="*/ 8426506 w 12192000"/>
              <a:gd name="connsiteY23" fmla="*/ 241842 h 4939827"/>
              <a:gd name="connsiteX24" fmla="*/ 8427949 w 12192000"/>
              <a:gd name="connsiteY24" fmla="*/ 240981 h 4939827"/>
              <a:gd name="connsiteX25" fmla="*/ 8441468 w 12192000"/>
              <a:gd name="connsiteY25" fmla="*/ 241157 h 4939827"/>
              <a:gd name="connsiteX26" fmla="*/ 8565757 w 12192000"/>
              <a:gd name="connsiteY26" fmla="*/ 255317 h 4939827"/>
              <a:gd name="connsiteX27" fmla="*/ 8573171 w 12192000"/>
              <a:gd name="connsiteY27" fmla="*/ 258426 h 4939827"/>
              <a:gd name="connsiteX28" fmla="*/ 8573548 w 12192000"/>
              <a:gd name="connsiteY28" fmla="*/ 258241 h 4939827"/>
              <a:gd name="connsiteX29" fmla="*/ 8581827 w 12192000"/>
              <a:gd name="connsiteY29" fmla="*/ 261028 h 4939827"/>
              <a:gd name="connsiteX30" fmla="*/ 8586687 w 12192000"/>
              <a:gd name="connsiteY30" fmla="*/ 264089 h 4939827"/>
              <a:gd name="connsiteX31" fmla="*/ 8601067 w 12192000"/>
              <a:gd name="connsiteY31" fmla="*/ 270114 h 4939827"/>
              <a:gd name="connsiteX32" fmla="*/ 8672650 w 12192000"/>
              <a:gd name="connsiteY32" fmla="*/ 254821 h 4939827"/>
              <a:gd name="connsiteX33" fmla="*/ 8785543 w 12192000"/>
              <a:gd name="connsiteY33" fmla="*/ 263406 h 4939827"/>
              <a:gd name="connsiteX34" fmla="*/ 8830588 w 12192000"/>
              <a:gd name="connsiteY34" fmla="*/ 265483 h 4939827"/>
              <a:gd name="connsiteX35" fmla="*/ 8905142 w 12192000"/>
              <a:gd name="connsiteY35" fmla="*/ 264958 h 4939827"/>
              <a:gd name="connsiteX36" fmla="*/ 8968582 w 12192000"/>
              <a:gd name="connsiteY36" fmla="*/ 262728 h 4939827"/>
              <a:gd name="connsiteX37" fmla="*/ 8972994 w 12192000"/>
              <a:gd name="connsiteY37" fmla="*/ 263284 h 4939827"/>
              <a:gd name="connsiteX38" fmla="*/ 9004605 w 12192000"/>
              <a:gd name="connsiteY38" fmla="*/ 258041 h 4939827"/>
              <a:gd name="connsiteX39" fmla="*/ 9016165 w 12192000"/>
              <a:gd name="connsiteY39" fmla="*/ 261258 h 4939827"/>
              <a:gd name="connsiteX40" fmla="*/ 9043297 w 12192000"/>
              <a:gd name="connsiteY40" fmla="*/ 281547 h 4939827"/>
              <a:gd name="connsiteX41" fmla="*/ 9048315 w 12192000"/>
              <a:gd name="connsiteY41" fmla="*/ 279264 h 4939827"/>
              <a:gd name="connsiteX42" fmla="*/ 9054706 w 12192000"/>
              <a:gd name="connsiteY42" fmla="*/ 278538 h 4939827"/>
              <a:gd name="connsiteX43" fmla="*/ 9070919 w 12192000"/>
              <a:gd name="connsiteY43" fmla="*/ 281810 h 4939827"/>
              <a:gd name="connsiteX44" fmla="*/ 9076813 w 12192000"/>
              <a:gd name="connsiteY44" fmla="*/ 283909 h 4939827"/>
              <a:gd name="connsiteX45" fmla="*/ 9085871 w 12192000"/>
              <a:gd name="connsiteY45" fmla="*/ 285133 h 4939827"/>
              <a:gd name="connsiteX46" fmla="*/ 9086159 w 12192000"/>
              <a:gd name="connsiteY46" fmla="*/ 284887 h 4939827"/>
              <a:gd name="connsiteX47" fmla="*/ 9134606 w 12192000"/>
              <a:gd name="connsiteY47" fmla="*/ 288168 h 4939827"/>
              <a:gd name="connsiteX48" fmla="*/ 9195590 w 12192000"/>
              <a:gd name="connsiteY48" fmla="*/ 279568 h 4939827"/>
              <a:gd name="connsiteX49" fmla="*/ 9219336 w 12192000"/>
              <a:gd name="connsiteY49" fmla="*/ 278133 h 4939827"/>
              <a:gd name="connsiteX50" fmla="*/ 9232362 w 12192000"/>
              <a:gd name="connsiteY50" fmla="*/ 275894 h 4939827"/>
              <a:gd name="connsiteX51" fmla="*/ 9233396 w 12192000"/>
              <a:gd name="connsiteY51" fmla="*/ 274803 h 4939827"/>
              <a:gd name="connsiteX52" fmla="*/ 9256213 w 12192000"/>
              <a:gd name="connsiteY52" fmla="*/ 281576 h 4939827"/>
              <a:gd name="connsiteX53" fmla="*/ 9371484 w 12192000"/>
              <a:gd name="connsiteY53" fmla="*/ 329634 h 4939827"/>
              <a:gd name="connsiteX54" fmla="*/ 9404829 w 12192000"/>
              <a:gd name="connsiteY54" fmla="*/ 339038 h 4939827"/>
              <a:gd name="connsiteX55" fmla="*/ 9427021 w 12192000"/>
              <a:gd name="connsiteY55" fmla="*/ 358784 h 4939827"/>
              <a:gd name="connsiteX56" fmla="*/ 9670844 w 12192000"/>
              <a:gd name="connsiteY56" fmla="*/ 405128 h 4939827"/>
              <a:gd name="connsiteX57" fmla="*/ 9816083 w 12192000"/>
              <a:gd name="connsiteY57" fmla="*/ 416573 h 4939827"/>
              <a:gd name="connsiteX58" fmla="*/ 9936741 w 12192000"/>
              <a:gd name="connsiteY58" fmla="*/ 437044 h 4939827"/>
              <a:gd name="connsiteX59" fmla="*/ 10050093 w 12192000"/>
              <a:gd name="connsiteY59" fmla="*/ 443783 h 4939827"/>
              <a:gd name="connsiteX60" fmla="*/ 10130090 w 12192000"/>
              <a:gd name="connsiteY60" fmla="*/ 459520 h 4939827"/>
              <a:gd name="connsiteX61" fmla="*/ 10173456 w 12192000"/>
              <a:gd name="connsiteY61" fmla="*/ 457749 h 4939827"/>
              <a:gd name="connsiteX62" fmla="*/ 10218232 w 12192000"/>
              <a:gd name="connsiteY62" fmla="*/ 459820 h 4939827"/>
              <a:gd name="connsiteX63" fmla="*/ 10354176 w 12192000"/>
              <a:gd name="connsiteY63" fmla="*/ 471377 h 4939827"/>
              <a:gd name="connsiteX64" fmla="*/ 10430681 w 12192000"/>
              <a:gd name="connsiteY64" fmla="*/ 481226 h 4939827"/>
              <a:gd name="connsiteX65" fmla="*/ 10478169 w 12192000"/>
              <a:gd name="connsiteY65" fmla="*/ 481774 h 4939827"/>
              <a:gd name="connsiteX66" fmla="*/ 10540907 w 12192000"/>
              <a:gd name="connsiteY66" fmla="*/ 485607 h 4939827"/>
              <a:gd name="connsiteX67" fmla="*/ 10614941 w 12192000"/>
              <a:gd name="connsiteY67" fmla="*/ 487592 h 4939827"/>
              <a:gd name="connsiteX68" fmla="*/ 10674098 w 12192000"/>
              <a:gd name="connsiteY68" fmla="*/ 521656 h 4939827"/>
              <a:gd name="connsiteX69" fmla="*/ 10874834 w 12192000"/>
              <a:gd name="connsiteY69" fmla="*/ 574867 h 4939827"/>
              <a:gd name="connsiteX70" fmla="*/ 10944981 w 12192000"/>
              <a:gd name="connsiteY70" fmla="*/ 615042 h 4939827"/>
              <a:gd name="connsiteX71" fmla="*/ 11006376 w 12192000"/>
              <a:gd name="connsiteY71" fmla="*/ 645957 h 4939827"/>
              <a:gd name="connsiteX72" fmla="*/ 11076308 w 12192000"/>
              <a:gd name="connsiteY72" fmla="*/ 675698 h 4939827"/>
              <a:gd name="connsiteX73" fmla="*/ 11148789 w 12192000"/>
              <a:gd name="connsiteY73" fmla="*/ 685041 h 4939827"/>
              <a:gd name="connsiteX74" fmla="*/ 11249129 w 12192000"/>
              <a:gd name="connsiteY74" fmla="*/ 684218 h 4939827"/>
              <a:gd name="connsiteX75" fmla="*/ 11299915 w 12192000"/>
              <a:gd name="connsiteY75" fmla="*/ 692177 h 4939827"/>
              <a:gd name="connsiteX76" fmla="*/ 11386973 w 12192000"/>
              <a:gd name="connsiteY76" fmla="*/ 708209 h 4939827"/>
              <a:gd name="connsiteX77" fmla="*/ 11500105 w 12192000"/>
              <a:gd name="connsiteY77" fmla="*/ 735014 h 4939827"/>
              <a:gd name="connsiteX78" fmla="*/ 11621735 w 12192000"/>
              <a:gd name="connsiteY78" fmla="*/ 789584 h 4939827"/>
              <a:gd name="connsiteX79" fmla="*/ 11691200 w 12192000"/>
              <a:gd name="connsiteY79" fmla="*/ 867902 h 4939827"/>
              <a:gd name="connsiteX80" fmla="*/ 11819427 w 12192000"/>
              <a:gd name="connsiteY80" fmla="*/ 911634 h 4939827"/>
              <a:gd name="connsiteX81" fmla="*/ 11969720 w 12192000"/>
              <a:gd name="connsiteY81" fmla="*/ 964737 h 4939827"/>
              <a:gd name="connsiteX82" fmla="*/ 12055766 w 12192000"/>
              <a:gd name="connsiteY82" fmla="*/ 991268 h 4939827"/>
              <a:gd name="connsiteX83" fmla="*/ 12171539 w 12192000"/>
              <a:gd name="connsiteY83" fmla="*/ 995427 h 4939827"/>
              <a:gd name="connsiteX84" fmla="*/ 12187831 w 12192000"/>
              <a:gd name="connsiteY84" fmla="*/ 996580 h 4939827"/>
              <a:gd name="connsiteX85" fmla="*/ 12192000 w 12192000"/>
              <a:gd name="connsiteY85" fmla="*/ 996726 h 4939827"/>
              <a:gd name="connsiteX86" fmla="*/ 12192000 w 12192000"/>
              <a:gd name="connsiteY86" fmla="*/ 4939827 h 4939827"/>
              <a:gd name="connsiteX87" fmla="*/ 0 w 12192000"/>
              <a:gd name="connsiteY87" fmla="*/ 4939827 h 4939827"/>
              <a:gd name="connsiteX88" fmla="*/ 0 w 12192000"/>
              <a:gd name="connsiteY88" fmla="*/ 512043 h 4939827"/>
              <a:gd name="connsiteX89" fmla="*/ 7381 w 12192000"/>
              <a:gd name="connsiteY89" fmla="*/ 512580 h 4939827"/>
              <a:gd name="connsiteX90" fmla="*/ 100029 w 12192000"/>
              <a:gd name="connsiteY90" fmla="*/ 504758 h 4939827"/>
              <a:gd name="connsiteX91" fmla="*/ 155244 w 12192000"/>
              <a:gd name="connsiteY91" fmla="*/ 525130 h 4939827"/>
              <a:gd name="connsiteX92" fmla="*/ 254366 w 12192000"/>
              <a:gd name="connsiteY92" fmla="*/ 534449 h 4939827"/>
              <a:gd name="connsiteX93" fmla="*/ 447292 w 12192000"/>
              <a:gd name="connsiteY93" fmla="*/ 542725 h 4939827"/>
              <a:gd name="connsiteX94" fmla="*/ 628105 w 12192000"/>
              <a:gd name="connsiteY94" fmla="*/ 547853 h 4939827"/>
              <a:gd name="connsiteX95" fmla="*/ 783146 w 12192000"/>
              <a:gd name="connsiteY95" fmla="*/ 591799 h 4939827"/>
              <a:gd name="connsiteX96" fmla="*/ 1043676 w 12192000"/>
              <a:gd name="connsiteY96" fmla="*/ 591887 h 4939827"/>
              <a:gd name="connsiteX97" fmla="*/ 1281816 w 12192000"/>
              <a:gd name="connsiteY97" fmla="*/ 520946 h 4939827"/>
              <a:gd name="connsiteX98" fmla="*/ 1486347 w 12192000"/>
              <a:gd name="connsiteY98" fmla="*/ 487310 h 4939827"/>
              <a:gd name="connsiteX99" fmla="*/ 1568079 w 12192000"/>
              <a:gd name="connsiteY99" fmla="*/ 462531 h 4939827"/>
              <a:gd name="connsiteX100" fmla="*/ 1622516 w 12192000"/>
              <a:gd name="connsiteY100" fmla="*/ 466058 h 4939827"/>
              <a:gd name="connsiteX101" fmla="*/ 1655457 w 12192000"/>
              <a:gd name="connsiteY101" fmla="*/ 465359 h 4939827"/>
              <a:gd name="connsiteX102" fmla="*/ 1717454 w 12192000"/>
              <a:gd name="connsiteY102" fmla="*/ 417203 h 4939827"/>
              <a:gd name="connsiteX103" fmla="*/ 1913794 w 12192000"/>
              <a:gd name="connsiteY103" fmla="*/ 365255 h 4939827"/>
              <a:gd name="connsiteX104" fmla="*/ 2129762 w 12192000"/>
              <a:gd name="connsiteY104" fmla="*/ 367832 h 4939827"/>
              <a:gd name="connsiteX105" fmla="*/ 2376970 w 12192000"/>
              <a:gd name="connsiteY105" fmla="*/ 350129 h 4939827"/>
              <a:gd name="connsiteX106" fmla="*/ 2480155 w 12192000"/>
              <a:gd name="connsiteY106" fmla="*/ 359227 h 4939827"/>
              <a:gd name="connsiteX107" fmla="*/ 2586782 w 12192000"/>
              <a:gd name="connsiteY107" fmla="*/ 339352 h 4939827"/>
              <a:gd name="connsiteX108" fmla="*/ 2679617 w 12192000"/>
              <a:gd name="connsiteY108" fmla="*/ 305383 h 4939827"/>
              <a:gd name="connsiteX109" fmla="*/ 2788947 w 12192000"/>
              <a:gd name="connsiteY109" fmla="*/ 250375 h 4939827"/>
              <a:gd name="connsiteX110" fmla="*/ 2965530 w 12192000"/>
              <a:gd name="connsiteY110" fmla="*/ 245958 h 4939827"/>
              <a:gd name="connsiteX111" fmla="*/ 3103677 w 12192000"/>
              <a:gd name="connsiteY111" fmla="*/ 209527 h 4939827"/>
              <a:gd name="connsiteX112" fmla="*/ 3126759 w 12192000"/>
              <a:gd name="connsiteY112" fmla="*/ 211226 h 4939827"/>
              <a:gd name="connsiteX113" fmla="*/ 3164020 w 12192000"/>
              <a:gd name="connsiteY113" fmla="*/ 212779 h 4939827"/>
              <a:gd name="connsiteX114" fmla="*/ 3285019 w 12192000"/>
              <a:gd name="connsiteY114" fmla="*/ 220535 h 4939827"/>
              <a:gd name="connsiteX115" fmla="*/ 3365154 w 12192000"/>
              <a:gd name="connsiteY115" fmla="*/ 226416 h 4939827"/>
              <a:gd name="connsiteX116" fmla="*/ 3367507 w 12192000"/>
              <a:gd name="connsiteY116" fmla="*/ 225416 h 4939827"/>
              <a:gd name="connsiteX117" fmla="*/ 3387567 w 12192000"/>
              <a:gd name="connsiteY117" fmla="*/ 227103 h 4939827"/>
              <a:gd name="connsiteX118" fmla="*/ 3498001 w 12192000"/>
              <a:gd name="connsiteY118" fmla="*/ 231941 h 4939827"/>
              <a:gd name="connsiteX119" fmla="*/ 3561557 w 12192000"/>
              <a:gd name="connsiteY119" fmla="*/ 228095 h 4939827"/>
              <a:gd name="connsiteX120" fmla="*/ 3611920 w 12192000"/>
              <a:gd name="connsiteY120" fmla="*/ 218094 h 4939827"/>
              <a:gd name="connsiteX121" fmla="*/ 3620528 w 12192000"/>
              <a:gd name="connsiteY121" fmla="*/ 218788 h 4939827"/>
              <a:gd name="connsiteX122" fmla="*/ 3620766 w 12192000"/>
              <a:gd name="connsiteY122" fmla="*/ 218511 h 4939827"/>
              <a:gd name="connsiteX123" fmla="*/ 3629977 w 12192000"/>
              <a:gd name="connsiteY123" fmla="*/ 218664 h 4939827"/>
              <a:gd name="connsiteX124" fmla="*/ 3636217 w 12192000"/>
              <a:gd name="connsiteY124" fmla="*/ 220048 h 4939827"/>
              <a:gd name="connsiteX125" fmla="*/ 3709484 w 12192000"/>
              <a:gd name="connsiteY125" fmla="*/ 186927 h 4939827"/>
              <a:gd name="connsiteX126" fmla="*/ 3761342 w 12192000"/>
              <a:gd name="connsiteY126" fmla="*/ 177474 h 4939827"/>
              <a:gd name="connsiteX127" fmla="*/ 3799748 w 12192000"/>
              <a:gd name="connsiteY127" fmla="*/ 167154 h 4939827"/>
              <a:gd name="connsiteX128" fmla="*/ 3922756 w 12192000"/>
              <a:gd name="connsiteY128" fmla="*/ 194044 h 4939827"/>
              <a:gd name="connsiteX129" fmla="*/ 4028476 w 12192000"/>
              <a:gd name="connsiteY129" fmla="*/ 223679 h 4939827"/>
              <a:gd name="connsiteX130" fmla="*/ 4191582 w 12192000"/>
              <a:gd name="connsiteY130" fmla="*/ 238952 h 4939827"/>
              <a:gd name="connsiteX131" fmla="*/ 4251024 w 12192000"/>
              <a:gd name="connsiteY131" fmla="*/ 240874 h 4939827"/>
              <a:gd name="connsiteX132" fmla="*/ 4355275 w 12192000"/>
              <a:gd name="connsiteY132" fmla="*/ 260205 h 4939827"/>
              <a:gd name="connsiteX133" fmla="*/ 4423807 w 12192000"/>
              <a:gd name="connsiteY133" fmla="*/ 270366 h 4939827"/>
              <a:gd name="connsiteX134" fmla="*/ 4558432 w 12192000"/>
              <a:gd name="connsiteY134" fmla="*/ 269194 h 4939827"/>
              <a:gd name="connsiteX135" fmla="*/ 4635061 w 12192000"/>
              <a:gd name="connsiteY135" fmla="*/ 280682 h 4939827"/>
              <a:gd name="connsiteX136" fmla="*/ 4807427 w 12192000"/>
              <a:gd name="connsiteY136" fmla="*/ 276835 h 4939827"/>
              <a:gd name="connsiteX137" fmla="*/ 5028933 w 12192000"/>
              <a:gd name="connsiteY137" fmla="*/ 183887 h 4939827"/>
              <a:gd name="connsiteX138" fmla="*/ 5093642 w 12192000"/>
              <a:gd name="connsiteY138" fmla="*/ 177214 h 4939827"/>
              <a:gd name="connsiteX139" fmla="*/ 5102642 w 12192000"/>
              <a:gd name="connsiteY139" fmla="*/ 186816 h 4939827"/>
              <a:gd name="connsiteX140" fmla="*/ 5193590 w 12192000"/>
              <a:gd name="connsiteY140" fmla="*/ 156458 h 4939827"/>
              <a:gd name="connsiteX141" fmla="*/ 5323922 w 12192000"/>
              <a:gd name="connsiteY141" fmla="*/ 146332 h 4939827"/>
              <a:gd name="connsiteX142" fmla="*/ 5421860 w 12192000"/>
              <a:gd name="connsiteY142" fmla="*/ 167298 h 4939827"/>
              <a:gd name="connsiteX143" fmla="*/ 5476948 w 12192000"/>
              <a:gd name="connsiteY143" fmla="*/ 173249 h 4939827"/>
              <a:gd name="connsiteX144" fmla="*/ 5516842 w 12192000"/>
              <a:gd name="connsiteY144" fmla="*/ 184018 h 4939827"/>
              <a:gd name="connsiteX145" fmla="*/ 5619415 w 12192000"/>
              <a:gd name="connsiteY145" fmla="*/ 176781 h 4939827"/>
              <a:gd name="connsiteX146" fmla="*/ 5789867 w 12192000"/>
              <a:gd name="connsiteY146" fmla="*/ 150304 h 4939827"/>
              <a:gd name="connsiteX147" fmla="*/ 5825953 w 12192000"/>
              <a:gd name="connsiteY147" fmla="*/ 147907 h 4939827"/>
              <a:gd name="connsiteX148" fmla="*/ 5856168 w 12192000"/>
              <a:gd name="connsiteY148" fmla="*/ 158719 h 4939827"/>
              <a:gd name="connsiteX149" fmla="*/ 5862476 w 12192000"/>
              <a:gd name="connsiteY149" fmla="*/ 172447 h 4939827"/>
              <a:gd name="connsiteX150" fmla="*/ 5882195 w 12192000"/>
              <a:gd name="connsiteY150" fmla="*/ 173195 h 4939827"/>
              <a:gd name="connsiteX151" fmla="*/ 5952585 w 12192000"/>
              <a:gd name="connsiteY151" fmla="*/ 161012 h 4939827"/>
              <a:gd name="connsiteX152" fmla="*/ 6001964 w 12192000"/>
              <a:gd name="connsiteY152" fmla="*/ 154786 h 4939827"/>
              <a:gd name="connsiteX153" fmla="*/ 6184207 w 12192000"/>
              <a:gd name="connsiteY153" fmla="*/ 132658 h 4939827"/>
              <a:gd name="connsiteX154" fmla="*/ 6415830 w 12192000"/>
              <a:gd name="connsiteY154" fmla="*/ 136006 h 4939827"/>
              <a:gd name="connsiteX155" fmla="*/ 6756965 w 12192000"/>
              <a:gd name="connsiteY155" fmla="*/ 57636 h 4939827"/>
              <a:gd name="connsiteX156" fmla="*/ 6819400 w 12192000"/>
              <a:gd name="connsiteY156" fmla="*/ 30742 h 4939827"/>
              <a:gd name="connsiteX157" fmla="*/ 6986370 w 12192000"/>
              <a:gd name="connsiteY157" fmla="*/ 12659 h 4939827"/>
              <a:gd name="connsiteX158" fmla="*/ 6989536 w 12192000"/>
              <a:gd name="connsiteY158" fmla="*/ 14528 h 4939827"/>
              <a:gd name="connsiteX159" fmla="*/ 7015933 w 12192000"/>
              <a:gd name="connsiteY159" fmla="*/ 9653 h 4939827"/>
              <a:gd name="connsiteX160" fmla="*/ 7020592 w 12192000"/>
              <a:gd name="connsiteY160" fmla="*/ 1651 h 4939827"/>
              <a:gd name="connsiteX161" fmla="*/ 7025905 w 12192000"/>
              <a:gd name="connsiteY161" fmla="*/ 0 h 4939827"/>
              <a:gd name="connsiteX0" fmla="*/ 7025905 w 12192000"/>
              <a:gd name="connsiteY0" fmla="*/ 0 h 4939827"/>
              <a:gd name="connsiteX1" fmla="*/ 7032579 w 12192000"/>
              <a:gd name="connsiteY1" fmla="*/ 2808 h 4939827"/>
              <a:gd name="connsiteX2" fmla="*/ 7079505 w 12192000"/>
              <a:gd name="connsiteY2" fmla="*/ 12971 h 4939827"/>
              <a:gd name="connsiteX3" fmla="*/ 7158791 w 12192000"/>
              <a:gd name="connsiteY3" fmla="*/ 12462 h 4939827"/>
              <a:gd name="connsiteX4" fmla="*/ 7233338 w 12192000"/>
              <a:gd name="connsiteY4" fmla="*/ 24846 h 4939827"/>
              <a:gd name="connsiteX5" fmla="*/ 7259791 w 12192000"/>
              <a:gd name="connsiteY5" fmla="*/ 29557 h 4939827"/>
              <a:gd name="connsiteX6" fmla="*/ 7263923 w 12192000"/>
              <a:gd name="connsiteY6" fmla="*/ 35029 h 4939827"/>
              <a:gd name="connsiteX7" fmla="*/ 7281549 w 12192000"/>
              <a:gd name="connsiteY7" fmla="*/ 39654 h 4939827"/>
              <a:gd name="connsiteX8" fmla="*/ 7374735 w 12192000"/>
              <a:gd name="connsiteY8" fmla="*/ 65326 h 4939827"/>
              <a:gd name="connsiteX9" fmla="*/ 7376078 w 12192000"/>
              <a:gd name="connsiteY9" fmla="*/ 63849 h 4939827"/>
              <a:gd name="connsiteX10" fmla="*/ 7402026 w 12192000"/>
              <a:gd name="connsiteY10" fmla="*/ 60308 h 4939827"/>
              <a:gd name="connsiteX11" fmla="*/ 7415091 w 12192000"/>
              <a:gd name="connsiteY11" fmla="*/ 77403 h 4939827"/>
              <a:gd name="connsiteX12" fmla="*/ 7488682 w 12192000"/>
              <a:gd name="connsiteY12" fmla="*/ 83440 h 4939827"/>
              <a:gd name="connsiteX13" fmla="*/ 7732750 w 12192000"/>
              <a:gd name="connsiteY13" fmla="*/ 145456 h 4939827"/>
              <a:gd name="connsiteX14" fmla="*/ 7785900 w 12192000"/>
              <a:gd name="connsiteY14" fmla="*/ 154493 h 4939827"/>
              <a:gd name="connsiteX15" fmla="*/ 7952584 w 12192000"/>
              <a:gd name="connsiteY15" fmla="*/ 170181 h 4939827"/>
              <a:gd name="connsiteX16" fmla="*/ 8009534 w 12192000"/>
              <a:gd name="connsiteY16" fmla="*/ 176441 h 4939827"/>
              <a:gd name="connsiteX17" fmla="*/ 8058681 w 12192000"/>
              <a:gd name="connsiteY17" fmla="*/ 219431 h 4939827"/>
              <a:gd name="connsiteX18" fmla="*/ 8126175 w 12192000"/>
              <a:gd name="connsiteY18" fmla="*/ 240005 h 4939827"/>
              <a:gd name="connsiteX19" fmla="*/ 8166439 w 12192000"/>
              <a:gd name="connsiteY19" fmla="*/ 252699 h 4939827"/>
              <a:gd name="connsiteX20" fmla="*/ 8281371 w 12192000"/>
              <a:gd name="connsiteY20" fmla="*/ 256875 h 4939827"/>
              <a:gd name="connsiteX21" fmla="*/ 8381609 w 12192000"/>
              <a:gd name="connsiteY21" fmla="*/ 240618 h 4939827"/>
              <a:gd name="connsiteX22" fmla="*/ 8406759 w 12192000"/>
              <a:gd name="connsiteY22" fmla="*/ 232517 h 4939827"/>
              <a:gd name="connsiteX23" fmla="*/ 8426506 w 12192000"/>
              <a:gd name="connsiteY23" fmla="*/ 241842 h 4939827"/>
              <a:gd name="connsiteX24" fmla="*/ 8427949 w 12192000"/>
              <a:gd name="connsiteY24" fmla="*/ 240981 h 4939827"/>
              <a:gd name="connsiteX25" fmla="*/ 8441468 w 12192000"/>
              <a:gd name="connsiteY25" fmla="*/ 241157 h 4939827"/>
              <a:gd name="connsiteX26" fmla="*/ 8565757 w 12192000"/>
              <a:gd name="connsiteY26" fmla="*/ 255317 h 4939827"/>
              <a:gd name="connsiteX27" fmla="*/ 8573171 w 12192000"/>
              <a:gd name="connsiteY27" fmla="*/ 258426 h 4939827"/>
              <a:gd name="connsiteX28" fmla="*/ 8573548 w 12192000"/>
              <a:gd name="connsiteY28" fmla="*/ 258241 h 4939827"/>
              <a:gd name="connsiteX29" fmla="*/ 8581827 w 12192000"/>
              <a:gd name="connsiteY29" fmla="*/ 261028 h 4939827"/>
              <a:gd name="connsiteX30" fmla="*/ 8586687 w 12192000"/>
              <a:gd name="connsiteY30" fmla="*/ 264089 h 4939827"/>
              <a:gd name="connsiteX31" fmla="*/ 8672650 w 12192000"/>
              <a:gd name="connsiteY31" fmla="*/ 254821 h 4939827"/>
              <a:gd name="connsiteX32" fmla="*/ 8785543 w 12192000"/>
              <a:gd name="connsiteY32" fmla="*/ 263406 h 4939827"/>
              <a:gd name="connsiteX33" fmla="*/ 8830588 w 12192000"/>
              <a:gd name="connsiteY33" fmla="*/ 265483 h 4939827"/>
              <a:gd name="connsiteX34" fmla="*/ 8905142 w 12192000"/>
              <a:gd name="connsiteY34" fmla="*/ 264958 h 4939827"/>
              <a:gd name="connsiteX35" fmla="*/ 8968582 w 12192000"/>
              <a:gd name="connsiteY35" fmla="*/ 262728 h 4939827"/>
              <a:gd name="connsiteX36" fmla="*/ 8972994 w 12192000"/>
              <a:gd name="connsiteY36" fmla="*/ 263284 h 4939827"/>
              <a:gd name="connsiteX37" fmla="*/ 9004605 w 12192000"/>
              <a:gd name="connsiteY37" fmla="*/ 258041 h 4939827"/>
              <a:gd name="connsiteX38" fmla="*/ 9016165 w 12192000"/>
              <a:gd name="connsiteY38" fmla="*/ 261258 h 4939827"/>
              <a:gd name="connsiteX39" fmla="*/ 9043297 w 12192000"/>
              <a:gd name="connsiteY39" fmla="*/ 281547 h 4939827"/>
              <a:gd name="connsiteX40" fmla="*/ 9048315 w 12192000"/>
              <a:gd name="connsiteY40" fmla="*/ 279264 h 4939827"/>
              <a:gd name="connsiteX41" fmla="*/ 9054706 w 12192000"/>
              <a:gd name="connsiteY41" fmla="*/ 278538 h 4939827"/>
              <a:gd name="connsiteX42" fmla="*/ 9070919 w 12192000"/>
              <a:gd name="connsiteY42" fmla="*/ 281810 h 4939827"/>
              <a:gd name="connsiteX43" fmla="*/ 9076813 w 12192000"/>
              <a:gd name="connsiteY43" fmla="*/ 283909 h 4939827"/>
              <a:gd name="connsiteX44" fmla="*/ 9085871 w 12192000"/>
              <a:gd name="connsiteY44" fmla="*/ 285133 h 4939827"/>
              <a:gd name="connsiteX45" fmla="*/ 9086159 w 12192000"/>
              <a:gd name="connsiteY45" fmla="*/ 284887 h 4939827"/>
              <a:gd name="connsiteX46" fmla="*/ 9134606 w 12192000"/>
              <a:gd name="connsiteY46" fmla="*/ 288168 h 4939827"/>
              <a:gd name="connsiteX47" fmla="*/ 9195590 w 12192000"/>
              <a:gd name="connsiteY47" fmla="*/ 279568 h 4939827"/>
              <a:gd name="connsiteX48" fmla="*/ 9219336 w 12192000"/>
              <a:gd name="connsiteY48" fmla="*/ 278133 h 4939827"/>
              <a:gd name="connsiteX49" fmla="*/ 9232362 w 12192000"/>
              <a:gd name="connsiteY49" fmla="*/ 275894 h 4939827"/>
              <a:gd name="connsiteX50" fmla="*/ 9233396 w 12192000"/>
              <a:gd name="connsiteY50" fmla="*/ 274803 h 4939827"/>
              <a:gd name="connsiteX51" fmla="*/ 9256213 w 12192000"/>
              <a:gd name="connsiteY51" fmla="*/ 281576 h 4939827"/>
              <a:gd name="connsiteX52" fmla="*/ 9371484 w 12192000"/>
              <a:gd name="connsiteY52" fmla="*/ 329634 h 4939827"/>
              <a:gd name="connsiteX53" fmla="*/ 9404829 w 12192000"/>
              <a:gd name="connsiteY53" fmla="*/ 339038 h 4939827"/>
              <a:gd name="connsiteX54" fmla="*/ 9427021 w 12192000"/>
              <a:gd name="connsiteY54" fmla="*/ 358784 h 4939827"/>
              <a:gd name="connsiteX55" fmla="*/ 9670844 w 12192000"/>
              <a:gd name="connsiteY55" fmla="*/ 405128 h 4939827"/>
              <a:gd name="connsiteX56" fmla="*/ 9816083 w 12192000"/>
              <a:gd name="connsiteY56" fmla="*/ 416573 h 4939827"/>
              <a:gd name="connsiteX57" fmla="*/ 9936741 w 12192000"/>
              <a:gd name="connsiteY57" fmla="*/ 437044 h 4939827"/>
              <a:gd name="connsiteX58" fmla="*/ 10050093 w 12192000"/>
              <a:gd name="connsiteY58" fmla="*/ 443783 h 4939827"/>
              <a:gd name="connsiteX59" fmla="*/ 10130090 w 12192000"/>
              <a:gd name="connsiteY59" fmla="*/ 459520 h 4939827"/>
              <a:gd name="connsiteX60" fmla="*/ 10173456 w 12192000"/>
              <a:gd name="connsiteY60" fmla="*/ 457749 h 4939827"/>
              <a:gd name="connsiteX61" fmla="*/ 10218232 w 12192000"/>
              <a:gd name="connsiteY61" fmla="*/ 459820 h 4939827"/>
              <a:gd name="connsiteX62" fmla="*/ 10354176 w 12192000"/>
              <a:gd name="connsiteY62" fmla="*/ 471377 h 4939827"/>
              <a:gd name="connsiteX63" fmla="*/ 10430681 w 12192000"/>
              <a:gd name="connsiteY63" fmla="*/ 481226 h 4939827"/>
              <a:gd name="connsiteX64" fmla="*/ 10478169 w 12192000"/>
              <a:gd name="connsiteY64" fmla="*/ 481774 h 4939827"/>
              <a:gd name="connsiteX65" fmla="*/ 10540907 w 12192000"/>
              <a:gd name="connsiteY65" fmla="*/ 485607 h 4939827"/>
              <a:gd name="connsiteX66" fmla="*/ 10614941 w 12192000"/>
              <a:gd name="connsiteY66" fmla="*/ 487592 h 4939827"/>
              <a:gd name="connsiteX67" fmla="*/ 10674098 w 12192000"/>
              <a:gd name="connsiteY67" fmla="*/ 521656 h 4939827"/>
              <a:gd name="connsiteX68" fmla="*/ 10874834 w 12192000"/>
              <a:gd name="connsiteY68" fmla="*/ 574867 h 4939827"/>
              <a:gd name="connsiteX69" fmla="*/ 10944981 w 12192000"/>
              <a:gd name="connsiteY69" fmla="*/ 615042 h 4939827"/>
              <a:gd name="connsiteX70" fmla="*/ 11006376 w 12192000"/>
              <a:gd name="connsiteY70" fmla="*/ 645957 h 4939827"/>
              <a:gd name="connsiteX71" fmla="*/ 11076308 w 12192000"/>
              <a:gd name="connsiteY71" fmla="*/ 675698 h 4939827"/>
              <a:gd name="connsiteX72" fmla="*/ 11148789 w 12192000"/>
              <a:gd name="connsiteY72" fmla="*/ 685041 h 4939827"/>
              <a:gd name="connsiteX73" fmla="*/ 11249129 w 12192000"/>
              <a:gd name="connsiteY73" fmla="*/ 684218 h 4939827"/>
              <a:gd name="connsiteX74" fmla="*/ 11299915 w 12192000"/>
              <a:gd name="connsiteY74" fmla="*/ 692177 h 4939827"/>
              <a:gd name="connsiteX75" fmla="*/ 11386973 w 12192000"/>
              <a:gd name="connsiteY75" fmla="*/ 708209 h 4939827"/>
              <a:gd name="connsiteX76" fmla="*/ 11500105 w 12192000"/>
              <a:gd name="connsiteY76" fmla="*/ 735014 h 4939827"/>
              <a:gd name="connsiteX77" fmla="*/ 11621735 w 12192000"/>
              <a:gd name="connsiteY77" fmla="*/ 789584 h 4939827"/>
              <a:gd name="connsiteX78" fmla="*/ 11691200 w 12192000"/>
              <a:gd name="connsiteY78" fmla="*/ 867902 h 4939827"/>
              <a:gd name="connsiteX79" fmla="*/ 11819427 w 12192000"/>
              <a:gd name="connsiteY79" fmla="*/ 911634 h 4939827"/>
              <a:gd name="connsiteX80" fmla="*/ 11969720 w 12192000"/>
              <a:gd name="connsiteY80" fmla="*/ 964737 h 4939827"/>
              <a:gd name="connsiteX81" fmla="*/ 12055766 w 12192000"/>
              <a:gd name="connsiteY81" fmla="*/ 991268 h 4939827"/>
              <a:gd name="connsiteX82" fmla="*/ 12171539 w 12192000"/>
              <a:gd name="connsiteY82" fmla="*/ 995427 h 4939827"/>
              <a:gd name="connsiteX83" fmla="*/ 12187831 w 12192000"/>
              <a:gd name="connsiteY83" fmla="*/ 996580 h 4939827"/>
              <a:gd name="connsiteX84" fmla="*/ 12192000 w 12192000"/>
              <a:gd name="connsiteY84" fmla="*/ 996726 h 4939827"/>
              <a:gd name="connsiteX85" fmla="*/ 12192000 w 12192000"/>
              <a:gd name="connsiteY85" fmla="*/ 4939827 h 4939827"/>
              <a:gd name="connsiteX86" fmla="*/ 0 w 12192000"/>
              <a:gd name="connsiteY86" fmla="*/ 4939827 h 4939827"/>
              <a:gd name="connsiteX87" fmla="*/ 0 w 12192000"/>
              <a:gd name="connsiteY87" fmla="*/ 512043 h 4939827"/>
              <a:gd name="connsiteX88" fmla="*/ 7381 w 12192000"/>
              <a:gd name="connsiteY88" fmla="*/ 512580 h 4939827"/>
              <a:gd name="connsiteX89" fmla="*/ 100029 w 12192000"/>
              <a:gd name="connsiteY89" fmla="*/ 504758 h 4939827"/>
              <a:gd name="connsiteX90" fmla="*/ 155244 w 12192000"/>
              <a:gd name="connsiteY90" fmla="*/ 525130 h 4939827"/>
              <a:gd name="connsiteX91" fmla="*/ 254366 w 12192000"/>
              <a:gd name="connsiteY91" fmla="*/ 534449 h 4939827"/>
              <a:gd name="connsiteX92" fmla="*/ 447292 w 12192000"/>
              <a:gd name="connsiteY92" fmla="*/ 542725 h 4939827"/>
              <a:gd name="connsiteX93" fmla="*/ 628105 w 12192000"/>
              <a:gd name="connsiteY93" fmla="*/ 547853 h 4939827"/>
              <a:gd name="connsiteX94" fmla="*/ 783146 w 12192000"/>
              <a:gd name="connsiteY94" fmla="*/ 591799 h 4939827"/>
              <a:gd name="connsiteX95" fmla="*/ 1043676 w 12192000"/>
              <a:gd name="connsiteY95" fmla="*/ 591887 h 4939827"/>
              <a:gd name="connsiteX96" fmla="*/ 1281816 w 12192000"/>
              <a:gd name="connsiteY96" fmla="*/ 520946 h 4939827"/>
              <a:gd name="connsiteX97" fmla="*/ 1486347 w 12192000"/>
              <a:gd name="connsiteY97" fmla="*/ 487310 h 4939827"/>
              <a:gd name="connsiteX98" fmla="*/ 1568079 w 12192000"/>
              <a:gd name="connsiteY98" fmla="*/ 462531 h 4939827"/>
              <a:gd name="connsiteX99" fmla="*/ 1622516 w 12192000"/>
              <a:gd name="connsiteY99" fmla="*/ 466058 h 4939827"/>
              <a:gd name="connsiteX100" fmla="*/ 1655457 w 12192000"/>
              <a:gd name="connsiteY100" fmla="*/ 465359 h 4939827"/>
              <a:gd name="connsiteX101" fmla="*/ 1717454 w 12192000"/>
              <a:gd name="connsiteY101" fmla="*/ 417203 h 4939827"/>
              <a:gd name="connsiteX102" fmla="*/ 1913794 w 12192000"/>
              <a:gd name="connsiteY102" fmla="*/ 365255 h 4939827"/>
              <a:gd name="connsiteX103" fmla="*/ 2129762 w 12192000"/>
              <a:gd name="connsiteY103" fmla="*/ 367832 h 4939827"/>
              <a:gd name="connsiteX104" fmla="*/ 2376970 w 12192000"/>
              <a:gd name="connsiteY104" fmla="*/ 350129 h 4939827"/>
              <a:gd name="connsiteX105" fmla="*/ 2480155 w 12192000"/>
              <a:gd name="connsiteY105" fmla="*/ 359227 h 4939827"/>
              <a:gd name="connsiteX106" fmla="*/ 2586782 w 12192000"/>
              <a:gd name="connsiteY106" fmla="*/ 339352 h 4939827"/>
              <a:gd name="connsiteX107" fmla="*/ 2679617 w 12192000"/>
              <a:gd name="connsiteY107" fmla="*/ 305383 h 4939827"/>
              <a:gd name="connsiteX108" fmla="*/ 2788947 w 12192000"/>
              <a:gd name="connsiteY108" fmla="*/ 250375 h 4939827"/>
              <a:gd name="connsiteX109" fmla="*/ 2965530 w 12192000"/>
              <a:gd name="connsiteY109" fmla="*/ 245958 h 4939827"/>
              <a:gd name="connsiteX110" fmla="*/ 3103677 w 12192000"/>
              <a:gd name="connsiteY110" fmla="*/ 209527 h 4939827"/>
              <a:gd name="connsiteX111" fmla="*/ 3126759 w 12192000"/>
              <a:gd name="connsiteY111" fmla="*/ 211226 h 4939827"/>
              <a:gd name="connsiteX112" fmla="*/ 3164020 w 12192000"/>
              <a:gd name="connsiteY112" fmla="*/ 212779 h 4939827"/>
              <a:gd name="connsiteX113" fmla="*/ 3285019 w 12192000"/>
              <a:gd name="connsiteY113" fmla="*/ 220535 h 4939827"/>
              <a:gd name="connsiteX114" fmla="*/ 3365154 w 12192000"/>
              <a:gd name="connsiteY114" fmla="*/ 226416 h 4939827"/>
              <a:gd name="connsiteX115" fmla="*/ 3367507 w 12192000"/>
              <a:gd name="connsiteY115" fmla="*/ 225416 h 4939827"/>
              <a:gd name="connsiteX116" fmla="*/ 3387567 w 12192000"/>
              <a:gd name="connsiteY116" fmla="*/ 227103 h 4939827"/>
              <a:gd name="connsiteX117" fmla="*/ 3498001 w 12192000"/>
              <a:gd name="connsiteY117" fmla="*/ 231941 h 4939827"/>
              <a:gd name="connsiteX118" fmla="*/ 3561557 w 12192000"/>
              <a:gd name="connsiteY118" fmla="*/ 228095 h 4939827"/>
              <a:gd name="connsiteX119" fmla="*/ 3611920 w 12192000"/>
              <a:gd name="connsiteY119" fmla="*/ 218094 h 4939827"/>
              <a:gd name="connsiteX120" fmla="*/ 3620528 w 12192000"/>
              <a:gd name="connsiteY120" fmla="*/ 218788 h 4939827"/>
              <a:gd name="connsiteX121" fmla="*/ 3620766 w 12192000"/>
              <a:gd name="connsiteY121" fmla="*/ 218511 h 4939827"/>
              <a:gd name="connsiteX122" fmla="*/ 3629977 w 12192000"/>
              <a:gd name="connsiteY122" fmla="*/ 218664 h 4939827"/>
              <a:gd name="connsiteX123" fmla="*/ 3636217 w 12192000"/>
              <a:gd name="connsiteY123" fmla="*/ 220048 h 4939827"/>
              <a:gd name="connsiteX124" fmla="*/ 3709484 w 12192000"/>
              <a:gd name="connsiteY124" fmla="*/ 186927 h 4939827"/>
              <a:gd name="connsiteX125" fmla="*/ 3761342 w 12192000"/>
              <a:gd name="connsiteY125" fmla="*/ 177474 h 4939827"/>
              <a:gd name="connsiteX126" fmla="*/ 3799748 w 12192000"/>
              <a:gd name="connsiteY126" fmla="*/ 167154 h 4939827"/>
              <a:gd name="connsiteX127" fmla="*/ 3922756 w 12192000"/>
              <a:gd name="connsiteY127" fmla="*/ 194044 h 4939827"/>
              <a:gd name="connsiteX128" fmla="*/ 4028476 w 12192000"/>
              <a:gd name="connsiteY128" fmla="*/ 223679 h 4939827"/>
              <a:gd name="connsiteX129" fmla="*/ 4191582 w 12192000"/>
              <a:gd name="connsiteY129" fmla="*/ 238952 h 4939827"/>
              <a:gd name="connsiteX130" fmla="*/ 4251024 w 12192000"/>
              <a:gd name="connsiteY130" fmla="*/ 240874 h 4939827"/>
              <a:gd name="connsiteX131" fmla="*/ 4355275 w 12192000"/>
              <a:gd name="connsiteY131" fmla="*/ 260205 h 4939827"/>
              <a:gd name="connsiteX132" fmla="*/ 4423807 w 12192000"/>
              <a:gd name="connsiteY132" fmla="*/ 270366 h 4939827"/>
              <a:gd name="connsiteX133" fmla="*/ 4558432 w 12192000"/>
              <a:gd name="connsiteY133" fmla="*/ 269194 h 4939827"/>
              <a:gd name="connsiteX134" fmla="*/ 4635061 w 12192000"/>
              <a:gd name="connsiteY134" fmla="*/ 280682 h 4939827"/>
              <a:gd name="connsiteX135" fmla="*/ 4807427 w 12192000"/>
              <a:gd name="connsiteY135" fmla="*/ 276835 h 4939827"/>
              <a:gd name="connsiteX136" fmla="*/ 5028933 w 12192000"/>
              <a:gd name="connsiteY136" fmla="*/ 183887 h 4939827"/>
              <a:gd name="connsiteX137" fmla="*/ 5093642 w 12192000"/>
              <a:gd name="connsiteY137" fmla="*/ 177214 h 4939827"/>
              <a:gd name="connsiteX138" fmla="*/ 5102642 w 12192000"/>
              <a:gd name="connsiteY138" fmla="*/ 186816 h 4939827"/>
              <a:gd name="connsiteX139" fmla="*/ 5193590 w 12192000"/>
              <a:gd name="connsiteY139" fmla="*/ 156458 h 4939827"/>
              <a:gd name="connsiteX140" fmla="*/ 5323922 w 12192000"/>
              <a:gd name="connsiteY140" fmla="*/ 146332 h 4939827"/>
              <a:gd name="connsiteX141" fmla="*/ 5421860 w 12192000"/>
              <a:gd name="connsiteY141" fmla="*/ 167298 h 4939827"/>
              <a:gd name="connsiteX142" fmla="*/ 5476948 w 12192000"/>
              <a:gd name="connsiteY142" fmla="*/ 173249 h 4939827"/>
              <a:gd name="connsiteX143" fmla="*/ 5516842 w 12192000"/>
              <a:gd name="connsiteY143" fmla="*/ 184018 h 4939827"/>
              <a:gd name="connsiteX144" fmla="*/ 5619415 w 12192000"/>
              <a:gd name="connsiteY144" fmla="*/ 176781 h 4939827"/>
              <a:gd name="connsiteX145" fmla="*/ 5789867 w 12192000"/>
              <a:gd name="connsiteY145" fmla="*/ 150304 h 4939827"/>
              <a:gd name="connsiteX146" fmla="*/ 5825953 w 12192000"/>
              <a:gd name="connsiteY146" fmla="*/ 147907 h 4939827"/>
              <a:gd name="connsiteX147" fmla="*/ 5856168 w 12192000"/>
              <a:gd name="connsiteY147" fmla="*/ 158719 h 4939827"/>
              <a:gd name="connsiteX148" fmla="*/ 5862476 w 12192000"/>
              <a:gd name="connsiteY148" fmla="*/ 172447 h 4939827"/>
              <a:gd name="connsiteX149" fmla="*/ 5882195 w 12192000"/>
              <a:gd name="connsiteY149" fmla="*/ 173195 h 4939827"/>
              <a:gd name="connsiteX150" fmla="*/ 5952585 w 12192000"/>
              <a:gd name="connsiteY150" fmla="*/ 161012 h 4939827"/>
              <a:gd name="connsiteX151" fmla="*/ 6001964 w 12192000"/>
              <a:gd name="connsiteY151" fmla="*/ 154786 h 4939827"/>
              <a:gd name="connsiteX152" fmla="*/ 6184207 w 12192000"/>
              <a:gd name="connsiteY152" fmla="*/ 132658 h 4939827"/>
              <a:gd name="connsiteX153" fmla="*/ 6415830 w 12192000"/>
              <a:gd name="connsiteY153" fmla="*/ 136006 h 4939827"/>
              <a:gd name="connsiteX154" fmla="*/ 6756965 w 12192000"/>
              <a:gd name="connsiteY154" fmla="*/ 57636 h 4939827"/>
              <a:gd name="connsiteX155" fmla="*/ 6819400 w 12192000"/>
              <a:gd name="connsiteY155" fmla="*/ 30742 h 4939827"/>
              <a:gd name="connsiteX156" fmla="*/ 6986370 w 12192000"/>
              <a:gd name="connsiteY156" fmla="*/ 12659 h 4939827"/>
              <a:gd name="connsiteX157" fmla="*/ 6989536 w 12192000"/>
              <a:gd name="connsiteY157" fmla="*/ 14528 h 4939827"/>
              <a:gd name="connsiteX158" fmla="*/ 7015933 w 12192000"/>
              <a:gd name="connsiteY158" fmla="*/ 9653 h 4939827"/>
              <a:gd name="connsiteX159" fmla="*/ 7020592 w 12192000"/>
              <a:gd name="connsiteY159" fmla="*/ 1651 h 4939827"/>
              <a:gd name="connsiteX160" fmla="*/ 7025905 w 12192000"/>
              <a:gd name="connsiteY160" fmla="*/ 0 h 4939827"/>
              <a:gd name="connsiteX0" fmla="*/ 7025905 w 12192000"/>
              <a:gd name="connsiteY0" fmla="*/ 0 h 4939827"/>
              <a:gd name="connsiteX1" fmla="*/ 7032579 w 12192000"/>
              <a:gd name="connsiteY1" fmla="*/ 2808 h 4939827"/>
              <a:gd name="connsiteX2" fmla="*/ 7079505 w 12192000"/>
              <a:gd name="connsiteY2" fmla="*/ 12971 h 4939827"/>
              <a:gd name="connsiteX3" fmla="*/ 7158791 w 12192000"/>
              <a:gd name="connsiteY3" fmla="*/ 12462 h 4939827"/>
              <a:gd name="connsiteX4" fmla="*/ 7233338 w 12192000"/>
              <a:gd name="connsiteY4" fmla="*/ 24846 h 4939827"/>
              <a:gd name="connsiteX5" fmla="*/ 7259791 w 12192000"/>
              <a:gd name="connsiteY5" fmla="*/ 29557 h 4939827"/>
              <a:gd name="connsiteX6" fmla="*/ 7263923 w 12192000"/>
              <a:gd name="connsiteY6" fmla="*/ 35029 h 4939827"/>
              <a:gd name="connsiteX7" fmla="*/ 7281549 w 12192000"/>
              <a:gd name="connsiteY7" fmla="*/ 39654 h 4939827"/>
              <a:gd name="connsiteX8" fmla="*/ 7374735 w 12192000"/>
              <a:gd name="connsiteY8" fmla="*/ 65326 h 4939827"/>
              <a:gd name="connsiteX9" fmla="*/ 7376078 w 12192000"/>
              <a:gd name="connsiteY9" fmla="*/ 63849 h 4939827"/>
              <a:gd name="connsiteX10" fmla="*/ 7402026 w 12192000"/>
              <a:gd name="connsiteY10" fmla="*/ 60308 h 4939827"/>
              <a:gd name="connsiteX11" fmla="*/ 7415091 w 12192000"/>
              <a:gd name="connsiteY11" fmla="*/ 77403 h 4939827"/>
              <a:gd name="connsiteX12" fmla="*/ 7488682 w 12192000"/>
              <a:gd name="connsiteY12" fmla="*/ 83440 h 4939827"/>
              <a:gd name="connsiteX13" fmla="*/ 7732750 w 12192000"/>
              <a:gd name="connsiteY13" fmla="*/ 145456 h 4939827"/>
              <a:gd name="connsiteX14" fmla="*/ 7785900 w 12192000"/>
              <a:gd name="connsiteY14" fmla="*/ 154493 h 4939827"/>
              <a:gd name="connsiteX15" fmla="*/ 7952584 w 12192000"/>
              <a:gd name="connsiteY15" fmla="*/ 170181 h 4939827"/>
              <a:gd name="connsiteX16" fmla="*/ 8009534 w 12192000"/>
              <a:gd name="connsiteY16" fmla="*/ 176441 h 4939827"/>
              <a:gd name="connsiteX17" fmla="*/ 8058681 w 12192000"/>
              <a:gd name="connsiteY17" fmla="*/ 219431 h 4939827"/>
              <a:gd name="connsiteX18" fmla="*/ 8126175 w 12192000"/>
              <a:gd name="connsiteY18" fmla="*/ 240005 h 4939827"/>
              <a:gd name="connsiteX19" fmla="*/ 8166439 w 12192000"/>
              <a:gd name="connsiteY19" fmla="*/ 252699 h 4939827"/>
              <a:gd name="connsiteX20" fmla="*/ 8281371 w 12192000"/>
              <a:gd name="connsiteY20" fmla="*/ 256875 h 4939827"/>
              <a:gd name="connsiteX21" fmla="*/ 8381609 w 12192000"/>
              <a:gd name="connsiteY21" fmla="*/ 240618 h 4939827"/>
              <a:gd name="connsiteX22" fmla="*/ 8406759 w 12192000"/>
              <a:gd name="connsiteY22" fmla="*/ 232517 h 4939827"/>
              <a:gd name="connsiteX23" fmla="*/ 8426506 w 12192000"/>
              <a:gd name="connsiteY23" fmla="*/ 241842 h 4939827"/>
              <a:gd name="connsiteX24" fmla="*/ 8427949 w 12192000"/>
              <a:gd name="connsiteY24" fmla="*/ 240981 h 4939827"/>
              <a:gd name="connsiteX25" fmla="*/ 8441468 w 12192000"/>
              <a:gd name="connsiteY25" fmla="*/ 241157 h 4939827"/>
              <a:gd name="connsiteX26" fmla="*/ 8565757 w 12192000"/>
              <a:gd name="connsiteY26" fmla="*/ 255317 h 4939827"/>
              <a:gd name="connsiteX27" fmla="*/ 8573171 w 12192000"/>
              <a:gd name="connsiteY27" fmla="*/ 258426 h 4939827"/>
              <a:gd name="connsiteX28" fmla="*/ 8573548 w 12192000"/>
              <a:gd name="connsiteY28" fmla="*/ 258241 h 4939827"/>
              <a:gd name="connsiteX29" fmla="*/ 8581827 w 12192000"/>
              <a:gd name="connsiteY29" fmla="*/ 261028 h 4939827"/>
              <a:gd name="connsiteX30" fmla="*/ 8586687 w 12192000"/>
              <a:gd name="connsiteY30" fmla="*/ 264089 h 4939827"/>
              <a:gd name="connsiteX31" fmla="*/ 8672650 w 12192000"/>
              <a:gd name="connsiteY31" fmla="*/ 254821 h 4939827"/>
              <a:gd name="connsiteX32" fmla="*/ 8785543 w 12192000"/>
              <a:gd name="connsiteY32" fmla="*/ 263406 h 4939827"/>
              <a:gd name="connsiteX33" fmla="*/ 8830588 w 12192000"/>
              <a:gd name="connsiteY33" fmla="*/ 265483 h 4939827"/>
              <a:gd name="connsiteX34" fmla="*/ 8905142 w 12192000"/>
              <a:gd name="connsiteY34" fmla="*/ 264958 h 4939827"/>
              <a:gd name="connsiteX35" fmla="*/ 8968582 w 12192000"/>
              <a:gd name="connsiteY35" fmla="*/ 262728 h 4939827"/>
              <a:gd name="connsiteX36" fmla="*/ 8972994 w 12192000"/>
              <a:gd name="connsiteY36" fmla="*/ 263284 h 4939827"/>
              <a:gd name="connsiteX37" fmla="*/ 9004605 w 12192000"/>
              <a:gd name="connsiteY37" fmla="*/ 258041 h 4939827"/>
              <a:gd name="connsiteX38" fmla="*/ 9016165 w 12192000"/>
              <a:gd name="connsiteY38" fmla="*/ 261258 h 4939827"/>
              <a:gd name="connsiteX39" fmla="*/ 9043297 w 12192000"/>
              <a:gd name="connsiteY39" fmla="*/ 281547 h 4939827"/>
              <a:gd name="connsiteX40" fmla="*/ 9048315 w 12192000"/>
              <a:gd name="connsiteY40" fmla="*/ 279264 h 4939827"/>
              <a:gd name="connsiteX41" fmla="*/ 9054706 w 12192000"/>
              <a:gd name="connsiteY41" fmla="*/ 278538 h 4939827"/>
              <a:gd name="connsiteX42" fmla="*/ 9070919 w 12192000"/>
              <a:gd name="connsiteY42" fmla="*/ 281810 h 4939827"/>
              <a:gd name="connsiteX43" fmla="*/ 9076813 w 12192000"/>
              <a:gd name="connsiteY43" fmla="*/ 283909 h 4939827"/>
              <a:gd name="connsiteX44" fmla="*/ 9085871 w 12192000"/>
              <a:gd name="connsiteY44" fmla="*/ 285133 h 4939827"/>
              <a:gd name="connsiteX45" fmla="*/ 9086159 w 12192000"/>
              <a:gd name="connsiteY45" fmla="*/ 284887 h 4939827"/>
              <a:gd name="connsiteX46" fmla="*/ 9134606 w 12192000"/>
              <a:gd name="connsiteY46" fmla="*/ 288168 h 4939827"/>
              <a:gd name="connsiteX47" fmla="*/ 9195590 w 12192000"/>
              <a:gd name="connsiteY47" fmla="*/ 279568 h 4939827"/>
              <a:gd name="connsiteX48" fmla="*/ 9219336 w 12192000"/>
              <a:gd name="connsiteY48" fmla="*/ 278133 h 4939827"/>
              <a:gd name="connsiteX49" fmla="*/ 9232362 w 12192000"/>
              <a:gd name="connsiteY49" fmla="*/ 275894 h 4939827"/>
              <a:gd name="connsiteX50" fmla="*/ 9233396 w 12192000"/>
              <a:gd name="connsiteY50" fmla="*/ 274803 h 4939827"/>
              <a:gd name="connsiteX51" fmla="*/ 9371484 w 12192000"/>
              <a:gd name="connsiteY51" fmla="*/ 329634 h 4939827"/>
              <a:gd name="connsiteX52" fmla="*/ 9404829 w 12192000"/>
              <a:gd name="connsiteY52" fmla="*/ 339038 h 4939827"/>
              <a:gd name="connsiteX53" fmla="*/ 9427021 w 12192000"/>
              <a:gd name="connsiteY53" fmla="*/ 358784 h 4939827"/>
              <a:gd name="connsiteX54" fmla="*/ 9670844 w 12192000"/>
              <a:gd name="connsiteY54" fmla="*/ 405128 h 4939827"/>
              <a:gd name="connsiteX55" fmla="*/ 9816083 w 12192000"/>
              <a:gd name="connsiteY55" fmla="*/ 416573 h 4939827"/>
              <a:gd name="connsiteX56" fmla="*/ 9936741 w 12192000"/>
              <a:gd name="connsiteY56" fmla="*/ 437044 h 4939827"/>
              <a:gd name="connsiteX57" fmla="*/ 10050093 w 12192000"/>
              <a:gd name="connsiteY57" fmla="*/ 443783 h 4939827"/>
              <a:gd name="connsiteX58" fmla="*/ 10130090 w 12192000"/>
              <a:gd name="connsiteY58" fmla="*/ 459520 h 4939827"/>
              <a:gd name="connsiteX59" fmla="*/ 10173456 w 12192000"/>
              <a:gd name="connsiteY59" fmla="*/ 457749 h 4939827"/>
              <a:gd name="connsiteX60" fmla="*/ 10218232 w 12192000"/>
              <a:gd name="connsiteY60" fmla="*/ 459820 h 4939827"/>
              <a:gd name="connsiteX61" fmla="*/ 10354176 w 12192000"/>
              <a:gd name="connsiteY61" fmla="*/ 471377 h 4939827"/>
              <a:gd name="connsiteX62" fmla="*/ 10430681 w 12192000"/>
              <a:gd name="connsiteY62" fmla="*/ 481226 h 4939827"/>
              <a:gd name="connsiteX63" fmla="*/ 10478169 w 12192000"/>
              <a:gd name="connsiteY63" fmla="*/ 481774 h 4939827"/>
              <a:gd name="connsiteX64" fmla="*/ 10540907 w 12192000"/>
              <a:gd name="connsiteY64" fmla="*/ 485607 h 4939827"/>
              <a:gd name="connsiteX65" fmla="*/ 10614941 w 12192000"/>
              <a:gd name="connsiteY65" fmla="*/ 487592 h 4939827"/>
              <a:gd name="connsiteX66" fmla="*/ 10674098 w 12192000"/>
              <a:gd name="connsiteY66" fmla="*/ 521656 h 4939827"/>
              <a:gd name="connsiteX67" fmla="*/ 10874834 w 12192000"/>
              <a:gd name="connsiteY67" fmla="*/ 574867 h 4939827"/>
              <a:gd name="connsiteX68" fmla="*/ 10944981 w 12192000"/>
              <a:gd name="connsiteY68" fmla="*/ 615042 h 4939827"/>
              <a:gd name="connsiteX69" fmla="*/ 11006376 w 12192000"/>
              <a:gd name="connsiteY69" fmla="*/ 645957 h 4939827"/>
              <a:gd name="connsiteX70" fmla="*/ 11076308 w 12192000"/>
              <a:gd name="connsiteY70" fmla="*/ 675698 h 4939827"/>
              <a:gd name="connsiteX71" fmla="*/ 11148789 w 12192000"/>
              <a:gd name="connsiteY71" fmla="*/ 685041 h 4939827"/>
              <a:gd name="connsiteX72" fmla="*/ 11249129 w 12192000"/>
              <a:gd name="connsiteY72" fmla="*/ 684218 h 4939827"/>
              <a:gd name="connsiteX73" fmla="*/ 11299915 w 12192000"/>
              <a:gd name="connsiteY73" fmla="*/ 692177 h 4939827"/>
              <a:gd name="connsiteX74" fmla="*/ 11386973 w 12192000"/>
              <a:gd name="connsiteY74" fmla="*/ 708209 h 4939827"/>
              <a:gd name="connsiteX75" fmla="*/ 11500105 w 12192000"/>
              <a:gd name="connsiteY75" fmla="*/ 735014 h 4939827"/>
              <a:gd name="connsiteX76" fmla="*/ 11621735 w 12192000"/>
              <a:gd name="connsiteY76" fmla="*/ 789584 h 4939827"/>
              <a:gd name="connsiteX77" fmla="*/ 11691200 w 12192000"/>
              <a:gd name="connsiteY77" fmla="*/ 867902 h 4939827"/>
              <a:gd name="connsiteX78" fmla="*/ 11819427 w 12192000"/>
              <a:gd name="connsiteY78" fmla="*/ 911634 h 4939827"/>
              <a:gd name="connsiteX79" fmla="*/ 11969720 w 12192000"/>
              <a:gd name="connsiteY79" fmla="*/ 964737 h 4939827"/>
              <a:gd name="connsiteX80" fmla="*/ 12055766 w 12192000"/>
              <a:gd name="connsiteY80" fmla="*/ 991268 h 4939827"/>
              <a:gd name="connsiteX81" fmla="*/ 12171539 w 12192000"/>
              <a:gd name="connsiteY81" fmla="*/ 995427 h 4939827"/>
              <a:gd name="connsiteX82" fmla="*/ 12187831 w 12192000"/>
              <a:gd name="connsiteY82" fmla="*/ 996580 h 4939827"/>
              <a:gd name="connsiteX83" fmla="*/ 12192000 w 12192000"/>
              <a:gd name="connsiteY83" fmla="*/ 996726 h 4939827"/>
              <a:gd name="connsiteX84" fmla="*/ 12192000 w 12192000"/>
              <a:gd name="connsiteY84" fmla="*/ 4939827 h 4939827"/>
              <a:gd name="connsiteX85" fmla="*/ 0 w 12192000"/>
              <a:gd name="connsiteY85" fmla="*/ 4939827 h 4939827"/>
              <a:gd name="connsiteX86" fmla="*/ 0 w 12192000"/>
              <a:gd name="connsiteY86" fmla="*/ 512043 h 4939827"/>
              <a:gd name="connsiteX87" fmla="*/ 7381 w 12192000"/>
              <a:gd name="connsiteY87" fmla="*/ 512580 h 4939827"/>
              <a:gd name="connsiteX88" fmla="*/ 100029 w 12192000"/>
              <a:gd name="connsiteY88" fmla="*/ 504758 h 4939827"/>
              <a:gd name="connsiteX89" fmla="*/ 155244 w 12192000"/>
              <a:gd name="connsiteY89" fmla="*/ 525130 h 4939827"/>
              <a:gd name="connsiteX90" fmla="*/ 254366 w 12192000"/>
              <a:gd name="connsiteY90" fmla="*/ 534449 h 4939827"/>
              <a:gd name="connsiteX91" fmla="*/ 447292 w 12192000"/>
              <a:gd name="connsiteY91" fmla="*/ 542725 h 4939827"/>
              <a:gd name="connsiteX92" fmla="*/ 628105 w 12192000"/>
              <a:gd name="connsiteY92" fmla="*/ 547853 h 4939827"/>
              <a:gd name="connsiteX93" fmla="*/ 783146 w 12192000"/>
              <a:gd name="connsiteY93" fmla="*/ 591799 h 4939827"/>
              <a:gd name="connsiteX94" fmla="*/ 1043676 w 12192000"/>
              <a:gd name="connsiteY94" fmla="*/ 591887 h 4939827"/>
              <a:gd name="connsiteX95" fmla="*/ 1281816 w 12192000"/>
              <a:gd name="connsiteY95" fmla="*/ 520946 h 4939827"/>
              <a:gd name="connsiteX96" fmla="*/ 1486347 w 12192000"/>
              <a:gd name="connsiteY96" fmla="*/ 487310 h 4939827"/>
              <a:gd name="connsiteX97" fmla="*/ 1568079 w 12192000"/>
              <a:gd name="connsiteY97" fmla="*/ 462531 h 4939827"/>
              <a:gd name="connsiteX98" fmla="*/ 1622516 w 12192000"/>
              <a:gd name="connsiteY98" fmla="*/ 466058 h 4939827"/>
              <a:gd name="connsiteX99" fmla="*/ 1655457 w 12192000"/>
              <a:gd name="connsiteY99" fmla="*/ 465359 h 4939827"/>
              <a:gd name="connsiteX100" fmla="*/ 1717454 w 12192000"/>
              <a:gd name="connsiteY100" fmla="*/ 417203 h 4939827"/>
              <a:gd name="connsiteX101" fmla="*/ 1913794 w 12192000"/>
              <a:gd name="connsiteY101" fmla="*/ 365255 h 4939827"/>
              <a:gd name="connsiteX102" fmla="*/ 2129762 w 12192000"/>
              <a:gd name="connsiteY102" fmla="*/ 367832 h 4939827"/>
              <a:gd name="connsiteX103" fmla="*/ 2376970 w 12192000"/>
              <a:gd name="connsiteY103" fmla="*/ 350129 h 4939827"/>
              <a:gd name="connsiteX104" fmla="*/ 2480155 w 12192000"/>
              <a:gd name="connsiteY104" fmla="*/ 359227 h 4939827"/>
              <a:gd name="connsiteX105" fmla="*/ 2586782 w 12192000"/>
              <a:gd name="connsiteY105" fmla="*/ 339352 h 4939827"/>
              <a:gd name="connsiteX106" fmla="*/ 2679617 w 12192000"/>
              <a:gd name="connsiteY106" fmla="*/ 305383 h 4939827"/>
              <a:gd name="connsiteX107" fmla="*/ 2788947 w 12192000"/>
              <a:gd name="connsiteY107" fmla="*/ 250375 h 4939827"/>
              <a:gd name="connsiteX108" fmla="*/ 2965530 w 12192000"/>
              <a:gd name="connsiteY108" fmla="*/ 245958 h 4939827"/>
              <a:gd name="connsiteX109" fmla="*/ 3103677 w 12192000"/>
              <a:gd name="connsiteY109" fmla="*/ 209527 h 4939827"/>
              <a:gd name="connsiteX110" fmla="*/ 3126759 w 12192000"/>
              <a:gd name="connsiteY110" fmla="*/ 211226 h 4939827"/>
              <a:gd name="connsiteX111" fmla="*/ 3164020 w 12192000"/>
              <a:gd name="connsiteY111" fmla="*/ 212779 h 4939827"/>
              <a:gd name="connsiteX112" fmla="*/ 3285019 w 12192000"/>
              <a:gd name="connsiteY112" fmla="*/ 220535 h 4939827"/>
              <a:gd name="connsiteX113" fmla="*/ 3365154 w 12192000"/>
              <a:gd name="connsiteY113" fmla="*/ 226416 h 4939827"/>
              <a:gd name="connsiteX114" fmla="*/ 3367507 w 12192000"/>
              <a:gd name="connsiteY114" fmla="*/ 225416 h 4939827"/>
              <a:gd name="connsiteX115" fmla="*/ 3387567 w 12192000"/>
              <a:gd name="connsiteY115" fmla="*/ 227103 h 4939827"/>
              <a:gd name="connsiteX116" fmla="*/ 3498001 w 12192000"/>
              <a:gd name="connsiteY116" fmla="*/ 231941 h 4939827"/>
              <a:gd name="connsiteX117" fmla="*/ 3561557 w 12192000"/>
              <a:gd name="connsiteY117" fmla="*/ 228095 h 4939827"/>
              <a:gd name="connsiteX118" fmla="*/ 3611920 w 12192000"/>
              <a:gd name="connsiteY118" fmla="*/ 218094 h 4939827"/>
              <a:gd name="connsiteX119" fmla="*/ 3620528 w 12192000"/>
              <a:gd name="connsiteY119" fmla="*/ 218788 h 4939827"/>
              <a:gd name="connsiteX120" fmla="*/ 3620766 w 12192000"/>
              <a:gd name="connsiteY120" fmla="*/ 218511 h 4939827"/>
              <a:gd name="connsiteX121" fmla="*/ 3629977 w 12192000"/>
              <a:gd name="connsiteY121" fmla="*/ 218664 h 4939827"/>
              <a:gd name="connsiteX122" fmla="*/ 3636217 w 12192000"/>
              <a:gd name="connsiteY122" fmla="*/ 220048 h 4939827"/>
              <a:gd name="connsiteX123" fmla="*/ 3709484 w 12192000"/>
              <a:gd name="connsiteY123" fmla="*/ 186927 h 4939827"/>
              <a:gd name="connsiteX124" fmla="*/ 3761342 w 12192000"/>
              <a:gd name="connsiteY124" fmla="*/ 177474 h 4939827"/>
              <a:gd name="connsiteX125" fmla="*/ 3799748 w 12192000"/>
              <a:gd name="connsiteY125" fmla="*/ 167154 h 4939827"/>
              <a:gd name="connsiteX126" fmla="*/ 3922756 w 12192000"/>
              <a:gd name="connsiteY126" fmla="*/ 194044 h 4939827"/>
              <a:gd name="connsiteX127" fmla="*/ 4028476 w 12192000"/>
              <a:gd name="connsiteY127" fmla="*/ 223679 h 4939827"/>
              <a:gd name="connsiteX128" fmla="*/ 4191582 w 12192000"/>
              <a:gd name="connsiteY128" fmla="*/ 238952 h 4939827"/>
              <a:gd name="connsiteX129" fmla="*/ 4251024 w 12192000"/>
              <a:gd name="connsiteY129" fmla="*/ 240874 h 4939827"/>
              <a:gd name="connsiteX130" fmla="*/ 4355275 w 12192000"/>
              <a:gd name="connsiteY130" fmla="*/ 260205 h 4939827"/>
              <a:gd name="connsiteX131" fmla="*/ 4423807 w 12192000"/>
              <a:gd name="connsiteY131" fmla="*/ 270366 h 4939827"/>
              <a:gd name="connsiteX132" fmla="*/ 4558432 w 12192000"/>
              <a:gd name="connsiteY132" fmla="*/ 269194 h 4939827"/>
              <a:gd name="connsiteX133" fmla="*/ 4635061 w 12192000"/>
              <a:gd name="connsiteY133" fmla="*/ 280682 h 4939827"/>
              <a:gd name="connsiteX134" fmla="*/ 4807427 w 12192000"/>
              <a:gd name="connsiteY134" fmla="*/ 276835 h 4939827"/>
              <a:gd name="connsiteX135" fmla="*/ 5028933 w 12192000"/>
              <a:gd name="connsiteY135" fmla="*/ 183887 h 4939827"/>
              <a:gd name="connsiteX136" fmla="*/ 5093642 w 12192000"/>
              <a:gd name="connsiteY136" fmla="*/ 177214 h 4939827"/>
              <a:gd name="connsiteX137" fmla="*/ 5102642 w 12192000"/>
              <a:gd name="connsiteY137" fmla="*/ 186816 h 4939827"/>
              <a:gd name="connsiteX138" fmla="*/ 5193590 w 12192000"/>
              <a:gd name="connsiteY138" fmla="*/ 156458 h 4939827"/>
              <a:gd name="connsiteX139" fmla="*/ 5323922 w 12192000"/>
              <a:gd name="connsiteY139" fmla="*/ 146332 h 4939827"/>
              <a:gd name="connsiteX140" fmla="*/ 5421860 w 12192000"/>
              <a:gd name="connsiteY140" fmla="*/ 167298 h 4939827"/>
              <a:gd name="connsiteX141" fmla="*/ 5476948 w 12192000"/>
              <a:gd name="connsiteY141" fmla="*/ 173249 h 4939827"/>
              <a:gd name="connsiteX142" fmla="*/ 5516842 w 12192000"/>
              <a:gd name="connsiteY142" fmla="*/ 184018 h 4939827"/>
              <a:gd name="connsiteX143" fmla="*/ 5619415 w 12192000"/>
              <a:gd name="connsiteY143" fmla="*/ 176781 h 4939827"/>
              <a:gd name="connsiteX144" fmla="*/ 5789867 w 12192000"/>
              <a:gd name="connsiteY144" fmla="*/ 150304 h 4939827"/>
              <a:gd name="connsiteX145" fmla="*/ 5825953 w 12192000"/>
              <a:gd name="connsiteY145" fmla="*/ 147907 h 4939827"/>
              <a:gd name="connsiteX146" fmla="*/ 5856168 w 12192000"/>
              <a:gd name="connsiteY146" fmla="*/ 158719 h 4939827"/>
              <a:gd name="connsiteX147" fmla="*/ 5862476 w 12192000"/>
              <a:gd name="connsiteY147" fmla="*/ 172447 h 4939827"/>
              <a:gd name="connsiteX148" fmla="*/ 5882195 w 12192000"/>
              <a:gd name="connsiteY148" fmla="*/ 173195 h 4939827"/>
              <a:gd name="connsiteX149" fmla="*/ 5952585 w 12192000"/>
              <a:gd name="connsiteY149" fmla="*/ 161012 h 4939827"/>
              <a:gd name="connsiteX150" fmla="*/ 6001964 w 12192000"/>
              <a:gd name="connsiteY150" fmla="*/ 154786 h 4939827"/>
              <a:gd name="connsiteX151" fmla="*/ 6184207 w 12192000"/>
              <a:gd name="connsiteY151" fmla="*/ 132658 h 4939827"/>
              <a:gd name="connsiteX152" fmla="*/ 6415830 w 12192000"/>
              <a:gd name="connsiteY152" fmla="*/ 136006 h 4939827"/>
              <a:gd name="connsiteX153" fmla="*/ 6756965 w 12192000"/>
              <a:gd name="connsiteY153" fmla="*/ 57636 h 4939827"/>
              <a:gd name="connsiteX154" fmla="*/ 6819400 w 12192000"/>
              <a:gd name="connsiteY154" fmla="*/ 30742 h 4939827"/>
              <a:gd name="connsiteX155" fmla="*/ 6986370 w 12192000"/>
              <a:gd name="connsiteY155" fmla="*/ 12659 h 4939827"/>
              <a:gd name="connsiteX156" fmla="*/ 6989536 w 12192000"/>
              <a:gd name="connsiteY156" fmla="*/ 14528 h 4939827"/>
              <a:gd name="connsiteX157" fmla="*/ 7015933 w 12192000"/>
              <a:gd name="connsiteY157" fmla="*/ 9653 h 4939827"/>
              <a:gd name="connsiteX158" fmla="*/ 7020592 w 12192000"/>
              <a:gd name="connsiteY158" fmla="*/ 1651 h 4939827"/>
              <a:gd name="connsiteX159" fmla="*/ 7025905 w 12192000"/>
              <a:gd name="connsiteY159" fmla="*/ 0 h 4939827"/>
              <a:gd name="connsiteX0" fmla="*/ 7025905 w 12192000"/>
              <a:gd name="connsiteY0" fmla="*/ 0 h 4939827"/>
              <a:gd name="connsiteX1" fmla="*/ 7032579 w 12192000"/>
              <a:gd name="connsiteY1" fmla="*/ 2808 h 4939827"/>
              <a:gd name="connsiteX2" fmla="*/ 7079505 w 12192000"/>
              <a:gd name="connsiteY2" fmla="*/ 12971 h 4939827"/>
              <a:gd name="connsiteX3" fmla="*/ 7158791 w 12192000"/>
              <a:gd name="connsiteY3" fmla="*/ 12462 h 4939827"/>
              <a:gd name="connsiteX4" fmla="*/ 7233338 w 12192000"/>
              <a:gd name="connsiteY4" fmla="*/ 24846 h 4939827"/>
              <a:gd name="connsiteX5" fmla="*/ 7259791 w 12192000"/>
              <a:gd name="connsiteY5" fmla="*/ 29557 h 4939827"/>
              <a:gd name="connsiteX6" fmla="*/ 7263923 w 12192000"/>
              <a:gd name="connsiteY6" fmla="*/ 35029 h 4939827"/>
              <a:gd name="connsiteX7" fmla="*/ 7281549 w 12192000"/>
              <a:gd name="connsiteY7" fmla="*/ 39654 h 4939827"/>
              <a:gd name="connsiteX8" fmla="*/ 7374735 w 12192000"/>
              <a:gd name="connsiteY8" fmla="*/ 65326 h 4939827"/>
              <a:gd name="connsiteX9" fmla="*/ 7376078 w 12192000"/>
              <a:gd name="connsiteY9" fmla="*/ 63849 h 4939827"/>
              <a:gd name="connsiteX10" fmla="*/ 7402026 w 12192000"/>
              <a:gd name="connsiteY10" fmla="*/ 60308 h 4939827"/>
              <a:gd name="connsiteX11" fmla="*/ 7415091 w 12192000"/>
              <a:gd name="connsiteY11" fmla="*/ 77403 h 4939827"/>
              <a:gd name="connsiteX12" fmla="*/ 7488682 w 12192000"/>
              <a:gd name="connsiteY12" fmla="*/ 83440 h 4939827"/>
              <a:gd name="connsiteX13" fmla="*/ 7732750 w 12192000"/>
              <a:gd name="connsiteY13" fmla="*/ 145456 h 4939827"/>
              <a:gd name="connsiteX14" fmla="*/ 7785900 w 12192000"/>
              <a:gd name="connsiteY14" fmla="*/ 154493 h 4939827"/>
              <a:gd name="connsiteX15" fmla="*/ 7952584 w 12192000"/>
              <a:gd name="connsiteY15" fmla="*/ 170181 h 4939827"/>
              <a:gd name="connsiteX16" fmla="*/ 8009534 w 12192000"/>
              <a:gd name="connsiteY16" fmla="*/ 176441 h 4939827"/>
              <a:gd name="connsiteX17" fmla="*/ 8058681 w 12192000"/>
              <a:gd name="connsiteY17" fmla="*/ 219431 h 4939827"/>
              <a:gd name="connsiteX18" fmla="*/ 8126175 w 12192000"/>
              <a:gd name="connsiteY18" fmla="*/ 240005 h 4939827"/>
              <a:gd name="connsiteX19" fmla="*/ 8166439 w 12192000"/>
              <a:gd name="connsiteY19" fmla="*/ 252699 h 4939827"/>
              <a:gd name="connsiteX20" fmla="*/ 8281371 w 12192000"/>
              <a:gd name="connsiteY20" fmla="*/ 256875 h 4939827"/>
              <a:gd name="connsiteX21" fmla="*/ 8381609 w 12192000"/>
              <a:gd name="connsiteY21" fmla="*/ 240618 h 4939827"/>
              <a:gd name="connsiteX22" fmla="*/ 8406759 w 12192000"/>
              <a:gd name="connsiteY22" fmla="*/ 232517 h 4939827"/>
              <a:gd name="connsiteX23" fmla="*/ 8426506 w 12192000"/>
              <a:gd name="connsiteY23" fmla="*/ 241842 h 4939827"/>
              <a:gd name="connsiteX24" fmla="*/ 8427949 w 12192000"/>
              <a:gd name="connsiteY24" fmla="*/ 240981 h 4939827"/>
              <a:gd name="connsiteX25" fmla="*/ 8441468 w 12192000"/>
              <a:gd name="connsiteY25" fmla="*/ 241157 h 4939827"/>
              <a:gd name="connsiteX26" fmla="*/ 8565757 w 12192000"/>
              <a:gd name="connsiteY26" fmla="*/ 255317 h 4939827"/>
              <a:gd name="connsiteX27" fmla="*/ 8573171 w 12192000"/>
              <a:gd name="connsiteY27" fmla="*/ 258426 h 4939827"/>
              <a:gd name="connsiteX28" fmla="*/ 8573548 w 12192000"/>
              <a:gd name="connsiteY28" fmla="*/ 258241 h 4939827"/>
              <a:gd name="connsiteX29" fmla="*/ 8581827 w 12192000"/>
              <a:gd name="connsiteY29" fmla="*/ 261028 h 4939827"/>
              <a:gd name="connsiteX30" fmla="*/ 8586687 w 12192000"/>
              <a:gd name="connsiteY30" fmla="*/ 264089 h 4939827"/>
              <a:gd name="connsiteX31" fmla="*/ 8672650 w 12192000"/>
              <a:gd name="connsiteY31" fmla="*/ 254821 h 4939827"/>
              <a:gd name="connsiteX32" fmla="*/ 8785543 w 12192000"/>
              <a:gd name="connsiteY32" fmla="*/ 263406 h 4939827"/>
              <a:gd name="connsiteX33" fmla="*/ 8830588 w 12192000"/>
              <a:gd name="connsiteY33" fmla="*/ 265483 h 4939827"/>
              <a:gd name="connsiteX34" fmla="*/ 8905142 w 12192000"/>
              <a:gd name="connsiteY34" fmla="*/ 264958 h 4939827"/>
              <a:gd name="connsiteX35" fmla="*/ 8968582 w 12192000"/>
              <a:gd name="connsiteY35" fmla="*/ 262728 h 4939827"/>
              <a:gd name="connsiteX36" fmla="*/ 8972994 w 12192000"/>
              <a:gd name="connsiteY36" fmla="*/ 263284 h 4939827"/>
              <a:gd name="connsiteX37" fmla="*/ 9004605 w 12192000"/>
              <a:gd name="connsiteY37" fmla="*/ 258041 h 4939827"/>
              <a:gd name="connsiteX38" fmla="*/ 9016165 w 12192000"/>
              <a:gd name="connsiteY38" fmla="*/ 261258 h 4939827"/>
              <a:gd name="connsiteX39" fmla="*/ 9043297 w 12192000"/>
              <a:gd name="connsiteY39" fmla="*/ 281547 h 4939827"/>
              <a:gd name="connsiteX40" fmla="*/ 9048315 w 12192000"/>
              <a:gd name="connsiteY40" fmla="*/ 279264 h 4939827"/>
              <a:gd name="connsiteX41" fmla="*/ 9054706 w 12192000"/>
              <a:gd name="connsiteY41" fmla="*/ 278538 h 4939827"/>
              <a:gd name="connsiteX42" fmla="*/ 9070919 w 12192000"/>
              <a:gd name="connsiteY42" fmla="*/ 281810 h 4939827"/>
              <a:gd name="connsiteX43" fmla="*/ 9076813 w 12192000"/>
              <a:gd name="connsiteY43" fmla="*/ 283909 h 4939827"/>
              <a:gd name="connsiteX44" fmla="*/ 9085871 w 12192000"/>
              <a:gd name="connsiteY44" fmla="*/ 285133 h 4939827"/>
              <a:gd name="connsiteX45" fmla="*/ 9086159 w 12192000"/>
              <a:gd name="connsiteY45" fmla="*/ 284887 h 4939827"/>
              <a:gd name="connsiteX46" fmla="*/ 9134606 w 12192000"/>
              <a:gd name="connsiteY46" fmla="*/ 288168 h 4939827"/>
              <a:gd name="connsiteX47" fmla="*/ 9195590 w 12192000"/>
              <a:gd name="connsiteY47" fmla="*/ 279568 h 4939827"/>
              <a:gd name="connsiteX48" fmla="*/ 9219336 w 12192000"/>
              <a:gd name="connsiteY48" fmla="*/ 278133 h 4939827"/>
              <a:gd name="connsiteX49" fmla="*/ 9232362 w 12192000"/>
              <a:gd name="connsiteY49" fmla="*/ 275894 h 4939827"/>
              <a:gd name="connsiteX50" fmla="*/ 9283638 w 12192000"/>
              <a:gd name="connsiteY50" fmla="*/ 299924 h 4939827"/>
              <a:gd name="connsiteX51" fmla="*/ 9371484 w 12192000"/>
              <a:gd name="connsiteY51" fmla="*/ 329634 h 4939827"/>
              <a:gd name="connsiteX52" fmla="*/ 9404829 w 12192000"/>
              <a:gd name="connsiteY52" fmla="*/ 339038 h 4939827"/>
              <a:gd name="connsiteX53" fmla="*/ 9427021 w 12192000"/>
              <a:gd name="connsiteY53" fmla="*/ 358784 h 4939827"/>
              <a:gd name="connsiteX54" fmla="*/ 9670844 w 12192000"/>
              <a:gd name="connsiteY54" fmla="*/ 405128 h 4939827"/>
              <a:gd name="connsiteX55" fmla="*/ 9816083 w 12192000"/>
              <a:gd name="connsiteY55" fmla="*/ 416573 h 4939827"/>
              <a:gd name="connsiteX56" fmla="*/ 9936741 w 12192000"/>
              <a:gd name="connsiteY56" fmla="*/ 437044 h 4939827"/>
              <a:gd name="connsiteX57" fmla="*/ 10050093 w 12192000"/>
              <a:gd name="connsiteY57" fmla="*/ 443783 h 4939827"/>
              <a:gd name="connsiteX58" fmla="*/ 10130090 w 12192000"/>
              <a:gd name="connsiteY58" fmla="*/ 459520 h 4939827"/>
              <a:gd name="connsiteX59" fmla="*/ 10173456 w 12192000"/>
              <a:gd name="connsiteY59" fmla="*/ 457749 h 4939827"/>
              <a:gd name="connsiteX60" fmla="*/ 10218232 w 12192000"/>
              <a:gd name="connsiteY60" fmla="*/ 459820 h 4939827"/>
              <a:gd name="connsiteX61" fmla="*/ 10354176 w 12192000"/>
              <a:gd name="connsiteY61" fmla="*/ 471377 h 4939827"/>
              <a:gd name="connsiteX62" fmla="*/ 10430681 w 12192000"/>
              <a:gd name="connsiteY62" fmla="*/ 481226 h 4939827"/>
              <a:gd name="connsiteX63" fmla="*/ 10478169 w 12192000"/>
              <a:gd name="connsiteY63" fmla="*/ 481774 h 4939827"/>
              <a:gd name="connsiteX64" fmla="*/ 10540907 w 12192000"/>
              <a:gd name="connsiteY64" fmla="*/ 485607 h 4939827"/>
              <a:gd name="connsiteX65" fmla="*/ 10614941 w 12192000"/>
              <a:gd name="connsiteY65" fmla="*/ 487592 h 4939827"/>
              <a:gd name="connsiteX66" fmla="*/ 10674098 w 12192000"/>
              <a:gd name="connsiteY66" fmla="*/ 521656 h 4939827"/>
              <a:gd name="connsiteX67" fmla="*/ 10874834 w 12192000"/>
              <a:gd name="connsiteY67" fmla="*/ 574867 h 4939827"/>
              <a:gd name="connsiteX68" fmla="*/ 10944981 w 12192000"/>
              <a:gd name="connsiteY68" fmla="*/ 615042 h 4939827"/>
              <a:gd name="connsiteX69" fmla="*/ 11006376 w 12192000"/>
              <a:gd name="connsiteY69" fmla="*/ 645957 h 4939827"/>
              <a:gd name="connsiteX70" fmla="*/ 11076308 w 12192000"/>
              <a:gd name="connsiteY70" fmla="*/ 675698 h 4939827"/>
              <a:gd name="connsiteX71" fmla="*/ 11148789 w 12192000"/>
              <a:gd name="connsiteY71" fmla="*/ 685041 h 4939827"/>
              <a:gd name="connsiteX72" fmla="*/ 11249129 w 12192000"/>
              <a:gd name="connsiteY72" fmla="*/ 684218 h 4939827"/>
              <a:gd name="connsiteX73" fmla="*/ 11299915 w 12192000"/>
              <a:gd name="connsiteY73" fmla="*/ 692177 h 4939827"/>
              <a:gd name="connsiteX74" fmla="*/ 11386973 w 12192000"/>
              <a:gd name="connsiteY74" fmla="*/ 708209 h 4939827"/>
              <a:gd name="connsiteX75" fmla="*/ 11500105 w 12192000"/>
              <a:gd name="connsiteY75" fmla="*/ 735014 h 4939827"/>
              <a:gd name="connsiteX76" fmla="*/ 11621735 w 12192000"/>
              <a:gd name="connsiteY76" fmla="*/ 789584 h 4939827"/>
              <a:gd name="connsiteX77" fmla="*/ 11691200 w 12192000"/>
              <a:gd name="connsiteY77" fmla="*/ 867902 h 4939827"/>
              <a:gd name="connsiteX78" fmla="*/ 11819427 w 12192000"/>
              <a:gd name="connsiteY78" fmla="*/ 911634 h 4939827"/>
              <a:gd name="connsiteX79" fmla="*/ 11969720 w 12192000"/>
              <a:gd name="connsiteY79" fmla="*/ 964737 h 4939827"/>
              <a:gd name="connsiteX80" fmla="*/ 12055766 w 12192000"/>
              <a:gd name="connsiteY80" fmla="*/ 991268 h 4939827"/>
              <a:gd name="connsiteX81" fmla="*/ 12171539 w 12192000"/>
              <a:gd name="connsiteY81" fmla="*/ 995427 h 4939827"/>
              <a:gd name="connsiteX82" fmla="*/ 12187831 w 12192000"/>
              <a:gd name="connsiteY82" fmla="*/ 996580 h 4939827"/>
              <a:gd name="connsiteX83" fmla="*/ 12192000 w 12192000"/>
              <a:gd name="connsiteY83" fmla="*/ 996726 h 4939827"/>
              <a:gd name="connsiteX84" fmla="*/ 12192000 w 12192000"/>
              <a:gd name="connsiteY84" fmla="*/ 4939827 h 4939827"/>
              <a:gd name="connsiteX85" fmla="*/ 0 w 12192000"/>
              <a:gd name="connsiteY85" fmla="*/ 4939827 h 4939827"/>
              <a:gd name="connsiteX86" fmla="*/ 0 w 12192000"/>
              <a:gd name="connsiteY86" fmla="*/ 512043 h 4939827"/>
              <a:gd name="connsiteX87" fmla="*/ 7381 w 12192000"/>
              <a:gd name="connsiteY87" fmla="*/ 512580 h 4939827"/>
              <a:gd name="connsiteX88" fmla="*/ 100029 w 12192000"/>
              <a:gd name="connsiteY88" fmla="*/ 504758 h 4939827"/>
              <a:gd name="connsiteX89" fmla="*/ 155244 w 12192000"/>
              <a:gd name="connsiteY89" fmla="*/ 525130 h 4939827"/>
              <a:gd name="connsiteX90" fmla="*/ 254366 w 12192000"/>
              <a:gd name="connsiteY90" fmla="*/ 534449 h 4939827"/>
              <a:gd name="connsiteX91" fmla="*/ 447292 w 12192000"/>
              <a:gd name="connsiteY91" fmla="*/ 542725 h 4939827"/>
              <a:gd name="connsiteX92" fmla="*/ 628105 w 12192000"/>
              <a:gd name="connsiteY92" fmla="*/ 547853 h 4939827"/>
              <a:gd name="connsiteX93" fmla="*/ 783146 w 12192000"/>
              <a:gd name="connsiteY93" fmla="*/ 591799 h 4939827"/>
              <a:gd name="connsiteX94" fmla="*/ 1043676 w 12192000"/>
              <a:gd name="connsiteY94" fmla="*/ 591887 h 4939827"/>
              <a:gd name="connsiteX95" fmla="*/ 1281816 w 12192000"/>
              <a:gd name="connsiteY95" fmla="*/ 520946 h 4939827"/>
              <a:gd name="connsiteX96" fmla="*/ 1486347 w 12192000"/>
              <a:gd name="connsiteY96" fmla="*/ 487310 h 4939827"/>
              <a:gd name="connsiteX97" fmla="*/ 1568079 w 12192000"/>
              <a:gd name="connsiteY97" fmla="*/ 462531 h 4939827"/>
              <a:gd name="connsiteX98" fmla="*/ 1622516 w 12192000"/>
              <a:gd name="connsiteY98" fmla="*/ 466058 h 4939827"/>
              <a:gd name="connsiteX99" fmla="*/ 1655457 w 12192000"/>
              <a:gd name="connsiteY99" fmla="*/ 465359 h 4939827"/>
              <a:gd name="connsiteX100" fmla="*/ 1717454 w 12192000"/>
              <a:gd name="connsiteY100" fmla="*/ 417203 h 4939827"/>
              <a:gd name="connsiteX101" fmla="*/ 1913794 w 12192000"/>
              <a:gd name="connsiteY101" fmla="*/ 365255 h 4939827"/>
              <a:gd name="connsiteX102" fmla="*/ 2129762 w 12192000"/>
              <a:gd name="connsiteY102" fmla="*/ 367832 h 4939827"/>
              <a:gd name="connsiteX103" fmla="*/ 2376970 w 12192000"/>
              <a:gd name="connsiteY103" fmla="*/ 350129 h 4939827"/>
              <a:gd name="connsiteX104" fmla="*/ 2480155 w 12192000"/>
              <a:gd name="connsiteY104" fmla="*/ 359227 h 4939827"/>
              <a:gd name="connsiteX105" fmla="*/ 2586782 w 12192000"/>
              <a:gd name="connsiteY105" fmla="*/ 339352 h 4939827"/>
              <a:gd name="connsiteX106" fmla="*/ 2679617 w 12192000"/>
              <a:gd name="connsiteY106" fmla="*/ 305383 h 4939827"/>
              <a:gd name="connsiteX107" fmla="*/ 2788947 w 12192000"/>
              <a:gd name="connsiteY107" fmla="*/ 250375 h 4939827"/>
              <a:gd name="connsiteX108" fmla="*/ 2965530 w 12192000"/>
              <a:gd name="connsiteY108" fmla="*/ 245958 h 4939827"/>
              <a:gd name="connsiteX109" fmla="*/ 3103677 w 12192000"/>
              <a:gd name="connsiteY109" fmla="*/ 209527 h 4939827"/>
              <a:gd name="connsiteX110" fmla="*/ 3126759 w 12192000"/>
              <a:gd name="connsiteY110" fmla="*/ 211226 h 4939827"/>
              <a:gd name="connsiteX111" fmla="*/ 3164020 w 12192000"/>
              <a:gd name="connsiteY111" fmla="*/ 212779 h 4939827"/>
              <a:gd name="connsiteX112" fmla="*/ 3285019 w 12192000"/>
              <a:gd name="connsiteY112" fmla="*/ 220535 h 4939827"/>
              <a:gd name="connsiteX113" fmla="*/ 3365154 w 12192000"/>
              <a:gd name="connsiteY113" fmla="*/ 226416 h 4939827"/>
              <a:gd name="connsiteX114" fmla="*/ 3367507 w 12192000"/>
              <a:gd name="connsiteY114" fmla="*/ 225416 h 4939827"/>
              <a:gd name="connsiteX115" fmla="*/ 3387567 w 12192000"/>
              <a:gd name="connsiteY115" fmla="*/ 227103 h 4939827"/>
              <a:gd name="connsiteX116" fmla="*/ 3498001 w 12192000"/>
              <a:gd name="connsiteY116" fmla="*/ 231941 h 4939827"/>
              <a:gd name="connsiteX117" fmla="*/ 3561557 w 12192000"/>
              <a:gd name="connsiteY117" fmla="*/ 228095 h 4939827"/>
              <a:gd name="connsiteX118" fmla="*/ 3611920 w 12192000"/>
              <a:gd name="connsiteY118" fmla="*/ 218094 h 4939827"/>
              <a:gd name="connsiteX119" fmla="*/ 3620528 w 12192000"/>
              <a:gd name="connsiteY119" fmla="*/ 218788 h 4939827"/>
              <a:gd name="connsiteX120" fmla="*/ 3620766 w 12192000"/>
              <a:gd name="connsiteY120" fmla="*/ 218511 h 4939827"/>
              <a:gd name="connsiteX121" fmla="*/ 3629977 w 12192000"/>
              <a:gd name="connsiteY121" fmla="*/ 218664 h 4939827"/>
              <a:gd name="connsiteX122" fmla="*/ 3636217 w 12192000"/>
              <a:gd name="connsiteY122" fmla="*/ 220048 h 4939827"/>
              <a:gd name="connsiteX123" fmla="*/ 3709484 w 12192000"/>
              <a:gd name="connsiteY123" fmla="*/ 186927 h 4939827"/>
              <a:gd name="connsiteX124" fmla="*/ 3761342 w 12192000"/>
              <a:gd name="connsiteY124" fmla="*/ 177474 h 4939827"/>
              <a:gd name="connsiteX125" fmla="*/ 3799748 w 12192000"/>
              <a:gd name="connsiteY125" fmla="*/ 167154 h 4939827"/>
              <a:gd name="connsiteX126" fmla="*/ 3922756 w 12192000"/>
              <a:gd name="connsiteY126" fmla="*/ 194044 h 4939827"/>
              <a:gd name="connsiteX127" fmla="*/ 4028476 w 12192000"/>
              <a:gd name="connsiteY127" fmla="*/ 223679 h 4939827"/>
              <a:gd name="connsiteX128" fmla="*/ 4191582 w 12192000"/>
              <a:gd name="connsiteY128" fmla="*/ 238952 h 4939827"/>
              <a:gd name="connsiteX129" fmla="*/ 4251024 w 12192000"/>
              <a:gd name="connsiteY129" fmla="*/ 240874 h 4939827"/>
              <a:gd name="connsiteX130" fmla="*/ 4355275 w 12192000"/>
              <a:gd name="connsiteY130" fmla="*/ 260205 h 4939827"/>
              <a:gd name="connsiteX131" fmla="*/ 4423807 w 12192000"/>
              <a:gd name="connsiteY131" fmla="*/ 270366 h 4939827"/>
              <a:gd name="connsiteX132" fmla="*/ 4558432 w 12192000"/>
              <a:gd name="connsiteY132" fmla="*/ 269194 h 4939827"/>
              <a:gd name="connsiteX133" fmla="*/ 4635061 w 12192000"/>
              <a:gd name="connsiteY133" fmla="*/ 280682 h 4939827"/>
              <a:gd name="connsiteX134" fmla="*/ 4807427 w 12192000"/>
              <a:gd name="connsiteY134" fmla="*/ 276835 h 4939827"/>
              <a:gd name="connsiteX135" fmla="*/ 5028933 w 12192000"/>
              <a:gd name="connsiteY135" fmla="*/ 183887 h 4939827"/>
              <a:gd name="connsiteX136" fmla="*/ 5093642 w 12192000"/>
              <a:gd name="connsiteY136" fmla="*/ 177214 h 4939827"/>
              <a:gd name="connsiteX137" fmla="*/ 5102642 w 12192000"/>
              <a:gd name="connsiteY137" fmla="*/ 186816 h 4939827"/>
              <a:gd name="connsiteX138" fmla="*/ 5193590 w 12192000"/>
              <a:gd name="connsiteY138" fmla="*/ 156458 h 4939827"/>
              <a:gd name="connsiteX139" fmla="*/ 5323922 w 12192000"/>
              <a:gd name="connsiteY139" fmla="*/ 146332 h 4939827"/>
              <a:gd name="connsiteX140" fmla="*/ 5421860 w 12192000"/>
              <a:gd name="connsiteY140" fmla="*/ 167298 h 4939827"/>
              <a:gd name="connsiteX141" fmla="*/ 5476948 w 12192000"/>
              <a:gd name="connsiteY141" fmla="*/ 173249 h 4939827"/>
              <a:gd name="connsiteX142" fmla="*/ 5516842 w 12192000"/>
              <a:gd name="connsiteY142" fmla="*/ 184018 h 4939827"/>
              <a:gd name="connsiteX143" fmla="*/ 5619415 w 12192000"/>
              <a:gd name="connsiteY143" fmla="*/ 176781 h 4939827"/>
              <a:gd name="connsiteX144" fmla="*/ 5789867 w 12192000"/>
              <a:gd name="connsiteY144" fmla="*/ 150304 h 4939827"/>
              <a:gd name="connsiteX145" fmla="*/ 5825953 w 12192000"/>
              <a:gd name="connsiteY145" fmla="*/ 147907 h 4939827"/>
              <a:gd name="connsiteX146" fmla="*/ 5856168 w 12192000"/>
              <a:gd name="connsiteY146" fmla="*/ 158719 h 4939827"/>
              <a:gd name="connsiteX147" fmla="*/ 5862476 w 12192000"/>
              <a:gd name="connsiteY147" fmla="*/ 172447 h 4939827"/>
              <a:gd name="connsiteX148" fmla="*/ 5882195 w 12192000"/>
              <a:gd name="connsiteY148" fmla="*/ 173195 h 4939827"/>
              <a:gd name="connsiteX149" fmla="*/ 5952585 w 12192000"/>
              <a:gd name="connsiteY149" fmla="*/ 161012 h 4939827"/>
              <a:gd name="connsiteX150" fmla="*/ 6001964 w 12192000"/>
              <a:gd name="connsiteY150" fmla="*/ 154786 h 4939827"/>
              <a:gd name="connsiteX151" fmla="*/ 6184207 w 12192000"/>
              <a:gd name="connsiteY151" fmla="*/ 132658 h 4939827"/>
              <a:gd name="connsiteX152" fmla="*/ 6415830 w 12192000"/>
              <a:gd name="connsiteY152" fmla="*/ 136006 h 4939827"/>
              <a:gd name="connsiteX153" fmla="*/ 6756965 w 12192000"/>
              <a:gd name="connsiteY153" fmla="*/ 57636 h 4939827"/>
              <a:gd name="connsiteX154" fmla="*/ 6819400 w 12192000"/>
              <a:gd name="connsiteY154" fmla="*/ 30742 h 4939827"/>
              <a:gd name="connsiteX155" fmla="*/ 6986370 w 12192000"/>
              <a:gd name="connsiteY155" fmla="*/ 12659 h 4939827"/>
              <a:gd name="connsiteX156" fmla="*/ 6989536 w 12192000"/>
              <a:gd name="connsiteY156" fmla="*/ 14528 h 4939827"/>
              <a:gd name="connsiteX157" fmla="*/ 7015933 w 12192000"/>
              <a:gd name="connsiteY157" fmla="*/ 9653 h 4939827"/>
              <a:gd name="connsiteX158" fmla="*/ 7020592 w 12192000"/>
              <a:gd name="connsiteY158" fmla="*/ 1651 h 4939827"/>
              <a:gd name="connsiteX159" fmla="*/ 7025905 w 12192000"/>
              <a:gd name="connsiteY159" fmla="*/ 0 h 4939827"/>
              <a:gd name="connsiteX0" fmla="*/ 7025905 w 12192000"/>
              <a:gd name="connsiteY0" fmla="*/ 0 h 4939827"/>
              <a:gd name="connsiteX1" fmla="*/ 7032579 w 12192000"/>
              <a:gd name="connsiteY1" fmla="*/ 2808 h 4939827"/>
              <a:gd name="connsiteX2" fmla="*/ 7079505 w 12192000"/>
              <a:gd name="connsiteY2" fmla="*/ 12971 h 4939827"/>
              <a:gd name="connsiteX3" fmla="*/ 7158791 w 12192000"/>
              <a:gd name="connsiteY3" fmla="*/ 12462 h 4939827"/>
              <a:gd name="connsiteX4" fmla="*/ 7233338 w 12192000"/>
              <a:gd name="connsiteY4" fmla="*/ 24846 h 4939827"/>
              <a:gd name="connsiteX5" fmla="*/ 7259791 w 12192000"/>
              <a:gd name="connsiteY5" fmla="*/ 29557 h 4939827"/>
              <a:gd name="connsiteX6" fmla="*/ 7263923 w 12192000"/>
              <a:gd name="connsiteY6" fmla="*/ 35029 h 4939827"/>
              <a:gd name="connsiteX7" fmla="*/ 7281549 w 12192000"/>
              <a:gd name="connsiteY7" fmla="*/ 39654 h 4939827"/>
              <a:gd name="connsiteX8" fmla="*/ 7374735 w 12192000"/>
              <a:gd name="connsiteY8" fmla="*/ 65326 h 4939827"/>
              <a:gd name="connsiteX9" fmla="*/ 7376078 w 12192000"/>
              <a:gd name="connsiteY9" fmla="*/ 63849 h 4939827"/>
              <a:gd name="connsiteX10" fmla="*/ 7402026 w 12192000"/>
              <a:gd name="connsiteY10" fmla="*/ 60308 h 4939827"/>
              <a:gd name="connsiteX11" fmla="*/ 7415091 w 12192000"/>
              <a:gd name="connsiteY11" fmla="*/ 77403 h 4939827"/>
              <a:gd name="connsiteX12" fmla="*/ 7488682 w 12192000"/>
              <a:gd name="connsiteY12" fmla="*/ 83440 h 4939827"/>
              <a:gd name="connsiteX13" fmla="*/ 7732750 w 12192000"/>
              <a:gd name="connsiteY13" fmla="*/ 145456 h 4939827"/>
              <a:gd name="connsiteX14" fmla="*/ 7785900 w 12192000"/>
              <a:gd name="connsiteY14" fmla="*/ 154493 h 4939827"/>
              <a:gd name="connsiteX15" fmla="*/ 7952584 w 12192000"/>
              <a:gd name="connsiteY15" fmla="*/ 170181 h 4939827"/>
              <a:gd name="connsiteX16" fmla="*/ 8009534 w 12192000"/>
              <a:gd name="connsiteY16" fmla="*/ 176441 h 4939827"/>
              <a:gd name="connsiteX17" fmla="*/ 8058681 w 12192000"/>
              <a:gd name="connsiteY17" fmla="*/ 219431 h 4939827"/>
              <a:gd name="connsiteX18" fmla="*/ 8126175 w 12192000"/>
              <a:gd name="connsiteY18" fmla="*/ 240005 h 4939827"/>
              <a:gd name="connsiteX19" fmla="*/ 8166439 w 12192000"/>
              <a:gd name="connsiteY19" fmla="*/ 252699 h 4939827"/>
              <a:gd name="connsiteX20" fmla="*/ 8281371 w 12192000"/>
              <a:gd name="connsiteY20" fmla="*/ 256875 h 4939827"/>
              <a:gd name="connsiteX21" fmla="*/ 8381609 w 12192000"/>
              <a:gd name="connsiteY21" fmla="*/ 240618 h 4939827"/>
              <a:gd name="connsiteX22" fmla="*/ 8406759 w 12192000"/>
              <a:gd name="connsiteY22" fmla="*/ 232517 h 4939827"/>
              <a:gd name="connsiteX23" fmla="*/ 8426506 w 12192000"/>
              <a:gd name="connsiteY23" fmla="*/ 241842 h 4939827"/>
              <a:gd name="connsiteX24" fmla="*/ 8427949 w 12192000"/>
              <a:gd name="connsiteY24" fmla="*/ 240981 h 4939827"/>
              <a:gd name="connsiteX25" fmla="*/ 8441468 w 12192000"/>
              <a:gd name="connsiteY25" fmla="*/ 241157 h 4939827"/>
              <a:gd name="connsiteX26" fmla="*/ 8565757 w 12192000"/>
              <a:gd name="connsiteY26" fmla="*/ 255317 h 4939827"/>
              <a:gd name="connsiteX27" fmla="*/ 8573171 w 12192000"/>
              <a:gd name="connsiteY27" fmla="*/ 258426 h 4939827"/>
              <a:gd name="connsiteX28" fmla="*/ 8573548 w 12192000"/>
              <a:gd name="connsiteY28" fmla="*/ 258241 h 4939827"/>
              <a:gd name="connsiteX29" fmla="*/ 8581827 w 12192000"/>
              <a:gd name="connsiteY29" fmla="*/ 261028 h 4939827"/>
              <a:gd name="connsiteX30" fmla="*/ 8672650 w 12192000"/>
              <a:gd name="connsiteY30" fmla="*/ 254821 h 4939827"/>
              <a:gd name="connsiteX31" fmla="*/ 8785543 w 12192000"/>
              <a:gd name="connsiteY31" fmla="*/ 263406 h 4939827"/>
              <a:gd name="connsiteX32" fmla="*/ 8830588 w 12192000"/>
              <a:gd name="connsiteY32" fmla="*/ 265483 h 4939827"/>
              <a:gd name="connsiteX33" fmla="*/ 8905142 w 12192000"/>
              <a:gd name="connsiteY33" fmla="*/ 264958 h 4939827"/>
              <a:gd name="connsiteX34" fmla="*/ 8968582 w 12192000"/>
              <a:gd name="connsiteY34" fmla="*/ 262728 h 4939827"/>
              <a:gd name="connsiteX35" fmla="*/ 8972994 w 12192000"/>
              <a:gd name="connsiteY35" fmla="*/ 263284 h 4939827"/>
              <a:gd name="connsiteX36" fmla="*/ 9004605 w 12192000"/>
              <a:gd name="connsiteY36" fmla="*/ 258041 h 4939827"/>
              <a:gd name="connsiteX37" fmla="*/ 9016165 w 12192000"/>
              <a:gd name="connsiteY37" fmla="*/ 261258 h 4939827"/>
              <a:gd name="connsiteX38" fmla="*/ 9043297 w 12192000"/>
              <a:gd name="connsiteY38" fmla="*/ 281547 h 4939827"/>
              <a:gd name="connsiteX39" fmla="*/ 9048315 w 12192000"/>
              <a:gd name="connsiteY39" fmla="*/ 279264 h 4939827"/>
              <a:gd name="connsiteX40" fmla="*/ 9054706 w 12192000"/>
              <a:gd name="connsiteY40" fmla="*/ 278538 h 4939827"/>
              <a:gd name="connsiteX41" fmla="*/ 9070919 w 12192000"/>
              <a:gd name="connsiteY41" fmla="*/ 281810 h 4939827"/>
              <a:gd name="connsiteX42" fmla="*/ 9076813 w 12192000"/>
              <a:gd name="connsiteY42" fmla="*/ 283909 h 4939827"/>
              <a:gd name="connsiteX43" fmla="*/ 9085871 w 12192000"/>
              <a:gd name="connsiteY43" fmla="*/ 285133 h 4939827"/>
              <a:gd name="connsiteX44" fmla="*/ 9086159 w 12192000"/>
              <a:gd name="connsiteY44" fmla="*/ 284887 h 4939827"/>
              <a:gd name="connsiteX45" fmla="*/ 9134606 w 12192000"/>
              <a:gd name="connsiteY45" fmla="*/ 288168 h 4939827"/>
              <a:gd name="connsiteX46" fmla="*/ 9195590 w 12192000"/>
              <a:gd name="connsiteY46" fmla="*/ 279568 h 4939827"/>
              <a:gd name="connsiteX47" fmla="*/ 9219336 w 12192000"/>
              <a:gd name="connsiteY47" fmla="*/ 278133 h 4939827"/>
              <a:gd name="connsiteX48" fmla="*/ 9232362 w 12192000"/>
              <a:gd name="connsiteY48" fmla="*/ 275894 h 4939827"/>
              <a:gd name="connsiteX49" fmla="*/ 9283638 w 12192000"/>
              <a:gd name="connsiteY49" fmla="*/ 299924 h 4939827"/>
              <a:gd name="connsiteX50" fmla="*/ 9371484 w 12192000"/>
              <a:gd name="connsiteY50" fmla="*/ 329634 h 4939827"/>
              <a:gd name="connsiteX51" fmla="*/ 9404829 w 12192000"/>
              <a:gd name="connsiteY51" fmla="*/ 339038 h 4939827"/>
              <a:gd name="connsiteX52" fmla="*/ 9427021 w 12192000"/>
              <a:gd name="connsiteY52" fmla="*/ 358784 h 4939827"/>
              <a:gd name="connsiteX53" fmla="*/ 9670844 w 12192000"/>
              <a:gd name="connsiteY53" fmla="*/ 405128 h 4939827"/>
              <a:gd name="connsiteX54" fmla="*/ 9816083 w 12192000"/>
              <a:gd name="connsiteY54" fmla="*/ 416573 h 4939827"/>
              <a:gd name="connsiteX55" fmla="*/ 9936741 w 12192000"/>
              <a:gd name="connsiteY55" fmla="*/ 437044 h 4939827"/>
              <a:gd name="connsiteX56" fmla="*/ 10050093 w 12192000"/>
              <a:gd name="connsiteY56" fmla="*/ 443783 h 4939827"/>
              <a:gd name="connsiteX57" fmla="*/ 10130090 w 12192000"/>
              <a:gd name="connsiteY57" fmla="*/ 459520 h 4939827"/>
              <a:gd name="connsiteX58" fmla="*/ 10173456 w 12192000"/>
              <a:gd name="connsiteY58" fmla="*/ 457749 h 4939827"/>
              <a:gd name="connsiteX59" fmla="*/ 10218232 w 12192000"/>
              <a:gd name="connsiteY59" fmla="*/ 459820 h 4939827"/>
              <a:gd name="connsiteX60" fmla="*/ 10354176 w 12192000"/>
              <a:gd name="connsiteY60" fmla="*/ 471377 h 4939827"/>
              <a:gd name="connsiteX61" fmla="*/ 10430681 w 12192000"/>
              <a:gd name="connsiteY61" fmla="*/ 481226 h 4939827"/>
              <a:gd name="connsiteX62" fmla="*/ 10478169 w 12192000"/>
              <a:gd name="connsiteY62" fmla="*/ 481774 h 4939827"/>
              <a:gd name="connsiteX63" fmla="*/ 10540907 w 12192000"/>
              <a:gd name="connsiteY63" fmla="*/ 485607 h 4939827"/>
              <a:gd name="connsiteX64" fmla="*/ 10614941 w 12192000"/>
              <a:gd name="connsiteY64" fmla="*/ 487592 h 4939827"/>
              <a:gd name="connsiteX65" fmla="*/ 10674098 w 12192000"/>
              <a:gd name="connsiteY65" fmla="*/ 521656 h 4939827"/>
              <a:gd name="connsiteX66" fmla="*/ 10874834 w 12192000"/>
              <a:gd name="connsiteY66" fmla="*/ 574867 h 4939827"/>
              <a:gd name="connsiteX67" fmla="*/ 10944981 w 12192000"/>
              <a:gd name="connsiteY67" fmla="*/ 615042 h 4939827"/>
              <a:gd name="connsiteX68" fmla="*/ 11006376 w 12192000"/>
              <a:gd name="connsiteY68" fmla="*/ 645957 h 4939827"/>
              <a:gd name="connsiteX69" fmla="*/ 11076308 w 12192000"/>
              <a:gd name="connsiteY69" fmla="*/ 675698 h 4939827"/>
              <a:gd name="connsiteX70" fmla="*/ 11148789 w 12192000"/>
              <a:gd name="connsiteY70" fmla="*/ 685041 h 4939827"/>
              <a:gd name="connsiteX71" fmla="*/ 11249129 w 12192000"/>
              <a:gd name="connsiteY71" fmla="*/ 684218 h 4939827"/>
              <a:gd name="connsiteX72" fmla="*/ 11299915 w 12192000"/>
              <a:gd name="connsiteY72" fmla="*/ 692177 h 4939827"/>
              <a:gd name="connsiteX73" fmla="*/ 11386973 w 12192000"/>
              <a:gd name="connsiteY73" fmla="*/ 708209 h 4939827"/>
              <a:gd name="connsiteX74" fmla="*/ 11500105 w 12192000"/>
              <a:gd name="connsiteY74" fmla="*/ 735014 h 4939827"/>
              <a:gd name="connsiteX75" fmla="*/ 11621735 w 12192000"/>
              <a:gd name="connsiteY75" fmla="*/ 789584 h 4939827"/>
              <a:gd name="connsiteX76" fmla="*/ 11691200 w 12192000"/>
              <a:gd name="connsiteY76" fmla="*/ 867902 h 4939827"/>
              <a:gd name="connsiteX77" fmla="*/ 11819427 w 12192000"/>
              <a:gd name="connsiteY77" fmla="*/ 911634 h 4939827"/>
              <a:gd name="connsiteX78" fmla="*/ 11969720 w 12192000"/>
              <a:gd name="connsiteY78" fmla="*/ 964737 h 4939827"/>
              <a:gd name="connsiteX79" fmla="*/ 12055766 w 12192000"/>
              <a:gd name="connsiteY79" fmla="*/ 991268 h 4939827"/>
              <a:gd name="connsiteX80" fmla="*/ 12171539 w 12192000"/>
              <a:gd name="connsiteY80" fmla="*/ 995427 h 4939827"/>
              <a:gd name="connsiteX81" fmla="*/ 12187831 w 12192000"/>
              <a:gd name="connsiteY81" fmla="*/ 996580 h 4939827"/>
              <a:gd name="connsiteX82" fmla="*/ 12192000 w 12192000"/>
              <a:gd name="connsiteY82" fmla="*/ 996726 h 4939827"/>
              <a:gd name="connsiteX83" fmla="*/ 12192000 w 12192000"/>
              <a:gd name="connsiteY83" fmla="*/ 4939827 h 4939827"/>
              <a:gd name="connsiteX84" fmla="*/ 0 w 12192000"/>
              <a:gd name="connsiteY84" fmla="*/ 4939827 h 4939827"/>
              <a:gd name="connsiteX85" fmla="*/ 0 w 12192000"/>
              <a:gd name="connsiteY85" fmla="*/ 512043 h 4939827"/>
              <a:gd name="connsiteX86" fmla="*/ 7381 w 12192000"/>
              <a:gd name="connsiteY86" fmla="*/ 512580 h 4939827"/>
              <a:gd name="connsiteX87" fmla="*/ 100029 w 12192000"/>
              <a:gd name="connsiteY87" fmla="*/ 504758 h 4939827"/>
              <a:gd name="connsiteX88" fmla="*/ 155244 w 12192000"/>
              <a:gd name="connsiteY88" fmla="*/ 525130 h 4939827"/>
              <a:gd name="connsiteX89" fmla="*/ 254366 w 12192000"/>
              <a:gd name="connsiteY89" fmla="*/ 534449 h 4939827"/>
              <a:gd name="connsiteX90" fmla="*/ 447292 w 12192000"/>
              <a:gd name="connsiteY90" fmla="*/ 542725 h 4939827"/>
              <a:gd name="connsiteX91" fmla="*/ 628105 w 12192000"/>
              <a:gd name="connsiteY91" fmla="*/ 547853 h 4939827"/>
              <a:gd name="connsiteX92" fmla="*/ 783146 w 12192000"/>
              <a:gd name="connsiteY92" fmla="*/ 591799 h 4939827"/>
              <a:gd name="connsiteX93" fmla="*/ 1043676 w 12192000"/>
              <a:gd name="connsiteY93" fmla="*/ 591887 h 4939827"/>
              <a:gd name="connsiteX94" fmla="*/ 1281816 w 12192000"/>
              <a:gd name="connsiteY94" fmla="*/ 520946 h 4939827"/>
              <a:gd name="connsiteX95" fmla="*/ 1486347 w 12192000"/>
              <a:gd name="connsiteY95" fmla="*/ 487310 h 4939827"/>
              <a:gd name="connsiteX96" fmla="*/ 1568079 w 12192000"/>
              <a:gd name="connsiteY96" fmla="*/ 462531 h 4939827"/>
              <a:gd name="connsiteX97" fmla="*/ 1622516 w 12192000"/>
              <a:gd name="connsiteY97" fmla="*/ 466058 h 4939827"/>
              <a:gd name="connsiteX98" fmla="*/ 1655457 w 12192000"/>
              <a:gd name="connsiteY98" fmla="*/ 465359 h 4939827"/>
              <a:gd name="connsiteX99" fmla="*/ 1717454 w 12192000"/>
              <a:gd name="connsiteY99" fmla="*/ 417203 h 4939827"/>
              <a:gd name="connsiteX100" fmla="*/ 1913794 w 12192000"/>
              <a:gd name="connsiteY100" fmla="*/ 365255 h 4939827"/>
              <a:gd name="connsiteX101" fmla="*/ 2129762 w 12192000"/>
              <a:gd name="connsiteY101" fmla="*/ 367832 h 4939827"/>
              <a:gd name="connsiteX102" fmla="*/ 2376970 w 12192000"/>
              <a:gd name="connsiteY102" fmla="*/ 350129 h 4939827"/>
              <a:gd name="connsiteX103" fmla="*/ 2480155 w 12192000"/>
              <a:gd name="connsiteY103" fmla="*/ 359227 h 4939827"/>
              <a:gd name="connsiteX104" fmla="*/ 2586782 w 12192000"/>
              <a:gd name="connsiteY104" fmla="*/ 339352 h 4939827"/>
              <a:gd name="connsiteX105" fmla="*/ 2679617 w 12192000"/>
              <a:gd name="connsiteY105" fmla="*/ 305383 h 4939827"/>
              <a:gd name="connsiteX106" fmla="*/ 2788947 w 12192000"/>
              <a:gd name="connsiteY106" fmla="*/ 250375 h 4939827"/>
              <a:gd name="connsiteX107" fmla="*/ 2965530 w 12192000"/>
              <a:gd name="connsiteY107" fmla="*/ 245958 h 4939827"/>
              <a:gd name="connsiteX108" fmla="*/ 3103677 w 12192000"/>
              <a:gd name="connsiteY108" fmla="*/ 209527 h 4939827"/>
              <a:gd name="connsiteX109" fmla="*/ 3126759 w 12192000"/>
              <a:gd name="connsiteY109" fmla="*/ 211226 h 4939827"/>
              <a:gd name="connsiteX110" fmla="*/ 3164020 w 12192000"/>
              <a:gd name="connsiteY110" fmla="*/ 212779 h 4939827"/>
              <a:gd name="connsiteX111" fmla="*/ 3285019 w 12192000"/>
              <a:gd name="connsiteY111" fmla="*/ 220535 h 4939827"/>
              <a:gd name="connsiteX112" fmla="*/ 3365154 w 12192000"/>
              <a:gd name="connsiteY112" fmla="*/ 226416 h 4939827"/>
              <a:gd name="connsiteX113" fmla="*/ 3367507 w 12192000"/>
              <a:gd name="connsiteY113" fmla="*/ 225416 h 4939827"/>
              <a:gd name="connsiteX114" fmla="*/ 3387567 w 12192000"/>
              <a:gd name="connsiteY114" fmla="*/ 227103 h 4939827"/>
              <a:gd name="connsiteX115" fmla="*/ 3498001 w 12192000"/>
              <a:gd name="connsiteY115" fmla="*/ 231941 h 4939827"/>
              <a:gd name="connsiteX116" fmla="*/ 3561557 w 12192000"/>
              <a:gd name="connsiteY116" fmla="*/ 228095 h 4939827"/>
              <a:gd name="connsiteX117" fmla="*/ 3611920 w 12192000"/>
              <a:gd name="connsiteY117" fmla="*/ 218094 h 4939827"/>
              <a:gd name="connsiteX118" fmla="*/ 3620528 w 12192000"/>
              <a:gd name="connsiteY118" fmla="*/ 218788 h 4939827"/>
              <a:gd name="connsiteX119" fmla="*/ 3620766 w 12192000"/>
              <a:gd name="connsiteY119" fmla="*/ 218511 h 4939827"/>
              <a:gd name="connsiteX120" fmla="*/ 3629977 w 12192000"/>
              <a:gd name="connsiteY120" fmla="*/ 218664 h 4939827"/>
              <a:gd name="connsiteX121" fmla="*/ 3636217 w 12192000"/>
              <a:gd name="connsiteY121" fmla="*/ 220048 h 4939827"/>
              <a:gd name="connsiteX122" fmla="*/ 3709484 w 12192000"/>
              <a:gd name="connsiteY122" fmla="*/ 186927 h 4939827"/>
              <a:gd name="connsiteX123" fmla="*/ 3761342 w 12192000"/>
              <a:gd name="connsiteY123" fmla="*/ 177474 h 4939827"/>
              <a:gd name="connsiteX124" fmla="*/ 3799748 w 12192000"/>
              <a:gd name="connsiteY124" fmla="*/ 167154 h 4939827"/>
              <a:gd name="connsiteX125" fmla="*/ 3922756 w 12192000"/>
              <a:gd name="connsiteY125" fmla="*/ 194044 h 4939827"/>
              <a:gd name="connsiteX126" fmla="*/ 4028476 w 12192000"/>
              <a:gd name="connsiteY126" fmla="*/ 223679 h 4939827"/>
              <a:gd name="connsiteX127" fmla="*/ 4191582 w 12192000"/>
              <a:gd name="connsiteY127" fmla="*/ 238952 h 4939827"/>
              <a:gd name="connsiteX128" fmla="*/ 4251024 w 12192000"/>
              <a:gd name="connsiteY128" fmla="*/ 240874 h 4939827"/>
              <a:gd name="connsiteX129" fmla="*/ 4355275 w 12192000"/>
              <a:gd name="connsiteY129" fmla="*/ 260205 h 4939827"/>
              <a:gd name="connsiteX130" fmla="*/ 4423807 w 12192000"/>
              <a:gd name="connsiteY130" fmla="*/ 270366 h 4939827"/>
              <a:gd name="connsiteX131" fmla="*/ 4558432 w 12192000"/>
              <a:gd name="connsiteY131" fmla="*/ 269194 h 4939827"/>
              <a:gd name="connsiteX132" fmla="*/ 4635061 w 12192000"/>
              <a:gd name="connsiteY132" fmla="*/ 280682 h 4939827"/>
              <a:gd name="connsiteX133" fmla="*/ 4807427 w 12192000"/>
              <a:gd name="connsiteY133" fmla="*/ 276835 h 4939827"/>
              <a:gd name="connsiteX134" fmla="*/ 5028933 w 12192000"/>
              <a:gd name="connsiteY134" fmla="*/ 183887 h 4939827"/>
              <a:gd name="connsiteX135" fmla="*/ 5093642 w 12192000"/>
              <a:gd name="connsiteY135" fmla="*/ 177214 h 4939827"/>
              <a:gd name="connsiteX136" fmla="*/ 5102642 w 12192000"/>
              <a:gd name="connsiteY136" fmla="*/ 186816 h 4939827"/>
              <a:gd name="connsiteX137" fmla="*/ 5193590 w 12192000"/>
              <a:gd name="connsiteY137" fmla="*/ 156458 h 4939827"/>
              <a:gd name="connsiteX138" fmla="*/ 5323922 w 12192000"/>
              <a:gd name="connsiteY138" fmla="*/ 146332 h 4939827"/>
              <a:gd name="connsiteX139" fmla="*/ 5421860 w 12192000"/>
              <a:gd name="connsiteY139" fmla="*/ 167298 h 4939827"/>
              <a:gd name="connsiteX140" fmla="*/ 5476948 w 12192000"/>
              <a:gd name="connsiteY140" fmla="*/ 173249 h 4939827"/>
              <a:gd name="connsiteX141" fmla="*/ 5516842 w 12192000"/>
              <a:gd name="connsiteY141" fmla="*/ 184018 h 4939827"/>
              <a:gd name="connsiteX142" fmla="*/ 5619415 w 12192000"/>
              <a:gd name="connsiteY142" fmla="*/ 176781 h 4939827"/>
              <a:gd name="connsiteX143" fmla="*/ 5789867 w 12192000"/>
              <a:gd name="connsiteY143" fmla="*/ 150304 h 4939827"/>
              <a:gd name="connsiteX144" fmla="*/ 5825953 w 12192000"/>
              <a:gd name="connsiteY144" fmla="*/ 147907 h 4939827"/>
              <a:gd name="connsiteX145" fmla="*/ 5856168 w 12192000"/>
              <a:gd name="connsiteY145" fmla="*/ 158719 h 4939827"/>
              <a:gd name="connsiteX146" fmla="*/ 5862476 w 12192000"/>
              <a:gd name="connsiteY146" fmla="*/ 172447 h 4939827"/>
              <a:gd name="connsiteX147" fmla="*/ 5882195 w 12192000"/>
              <a:gd name="connsiteY147" fmla="*/ 173195 h 4939827"/>
              <a:gd name="connsiteX148" fmla="*/ 5952585 w 12192000"/>
              <a:gd name="connsiteY148" fmla="*/ 161012 h 4939827"/>
              <a:gd name="connsiteX149" fmla="*/ 6001964 w 12192000"/>
              <a:gd name="connsiteY149" fmla="*/ 154786 h 4939827"/>
              <a:gd name="connsiteX150" fmla="*/ 6184207 w 12192000"/>
              <a:gd name="connsiteY150" fmla="*/ 132658 h 4939827"/>
              <a:gd name="connsiteX151" fmla="*/ 6415830 w 12192000"/>
              <a:gd name="connsiteY151" fmla="*/ 136006 h 4939827"/>
              <a:gd name="connsiteX152" fmla="*/ 6756965 w 12192000"/>
              <a:gd name="connsiteY152" fmla="*/ 57636 h 4939827"/>
              <a:gd name="connsiteX153" fmla="*/ 6819400 w 12192000"/>
              <a:gd name="connsiteY153" fmla="*/ 30742 h 4939827"/>
              <a:gd name="connsiteX154" fmla="*/ 6986370 w 12192000"/>
              <a:gd name="connsiteY154" fmla="*/ 12659 h 4939827"/>
              <a:gd name="connsiteX155" fmla="*/ 6989536 w 12192000"/>
              <a:gd name="connsiteY155" fmla="*/ 14528 h 4939827"/>
              <a:gd name="connsiteX156" fmla="*/ 7015933 w 12192000"/>
              <a:gd name="connsiteY156" fmla="*/ 9653 h 4939827"/>
              <a:gd name="connsiteX157" fmla="*/ 7020592 w 12192000"/>
              <a:gd name="connsiteY157" fmla="*/ 1651 h 4939827"/>
              <a:gd name="connsiteX158" fmla="*/ 7025905 w 12192000"/>
              <a:gd name="connsiteY158" fmla="*/ 0 h 4939827"/>
              <a:gd name="connsiteX0" fmla="*/ 7025905 w 12192000"/>
              <a:gd name="connsiteY0" fmla="*/ 0 h 4939827"/>
              <a:gd name="connsiteX1" fmla="*/ 7032579 w 12192000"/>
              <a:gd name="connsiteY1" fmla="*/ 2808 h 4939827"/>
              <a:gd name="connsiteX2" fmla="*/ 7079505 w 12192000"/>
              <a:gd name="connsiteY2" fmla="*/ 12971 h 4939827"/>
              <a:gd name="connsiteX3" fmla="*/ 7158791 w 12192000"/>
              <a:gd name="connsiteY3" fmla="*/ 12462 h 4939827"/>
              <a:gd name="connsiteX4" fmla="*/ 7233338 w 12192000"/>
              <a:gd name="connsiteY4" fmla="*/ 24846 h 4939827"/>
              <a:gd name="connsiteX5" fmla="*/ 7259791 w 12192000"/>
              <a:gd name="connsiteY5" fmla="*/ 29557 h 4939827"/>
              <a:gd name="connsiteX6" fmla="*/ 7263923 w 12192000"/>
              <a:gd name="connsiteY6" fmla="*/ 35029 h 4939827"/>
              <a:gd name="connsiteX7" fmla="*/ 7281549 w 12192000"/>
              <a:gd name="connsiteY7" fmla="*/ 39654 h 4939827"/>
              <a:gd name="connsiteX8" fmla="*/ 7374735 w 12192000"/>
              <a:gd name="connsiteY8" fmla="*/ 65326 h 4939827"/>
              <a:gd name="connsiteX9" fmla="*/ 7376078 w 12192000"/>
              <a:gd name="connsiteY9" fmla="*/ 63849 h 4939827"/>
              <a:gd name="connsiteX10" fmla="*/ 7402026 w 12192000"/>
              <a:gd name="connsiteY10" fmla="*/ 60308 h 4939827"/>
              <a:gd name="connsiteX11" fmla="*/ 7415091 w 12192000"/>
              <a:gd name="connsiteY11" fmla="*/ 77403 h 4939827"/>
              <a:gd name="connsiteX12" fmla="*/ 7488682 w 12192000"/>
              <a:gd name="connsiteY12" fmla="*/ 83440 h 4939827"/>
              <a:gd name="connsiteX13" fmla="*/ 7732750 w 12192000"/>
              <a:gd name="connsiteY13" fmla="*/ 145456 h 4939827"/>
              <a:gd name="connsiteX14" fmla="*/ 7785900 w 12192000"/>
              <a:gd name="connsiteY14" fmla="*/ 154493 h 4939827"/>
              <a:gd name="connsiteX15" fmla="*/ 7952584 w 12192000"/>
              <a:gd name="connsiteY15" fmla="*/ 170181 h 4939827"/>
              <a:gd name="connsiteX16" fmla="*/ 8009534 w 12192000"/>
              <a:gd name="connsiteY16" fmla="*/ 176441 h 4939827"/>
              <a:gd name="connsiteX17" fmla="*/ 8058681 w 12192000"/>
              <a:gd name="connsiteY17" fmla="*/ 219431 h 4939827"/>
              <a:gd name="connsiteX18" fmla="*/ 8126175 w 12192000"/>
              <a:gd name="connsiteY18" fmla="*/ 240005 h 4939827"/>
              <a:gd name="connsiteX19" fmla="*/ 8166439 w 12192000"/>
              <a:gd name="connsiteY19" fmla="*/ 252699 h 4939827"/>
              <a:gd name="connsiteX20" fmla="*/ 8281371 w 12192000"/>
              <a:gd name="connsiteY20" fmla="*/ 256875 h 4939827"/>
              <a:gd name="connsiteX21" fmla="*/ 8381609 w 12192000"/>
              <a:gd name="connsiteY21" fmla="*/ 240618 h 4939827"/>
              <a:gd name="connsiteX22" fmla="*/ 8406759 w 12192000"/>
              <a:gd name="connsiteY22" fmla="*/ 232517 h 4939827"/>
              <a:gd name="connsiteX23" fmla="*/ 8426506 w 12192000"/>
              <a:gd name="connsiteY23" fmla="*/ 241842 h 4939827"/>
              <a:gd name="connsiteX24" fmla="*/ 8427949 w 12192000"/>
              <a:gd name="connsiteY24" fmla="*/ 240981 h 4939827"/>
              <a:gd name="connsiteX25" fmla="*/ 8441468 w 12192000"/>
              <a:gd name="connsiteY25" fmla="*/ 241157 h 4939827"/>
              <a:gd name="connsiteX26" fmla="*/ 8565757 w 12192000"/>
              <a:gd name="connsiteY26" fmla="*/ 255317 h 4939827"/>
              <a:gd name="connsiteX27" fmla="*/ 8573171 w 12192000"/>
              <a:gd name="connsiteY27" fmla="*/ 258426 h 4939827"/>
              <a:gd name="connsiteX28" fmla="*/ 8573548 w 12192000"/>
              <a:gd name="connsiteY28" fmla="*/ 258241 h 4939827"/>
              <a:gd name="connsiteX29" fmla="*/ 8622021 w 12192000"/>
              <a:gd name="connsiteY29" fmla="*/ 261028 h 4939827"/>
              <a:gd name="connsiteX30" fmla="*/ 8672650 w 12192000"/>
              <a:gd name="connsiteY30" fmla="*/ 254821 h 4939827"/>
              <a:gd name="connsiteX31" fmla="*/ 8785543 w 12192000"/>
              <a:gd name="connsiteY31" fmla="*/ 263406 h 4939827"/>
              <a:gd name="connsiteX32" fmla="*/ 8830588 w 12192000"/>
              <a:gd name="connsiteY32" fmla="*/ 265483 h 4939827"/>
              <a:gd name="connsiteX33" fmla="*/ 8905142 w 12192000"/>
              <a:gd name="connsiteY33" fmla="*/ 264958 h 4939827"/>
              <a:gd name="connsiteX34" fmla="*/ 8968582 w 12192000"/>
              <a:gd name="connsiteY34" fmla="*/ 262728 h 4939827"/>
              <a:gd name="connsiteX35" fmla="*/ 8972994 w 12192000"/>
              <a:gd name="connsiteY35" fmla="*/ 263284 h 4939827"/>
              <a:gd name="connsiteX36" fmla="*/ 9004605 w 12192000"/>
              <a:gd name="connsiteY36" fmla="*/ 258041 h 4939827"/>
              <a:gd name="connsiteX37" fmla="*/ 9016165 w 12192000"/>
              <a:gd name="connsiteY37" fmla="*/ 261258 h 4939827"/>
              <a:gd name="connsiteX38" fmla="*/ 9043297 w 12192000"/>
              <a:gd name="connsiteY38" fmla="*/ 281547 h 4939827"/>
              <a:gd name="connsiteX39" fmla="*/ 9048315 w 12192000"/>
              <a:gd name="connsiteY39" fmla="*/ 279264 h 4939827"/>
              <a:gd name="connsiteX40" fmla="*/ 9054706 w 12192000"/>
              <a:gd name="connsiteY40" fmla="*/ 278538 h 4939827"/>
              <a:gd name="connsiteX41" fmla="*/ 9070919 w 12192000"/>
              <a:gd name="connsiteY41" fmla="*/ 281810 h 4939827"/>
              <a:gd name="connsiteX42" fmla="*/ 9076813 w 12192000"/>
              <a:gd name="connsiteY42" fmla="*/ 283909 h 4939827"/>
              <a:gd name="connsiteX43" fmla="*/ 9085871 w 12192000"/>
              <a:gd name="connsiteY43" fmla="*/ 285133 h 4939827"/>
              <a:gd name="connsiteX44" fmla="*/ 9086159 w 12192000"/>
              <a:gd name="connsiteY44" fmla="*/ 284887 h 4939827"/>
              <a:gd name="connsiteX45" fmla="*/ 9134606 w 12192000"/>
              <a:gd name="connsiteY45" fmla="*/ 288168 h 4939827"/>
              <a:gd name="connsiteX46" fmla="*/ 9195590 w 12192000"/>
              <a:gd name="connsiteY46" fmla="*/ 279568 h 4939827"/>
              <a:gd name="connsiteX47" fmla="*/ 9219336 w 12192000"/>
              <a:gd name="connsiteY47" fmla="*/ 278133 h 4939827"/>
              <a:gd name="connsiteX48" fmla="*/ 9232362 w 12192000"/>
              <a:gd name="connsiteY48" fmla="*/ 275894 h 4939827"/>
              <a:gd name="connsiteX49" fmla="*/ 9283638 w 12192000"/>
              <a:gd name="connsiteY49" fmla="*/ 299924 h 4939827"/>
              <a:gd name="connsiteX50" fmla="*/ 9371484 w 12192000"/>
              <a:gd name="connsiteY50" fmla="*/ 329634 h 4939827"/>
              <a:gd name="connsiteX51" fmla="*/ 9404829 w 12192000"/>
              <a:gd name="connsiteY51" fmla="*/ 339038 h 4939827"/>
              <a:gd name="connsiteX52" fmla="*/ 9427021 w 12192000"/>
              <a:gd name="connsiteY52" fmla="*/ 358784 h 4939827"/>
              <a:gd name="connsiteX53" fmla="*/ 9670844 w 12192000"/>
              <a:gd name="connsiteY53" fmla="*/ 405128 h 4939827"/>
              <a:gd name="connsiteX54" fmla="*/ 9816083 w 12192000"/>
              <a:gd name="connsiteY54" fmla="*/ 416573 h 4939827"/>
              <a:gd name="connsiteX55" fmla="*/ 9936741 w 12192000"/>
              <a:gd name="connsiteY55" fmla="*/ 437044 h 4939827"/>
              <a:gd name="connsiteX56" fmla="*/ 10050093 w 12192000"/>
              <a:gd name="connsiteY56" fmla="*/ 443783 h 4939827"/>
              <a:gd name="connsiteX57" fmla="*/ 10130090 w 12192000"/>
              <a:gd name="connsiteY57" fmla="*/ 459520 h 4939827"/>
              <a:gd name="connsiteX58" fmla="*/ 10173456 w 12192000"/>
              <a:gd name="connsiteY58" fmla="*/ 457749 h 4939827"/>
              <a:gd name="connsiteX59" fmla="*/ 10218232 w 12192000"/>
              <a:gd name="connsiteY59" fmla="*/ 459820 h 4939827"/>
              <a:gd name="connsiteX60" fmla="*/ 10354176 w 12192000"/>
              <a:gd name="connsiteY60" fmla="*/ 471377 h 4939827"/>
              <a:gd name="connsiteX61" fmla="*/ 10430681 w 12192000"/>
              <a:gd name="connsiteY61" fmla="*/ 481226 h 4939827"/>
              <a:gd name="connsiteX62" fmla="*/ 10478169 w 12192000"/>
              <a:gd name="connsiteY62" fmla="*/ 481774 h 4939827"/>
              <a:gd name="connsiteX63" fmla="*/ 10540907 w 12192000"/>
              <a:gd name="connsiteY63" fmla="*/ 485607 h 4939827"/>
              <a:gd name="connsiteX64" fmla="*/ 10614941 w 12192000"/>
              <a:gd name="connsiteY64" fmla="*/ 487592 h 4939827"/>
              <a:gd name="connsiteX65" fmla="*/ 10674098 w 12192000"/>
              <a:gd name="connsiteY65" fmla="*/ 521656 h 4939827"/>
              <a:gd name="connsiteX66" fmla="*/ 10874834 w 12192000"/>
              <a:gd name="connsiteY66" fmla="*/ 574867 h 4939827"/>
              <a:gd name="connsiteX67" fmla="*/ 10944981 w 12192000"/>
              <a:gd name="connsiteY67" fmla="*/ 615042 h 4939827"/>
              <a:gd name="connsiteX68" fmla="*/ 11006376 w 12192000"/>
              <a:gd name="connsiteY68" fmla="*/ 645957 h 4939827"/>
              <a:gd name="connsiteX69" fmla="*/ 11076308 w 12192000"/>
              <a:gd name="connsiteY69" fmla="*/ 675698 h 4939827"/>
              <a:gd name="connsiteX70" fmla="*/ 11148789 w 12192000"/>
              <a:gd name="connsiteY70" fmla="*/ 685041 h 4939827"/>
              <a:gd name="connsiteX71" fmla="*/ 11249129 w 12192000"/>
              <a:gd name="connsiteY71" fmla="*/ 684218 h 4939827"/>
              <a:gd name="connsiteX72" fmla="*/ 11299915 w 12192000"/>
              <a:gd name="connsiteY72" fmla="*/ 692177 h 4939827"/>
              <a:gd name="connsiteX73" fmla="*/ 11386973 w 12192000"/>
              <a:gd name="connsiteY73" fmla="*/ 708209 h 4939827"/>
              <a:gd name="connsiteX74" fmla="*/ 11500105 w 12192000"/>
              <a:gd name="connsiteY74" fmla="*/ 735014 h 4939827"/>
              <a:gd name="connsiteX75" fmla="*/ 11621735 w 12192000"/>
              <a:gd name="connsiteY75" fmla="*/ 789584 h 4939827"/>
              <a:gd name="connsiteX76" fmla="*/ 11691200 w 12192000"/>
              <a:gd name="connsiteY76" fmla="*/ 867902 h 4939827"/>
              <a:gd name="connsiteX77" fmla="*/ 11819427 w 12192000"/>
              <a:gd name="connsiteY77" fmla="*/ 911634 h 4939827"/>
              <a:gd name="connsiteX78" fmla="*/ 11969720 w 12192000"/>
              <a:gd name="connsiteY78" fmla="*/ 964737 h 4939827"/>
              <a:gd name="connsiteX79" fmla="*/ 12055766 w 12192000"/>
              <a:gd name="connsiteY79" fmla="*/ 991268 h 4939827"/>
              <a:gd name="connsiteX80" fmla="*/ 12171539 w 12192000"/>
              <a:gd name="connsiteY80" fmla="*/ 995427 h 4939827"/>
              <a:gd name="connsiteX81" fmla="*/ 12187831 w 12192000"/>
              <a:gd name="connsiteY81" fmla="*/ 996580 h 4939827"/>
              <a:gd name="connsiteX82" fmla="*/ 12192000 w 12192000"/>
              <a:gd name="connsiteY82" fmla="*/ 996726 h 4939827"/>
              <a:gd name="connsiteX83" fmla="*/ 12192000 w 12192000"/>
              <a:gd name="connsiteY83" fmla="*/ 4939827 h 4939827"/>
              <a:gd name="connsiteX84" fmla="*/ 0 w 12192000"/>
              <a:gd name="connsiteY84" fmla="*/ 4939827 h 4939827"/>
              <a:gd name="connsiteX85" fmla="*/ 0 w 12192000"/>
              <a:gd name="connsiteY85" fmla="*/ 512043 h 4939827"/>
              <a:gd name="connsiteX86" fmla="*/ 7381 w 12192000"/>
              <a:gd name="connsiteY86" fmla="*/ 512580 h 4939827"/>
              <a:gd name="connsiteX87" fmla="*/ 100029 w 12192000"/>
              <a:gd name="connsiteY87" fmla="*/ 504758 h 4939827"/>
              <a:gd name="connsiteX88" fmla="*/ 155244 w 12192000"/>
              <a:gd name="connsiteY88" fmla="*/ 525130 h 4939827"/>
              <a:gd name="connsiteX89" fmla="*/ 254366 w 12192000"/>
              <a:gd name="connsiteY89" fmla="*/ 534449 h 4939827"/>
              <a:gd name="connsiteX90" fmla="*/ 447292 w 12192000"/>
              <a:gd name="connsiteY90" fmla="*/ 542725 h 4939827"/>
              <a:gd name="connsiteX91" fmla="*/ 628105 w 12192000"/>
              <a:gd name="connsiteY91" fmla="*/ 547853 h 4939827"/>
              <a:gd name="connsiteX92" fmla="*/ 783146 w 12192000"/>
              <a:gd name="connsiteY92" fmla="*/ 591799 h 4939827"/>
              <a:gd name="connsiteX93" fmla="*/ 1043676 w 12192000"/>
              <a:gd name="connsiteY93" fmla="*/ 591887 h 4939827"/>
              <a:gd name="connsiteX94" fmla="*/ 1281816 w 12192000"/>
              <a:gd name="connsiteY94" fmla="*/ 520946 h 4939827"/>
              <a:gd name="connsiteX95" fmla="*/ 1486347 w 12192000"/>
              <a:gd name="connsiteY95" fmla="*/ 487310 h 4939827"/>
              <a:gd name="connsiteX96" fmla="*/ 1568079 w 12192000"/>
              <a:gd name="connsiteY96" fmla="*/ 462531 h 4939827"/>
              <a:gd name="connsiteX97" fmla="*/ 1622516 w 12192000"/>
              <a:gd name="connsiteY97" fmla="*/ 466058 h 4939827"/>
              <a:gd name="connsiteX98" fmla="*/ 1655457 w 12192000"/>
              <a:gd name="connsiteY98" fmla="*/ 465359 h 4939827"/>
              <a:gd name="connsiteX99" fmla="*/ 1717454 w 12192000"/>
              <a:gd name="connsiteY99" fmla="*/ 417203 h 4939827"/>
              <a:gd name="connsiteX100" fmla="*/ 1913794 w 12192000"/>
              <a:gd name="connsiteY100" fmla="*/ 365255 h 4939827"/>
              <a:gd name="connsiteX101" fmla="*/ 2129762 w 12192000"/>
              <a:gd name="connsiteY101" fmla="*/ 367832 h 4939827"/>
              <a:gd name="connsiteX102" fmla="*/ 2376970 w 12192000"/>
              <a:gd name="connsiteY102" fmla="*/ 350129 h 4939827"/>
              <a:gd name="connsiteX103" fmla="*/ 2480155 w 12192000"/>
              <a:gd name="connsiteY103" fmla="*/ 359227 h 4939827"/>
              <a:gd name="connsiteX104" fmla="*/ 2586782 w 12192000"/>
              <a:gd name="connsiteY104" fmla="*/ 339352 h 4939827"/>
              <a:gd name="connsiteX105" fmla="*/ 2679617 w 12192000"/>
              <a:gd name="connsiteY105" fmla="*/ 305383 h 4939827"/>
              <a:gd name="connsiteX106" fmla="*/ 2788947 w 12192000"/>
              <a:gd name="connsiteY106" fmla="*/ 250375 h 4939827"/>
              <a:gd name="connsiteX107" fmla="*/ 2965530 w 12192000"/>
              <a:gd name="connsiteY107" fmla="*/ 245958 h 4939827"/>
              <a:gd name="connsiteX108" fmla="*/ 3103677 w 12192000"/>
              <a:gd name="connsiteY108" fmla="*/ 209527 h 4939827"/>
              <a:gd name="connsiteX109" fmla="*/ 3126759 w 12192000"/>
              <a:gd name="connsiteY109" fmla="*/ 211226 h 4939827"/>
              <a:gd name="connsiteX110" fmla="*/ 3164020 w 12192000"/>
              <a:gd name="connsiteY110" fmla="*/ 212779 h 4939827"/>
              <a:gd name="connsiteX111" fmla="*/ 3285019 w 12192000"/>
              <a:gd name="connsiteY111" fmla="*/ 220535 h 4939827"/>
              <a:gd name="connsiteX112" fmla="*/ 3365154 w 12192000"/>
              <a:gd name="connsiteY112" fmla="*/ 226416 h 4939827"/>
              <a:gd name="connsiteX113" fmla="*/ 3367507 w 12192000"/>
              <a:gd name="connsiteY113" fmla="*/ 225416 h 4939827"/>
              <a:gd name="connsiteX114" fmla="*/ 3387567 w 12192000"/>
              <a:gd name="connsiteY114" fmla="*/ 227103 h 4939827"/>
              <a:gd name="connsiteX115" fmla="*/ 3498001 w 12192000"/>
              <a:gd name="connsiteY115" fmla="*/ 231941 h 4939827"/>
              <a:gd name="connsiteX116" fmla="*/ 3561557 w 12192000"/>
              <a:gd name="connsiteY116" fmla="*/ 228095 h 4939827"/>
              <a:gd name="connsiteX117" fmla="*/ 3611920 w 12192000"/>
              <a:gd name="connsiteY117" fmla="*/ 218094 h 4939827"/>
              <a:gd name="connsiteX118" fmla="*/ 3620528 w 12192000"/>
              <a:gd name="connsiteY118" fmla="*/ 218788 h 4939827"/>
              <a:gd name="connsiteX119" fmla="*/ 3620766 w 12192000"/>
              <a:gd name="connsiteY119" fmla="*/ 218511 h 4939827"/>
              <a:gd name="connsiteX120" fmla="*/ 3629977 w 12192000"/>
              <a:gd name="connsiteY120" fmla="*/ 218664 h 4939827"/>
              <a:gd name="connsiteX121" fmla="*/ 3636217 w 12192000"/>
              <a:gd name="connsiteY121" fmla="*/ 220048 h 4939827"/>
              <a:gd name="connsiteX122" fmla="*/ 3709484 w 12192000"/>
              <a:gd name="connsiteY122" fmla="*/ 186927 h 4939827"/>
              <a:gd name="connsiteX123" fmla="*/ 3761342 w 12192000"/>
              <a:gd name="connsiteY123" fmla="*/ 177474 h 4939827"/>
              <a:gd name="connsiteX124" fmla="*/ 3799748 w 12192000"/>
              <a:gd name="connsiteY124" fmla="*/ 167154 h 4939827"/>
              <a:gd name="connsiteX125" fmla="*/ 3922756 w 12192000"/>
              <a:gd name="connsiteY125" fmla="*/ 194044 h 4939827"/>
              <a:gd name="connsiteX126" fmla="*/ 4028476 w 12192000"/>
              <a:gd name="connsiteY126" fmla="*/ 223679 h 4939827"/>
              <a:gd name="connsiteX127" fmla="*/ 4191582 w 12192000"/>
              <a:gd name="connsiteY127" fmla="*/ 238952 h 4939827"/>
              <a:gd name="connsiteX128" fmla="*/ 4251024 w 12192000"/>
              <a:gd name="connsiteY128" fmla="*/ 240874 h 4939827"/>
              <a:gd name="connsiteX129" fmla="*/ 4355275 w 12192000"/>
              <a:gd name="connsiteY129" fmla="*/ 260205 h 4939827"/>
              <a:gd name="connsiteX130" fmla="*/ 4423807 w 12192000"/>
              <a:gd name="connsiteY130" fmla="*/ 270366 h 4939827"/>
              <a:gd name="connsiteX131" fmla="*/ 4558432 w 12192000"/>
              <a:gd name="connsiteY131" fmla="*/ 269194 h 4939827"/>
              <a:gd name="connsiteX132" fmla="*/ 4635061 w 12192000"/>
              <a:gd name="connsiteY132" fmla="*/ 280682 h 4939827"/>
              <a:gd name="connsiteX133" fmla="*/ 4807427 w 12192000"/>
              <a:gd name="connsiteY133" fmla="*/ 276835 h 4939827"/>
              <a:gd name="connsiteX134" fmla="*/ 5028933 w 12192000"/>
              <a:gd name="connsiteY134" fmla="*/ 183887 h 4939827"/>
              <a:gd name="connsiteX135" fmla="*/ 5093642 w 12192000"/>
              <a:gd name="connsiteY135" fmla="*/ 177214 h 4939827"/>
              <a:gd name="connsiteX136" fmla="*/ 5102642 w 12192000"/>
              <a:gd name="connsiteY136" fmla="*/ 186816 h 4939827"/>
              <a:gd name="connsiteX137" fmla="*/ 5193590 w 12192000"/>
              <a:gd name="connsiteY137" fmla="*/ 156458 h 4939827"/>
              <a:gd name="connsiteX138" fmla="*/ 5323922 w 12192000"/>
              <a:gd name="connsiteY138" fmla="*/ 146332 h 4939827"/>
              <a:gd name="connsiteX139" fmla="*/ 5421860 w 12192000"/>
              <a:gd name="connsiteY139" fmla="*/ 167298 h 4939827"/>
              <a:gd name="connsiteX140" fmla="*/ 5476948 w 12192000"/>
              <a:gd name="connsiteY140" fmla="*/ 173249 h 4939827"/>
              <a:gd name="connsiteX141" fmla="*/ 5516842 w 12192000"/>
              <a:gd name="connsiteY141" fmla="*/ 184018 h 4939827"/>
              <a:gd name="connsiteX142" fmla="*/ 5619415 w 12192000"/>
              <a:gd name="connsiteY142" fmla="*/ 176781 h 4939827"/>
              <a:gd name="connsiteX143" fmla="*/ 5789867 w 12192000"/>
              <a:gd name="connsiteY143" fmla="*/ 150304 h 4939827"/>
              <a:gd name="connsiteX144" fmla="*/ 5825953 w 12192000"/>
              <a:gd name="connsiteY144" fmla="*/ 147907 h 4939827"/>
              <a:gd name="connsiteX145" fmla="*/ 5856168 w 12192000"/>
              <a:gd name="connsiteY145" fmla="*/ 158719 h 4939827"/>
              <a:gd name="connsiteX146" fmla="*/ 5862476 w 12192000"/>
              <a:gd name="connsiteY146" fmla="*/ 172447 h 4939827"/>
              <a:gd name="connsiteX147" fmla="*/ 5882195 w 12192000"/>
              <a:gd name="connsiteY147" fmla="*/ 173195 h 4939827"/>
              <a:gd name="connsiteX148" fmla="*/ 5952585 w 12192000"/>
              <a:gd name="connsiteY148" fmla="*/ 161012 h 4939827"/>
              <a:gd name="connsiteX149" fmla="*/ 6001964 w 12192000"/>
              <a:gd name="connsiteY149" fmla="*/ 154786 h 4939827"/>
              <a:gd name="connsiteX150" fmla="*/ 6184207 w 12192000"/>
              <a:gd name="connsiteY150" fmla="*/ 132658 h 4939827"/>
              <a:gd name="connsiteX151" fmla="*/ 6415830 w 12192000"/>
              <a:gd name="connsiteY151" fmla="*/ 136006 h 4939827"/>
              <a:gd name="connsiteX152" fmla="*/ 6756965 w 12192000"/>
              <a:gd name="connsiteY152" fmla="*/ 57636 h 4939827"/>
              <a:gd name="connsiteX153" fmla="*/ 6819400 w 12192000"/>
              <a:gd name="connsiteY153" fmla="*/ 30742 h 4939827"/>
              <a:gd name="connsiteX154" fmla="*/ 6986370 w 12192000"/>
              <a:gd name="connsiteY154" fmla="*/ 12659 h 4939827"/>
              <a:gd name="connsiteX155" fmla="*/ 6989536 w 12192000"/>
              <a:gd name="connsiteY155" fmla="*/ 14528 h 4939827"/>
              <a:gd name="connsiteX156" fmla="*/ 7015933 w 12192000"/>
              <a:gd name="connsiteY156" fmla="*/ 9653 h 4939827"/>
              <a:gd name="connsiteX157" fmla="*/ 7020592 w 12192000"/>
              <a:gd name="connsiteY157" fmla="*/ 1651 h 4939827"/>
              <a:gd name="connsiteX158" fmla="*/ 7025905 w 12192000"/>
              <a:gd name="connsiteY158" fmla="*/ 0 h 4939827"/>
              <a:gd name="connsiteX0" fmla="*/ 7025905 w 12192000"/>
              <a:gd name="connsiteY0" fmla="*/ 0 h 4939827"/>
              <a:gd name="connsiteX1" fmla="*/ 7032579 w 12192000"/>
              <a:gd name="connsiteY1" fmla="*/ 2808 h 4939827"/>
              <a:gd name="connsiteX2" fmla="*/ 7079505 w 12192000"/>
              <a:gd name="connsiteY2" fmla="*/ 12971 h 4939827"/>
              <a:gd name="connsiteX3" fmla="*/ 7158791 w 12192000"/>
              <a:gd name="connsiteY3" fmla="*/ 12462 h 4939827"/>
              <a:gd name="connsiteX4" fmla="*/ 7233338 w 12192000"/>
              <a:gd name="connsiteY4" fmla="*/ 24846 h 4939827"/>
              <a:gd name="connsiteX5" fmla="*/ 7259791 w 12192000"/>
              <a:gd name="connsiteY5" fmla="*/ 29557 h 4939827"/>
              <a:gd name="connsiteX6" fmla="*/ 7263923 w 12192000"/>
              <a:gd name="connsiteY6" fmla="*/ 35029 h 4939827"/>
              <a:gd name="connsiteX7" fmla="*/ 7281549 w 12192000"/>
              <a:gd name="connsiteY7" fmla="*/ 39654 h 4939827"/>
              <a:gd name="connsiteX8" fmla="*/ 7374735 w 12192000"/>
              <a:gd name="connsiteY8" fmla="*/ 65326 h 4939827"/>
              <a:gd name="connsiteX9" fmla="*/ 7376078 w 12192000"/>
              <a:gd name="connsiteY9" fmla="*/ 63849 h 4939827"/>
              <a:gd name="connsiteX10" fmla="*/ 7402026 w 12192000"/>
              <a:gd name="connsiteY10" fmla="*/ 60308 h 4939827"/>
              <a:gd name="connsiteX11" fmla="*/ 7415091 w 12192000"/>
              <a:gd name="connsiteY11" fmla="*/ 77403 h 4939827"/>
              <a:gd name="connsiteX12" fmla="*/ 7488682 w 12192000"/>
              <a:gd name="connsiteY12" fmla="*/ 83440 h 4939827"/>
              <a:gd name="connsiteX13" fmla="*/ 7732750 w 12192000"/>
              <a:gd name="connsiteY13" fmla="*/ 145456 h 4939827"/>
              <a:gd name="connsiteX14" fmla="*/ 7785900 w 12192000"/>
              <a:gd name="connsiteY14" fmla="*/ 154493 h 4939827"/>
              <a:gd name="connsiteX15" fmla="*/ 7952584 w 12192000"/>
              <a:gd name="connsiteY15" fmla="*/ 170181 h 4939827"/>
              <a:gd name="connsiteX16" fmla="*/ 8009534 w 12192000"/>
              <a:gd name="connsiteY16" fmla="*/ 176441 h 4939827"/>
              <a:gd name="connsiteX17" fmla="*/ 8058681 w 12192000"/>
              <a:gd name="connsiteY17" fmla="*/ 219431 h 4939827"/>
              <a:gd name="connsiteX18" fmla="*/ 8126175 w 12192000"/>
              <a:gd name="connsiteY18" fmla="*/ 240005 h 4939827"/>
              <a:gd name="connsiteX19" fmla="*/ 8281371 w 12192000"/>
              <a:gd name="connsiteY19" fmla="*/ 256875 h 4939827"/>
              <a:gd name="connsiteX20" fmla="*/ 8381609 w 12192000"/>
              <a:gd name="connsiteY20" fmla="*/ 240618 h 4939827"/>
              <a:gd name="connsiteX21" fmla="*/ 8406759 w 12192000"/>
              <a:gd name="connsiteY21" fmla="*/ 232517 h 4939827"/>
              <a:gd name="connsiteX22" fmla="*/ 8426506 w 12192000"/>
              <a:gd name="connsiteY22" fmla="*/ 241842 h 4939827"/>
              <a:gd name="connsiteX23" fmla="*/ 8427949 w 12192000"/>
              <a:gd name="connsiteY23" fmla="*/ 240981 h 4939827"/>
              <a:gd name="connsiteX24" fmla="*/ 8441468 w 12192000"/>
              <a:gd name="connsiteY24" fmla="*/ 241157 h 4939827"/>
              <a:gd name="connsiteX25" fmla="*/ 8565757 w 12192000"/>
              <a:gd name="connsiteY25" fmla="*/ 255317 h 4939827"/>
              <a:gd name="connsiteX26" fmla="*/ 8573171 w 12192000"/>
              <a:gd name="connsiteY26" fmla="*/ 258426 h 4939827"/>
              <a:gd name="connsiteX27" fmla="*/ 8573548 w 12192000"/>
              <a:gd name="connsiteY27" fmla="*/ 258241 h 4939827"/>
              <a:gd name="connsiteX28" fmla="*/ 8622021 w 12192000"/>
              <a:gd name="connsiteY28" fmla="*/ 261028 h 4939827"/>
              <a:gd name="connsiteX29" fmla="*/ 8672650 w 12192000"/>
              <a:gd name="connsiteY29" fmla="*/ 254821 h 4939827"/>
              <a:gd name="connsiteX30" fmla="*/ 8785543 w 12192000"/>
              <a:gd name="connsiteY30" fmla="*/ 263406 h 4939827"/>
              <a:gd name="connsiteX31" fmla="*/ 8830588 w 12192000"/>
              <a:gd name="connsiteY31" fmla="*/ 265483 h 4939827"/>
              <a:gd name="connsiteX32" fmla="*/ 8905142 w 12192000"/>
              <a:gd name="connsiteY32" fmla="*/ 264958 h 4939827"/>
              <a:gd name="connsiteX33" fmla="*/ 8968582 w 12192000"/>
              <a:gd name="connsiteY33" fmla="*/ 262728 h 4939827"/>
              <a:gd name="connsiteX34" fmla="*/ 8972994 w 12192000"/>
              <a:gd name="connsiteY34" fmla="*/ 263284 h 4939827"/>
              <a:gd name="connsiteX35" fmla="*/ 9004605 w 12192000"/>
              <a:gd name="connsiteY35" fmla="*/ 258041 h 4939827"/>
              <a:gd name="connsiteX36" fmla="*/ 9016165 w 12192000"/>
              <a:gd name="connsiteY36" fmla="*/ 261258 h 4939827"/>
              <a:gd name="connsiteX37" fmla="*/ 9043297 w 12192000"/>
              <a:gd name="connsiteY37" fmla="*/ 281547 h 4939827"/>
              <a:gd name="connsiteX38" fmla="*/ 9048315 w 12192000"/>
              <a:gd name="connsiteY38" fmla="*/ 279264 h 4939827"/>
              <a:gd name="connsiteX39" fmla="*/ 9054706 w 12192000"/>
              <a:gd name="connsiteY39" fmla="*/ 278538 h 4939827"/>
              <a:gd name="connsiteX40" fmla="*/ 9070919 w 12192000"/>
              <a:gd name="connsiteY40" fmla="*/ 281810 h 4939827"/>
              <a:gd name="connsiteX41" fmla="*/ 9076813 w 12192000"/>
              <a:gd name="connsiteY41" fmla="*/ 283909 h 4939827"/>
              <a:gd name="connsiteX42" fmla="*/ 9085871 w 12192000"/>
              <a:gd name="connsiteY42" fmla="*/ 285133 h 4939827"/>
              <a:gd name="connsiteX43" fmla="*/ 9086159 w 12192000"/>
              <a:gd name="connsiteY43" fmla="*/ 284887 h 4939827"/>
              <a:gd name="connsiteX44" fmla="*/ 9134606 w 12192000"/>
              <a:gd name="connsiteY44" fmla="*/ 288168 h 4939827"/>
              <a:gd name="connsiteX45" fmla="*/ 9195590 w 12192000"/>
              <a:gd name="connsiteY45" fmla="*/ 279568 h 4939827"/>
              <a:gd name="connsiteX46" fmla="*/ 9219336 w 12192000"/>
              <a:gd name="connsiteY46" fmla="*/ 278133 h 4939827"/>
              <a:gd name="connsiteX47" fmla="*/ 9232362 w 12192000"/>
              <a:gd name="connsiteY47" fmla="*/ 275894 h 4939827"/>
              <a:gd name="connsiteX48" fmla="*/ 9283638 w 12192000"/>
              <a:gd name="connsiteY48" fmla="*/ 299924 h 4939827"/>
              <a:gd name="connsiteX49" fmla="*/ 9371484 w 12192000"/>
              <a:gd name="connsiteY49" fmla="*/ 329634 h 4939827"/>
              <a:gd name="connsiteX50" fmla="*/ 9404829 w 12192000"/>
              <a:gd name="connsiteY50" fmla="*/ 339038 h 4939827"/>
              <a:gd name="connsiteX51" fmla="*/ 9427021 w 12192000"/>
              <a:gd name="connsiteY51" fmla="*/ 358784 h 4939827"/>
              <a:gd name="connsiteX52" fmla="*/ 9670844 w 12192000"/>
              <a:gd name="connsiteY52" fmla="*/ 405128 h 4939827"/>
              <a:gd name="connsiteX53" fmla="*/ 9816083 w 12192000"/>
              <a:gd name="connsiteY53" fmla="*/ 416573 h 4939827"/>
              <a:gd name="connsiteX54" fmla="*/ 9936741 w 12192000"/>
              <a:gd name="connsiteY54" fmla="*/ 437044 h 4939827"/>
              <a:gd name="connsiteX55" fmla="*/ 10050093 w 12192000"/>
              <a:gd name="connsiteY55" fmla="*/ 443783 h 4939827"/>
              <a:gd name="connsiteX56" fmla="*/ 10130090 w 12192000"/>
              <a:gd name="connsiteY56" fmla="*/ 459520 h 4939827"/>
              <a:gd name="connsiteX57" fmla="*/ 10173456 w 12192000"/>
              <a:gd name="connsiteY57" fmla="*/ 457749 h 4939827"/>
              <a:gd name="connsiteX58" fmla="*/ 10218232 w 12192000"/>
              <a:gd name="connsiteY58" fmla="*/ 459820 h 4939827"/>
              <a:gd name="connsiteX59" fmla="*/ 10354176 w 12192000"/>
              <a:gd name="connsiteY59" fmla="*/ 471377 h 4939827"/>
              <a:gd name="connsiteX60" fmla="*/ 10430681 w 12192000"/>
              <a:gd name="connsiteY60" fmla="*/ 481226 h 4939827"/>
              <a:gd name="connsiteX61" fmla="*/ 10478169 w 12192000"/>
              <a:gd name="connsiteY61" fmla="*/ 481774 h 4939827"/>
              <a:gd name="connsiteX62" fmla="*/ 10540907 w 12192000"/>
              <a:gd name="connsiteY62" fmla="*/ 485607 h 4939827"/>
              <a:gd name="connsiteX63" fmla="*/ 10614941 w 12192000"/>
              <a:gd name="connsiteY63" fmla="*/ 487592 h 4939827"/>
              <a:gd name="connsiteX64" fmla="*/ 10674098 w 12192000"/>
              <a:gd name="connsiteY64" fmla="*/ 521656 h 4939827"/>
              <a:gd name="connsiteX65" fmla="*/ 10874834 w 12192000"/>
              <a:gd name="connsiteY65" fmla="*/ 574867 h 4939827"/>
              <a:gd name="connsiteX66" fmla="*/ 10944981 w 12192000"/>
              <a:gd name="connsiteY66" fmla="*/ 615042 h 4939827"/>
              <a:gd name="connsiteX67" fmla="*/ 11006376 w 12192000"/>
              <a:gd name="connsiteY67" fmla="*/ 645957 h 4939827"/>
              <a:gd name="connsiteX68" fmla="*/ 11076308 w 12192000"/>
              <a:gd name="connsiteY68" fmla="*/ 675698 h 4939827"/>
              <a:gd name="connsiteX69" fmla="*/ 11148789 w 12192000"/>
              <a:gd name="connsiteY69" fmla="*/ 685041 h 4939827"/>
              <a:gd name="connsiteX70" fmla="*/ 11249129 w 12192000"/>
              <a:gd name="connsiteY70" fmla="*/ 684218 h 4939827"/>
              <a:gd name="connsiteX71" fmla="*/ 11299915 w 12192000"/>
              <a:gd name="connsiteY71" fmla="*/ 692177 h 4939827"/>
              <a:gd name="connsiteX72" fmla="*/ 11386973 w 12192000"/>
              <a:gd name="connsiteY72" fmla="*/ 708209 h 4939827"/>
              <a:gd name="connsiteX73" fmla="*/ 11500105 w 12192000"/>
              <a:gd name="connsiteY73" fmla="*/ 735014 h 4939827"/>
              <a:gd name="connsiteX74" fmla="*/ 11621735 w 12192000"/>
              <a:gd name="connsiteY74" fmla="*/ 789584 h 4939827"/>
              <a:gd name="connsiteX75" fmla="*/ 11691200 w 12192000"/>
              <a:gd name="connsiteY75" fmla="*/ 867902 h 4939827"/>
              <a:gd name="connsiteX76" fmla="*/ 11819427 w 12192000"/>
              <a:gd name="connsiteY76" fmla="*/ 911634 h 4939827"/>
              <a:gd name="connsiteX77" fmla="*/ 11969720 w 12192000"/>
              <a:gd name="connsiteY77" fmla="*/ 964737 h 4939827"/>
              <a:gd name="connsiteX78" fmla="*/ 12055766 w 12192000"/>
              <a:gd name="connsiteY78" fmla="*/ 991268 h 4939827"/>
              <a:gd name="connsiteX79" fmla="*/ 12171539 w 12192000"/>
              <a:gd name="connsiteY79" fmla="*/ 995427 h 4939827"/>
              <a:gd name="connsiteX80" fmla="*/ 12187831 w 12192000"/>
              <a:gd name="connsiteY80" fmla="*/ 996580 h 4939827"/>
              <a:gd name="connsiteX81" fmla="*/ 12192000 w 12192000"/>
              <a:gd name="connsiteY81" fmla="*/ 996726 h 4939827"/>
              <a:gd name="connsiteX82" fmla="*/ 12192000 w 12192000"/>
              <a:gd name="connsiteY82" fmla="*/ 4939827 h 4939827"/>
              <a:gd name="connsiteX83" fmla="*/ 0 w 12192000"/>
              <a:gd name="connsiteY83" fmla="*/ 4939827 h 4939827"/>
              <a:gd name="connsiteX84" fmla="*/ 0 w 12192000"/>
              <a:gd name="connsiteY84" fmla="*/ 512043 h 4939827"/>
              <a:gd name="connsiteX85" fmla="*/ 7381 w 12192000"/>
              <a:gd name="connsiteY85" fmla="*/ 512580 h 4939827"/>
              <a:gd name="connsiteX86" fmla="*/ 100029 w 12192000"/>
              <a:gd name="connsiteY86" fmla="*/ 504758 h 4939827"/>
              <a:gd name="connsiteX87" fmla="*/ 155244 w 12192000"/>
              <a:gd name="connsiteY87" fmla="*/ 525130 h 4939827"/>
              <a:gd name="connsiteX88" fmla="*/ 254366 w 12192000"/>
              <a:gd name="connsiteY88" fmla="*/ 534449 h 4939827"/>
              <a:gd name="connsiteX89" fmla="*/ 447292 w 12192000"/>
              <a:gd name="connsiteY89" fmla="*/ 542725 h 4939827"/>
              <a:gd name="connsiteX90" fmla="*/ 628105 w 12192000"/>
              <a:gd name="connsiteY90" fmla="*/ 547853 h 4939827"/>
              <a:gd name="connsiteX91" fmla="*/ 783146 w 12192000"/>
              <a:gd name="connsiteY91" fmla="*/ 591799 h 4939827"/>
              <a:gd name="connsiteX92" fmla="*/ 1043676 w 12192000"/>
              <a:gd name="connsiteY92" fmla="*/ 591887 h 4939827"/>
              <a:gd name="connsiteX93" fmla="*/ 1281816 w 12192000"/>
              <a:gd name="connsiteY93" fmla="*/ 520946 h 4939827"/>
              <a:gd name="connsiteX94" fmla="*/ 1486347 w 12192000"/>
              <a:gd name="connsiteY94" fmla="*/ 487310 h 4939827"/>
              <a:gd name="connsiteX95" fmla="*/ 1568079 w 12192000"/>
              <a:gd name="connsiteY95" fmla="*/ 462531 h 4939827"/>
              <a:gd name="connsiteX96" fmla="*/ 1622516 w 12192000"/>
              <a:gd name="connsiteY96" fmla="*/ 466058 h 4939827"/>
              <a:gd name="connsiteX97" fmla="*/ 1655457 w 12192000"/>
              <a:gd name="connsiteY97" fmla="*/ 465359 h 4939827"/>
              <a:gd name="connsiteX98" fmla="*/ 1717454 w 12192000"/>
              <a:gd name="connsiteY98" fmla="*/ 417203 h 4939827"/>
              <a:gd name="connsiteX99" fmla="*/ 1913794 w 12192000"/>
              <a:gd name="connsiteY99" fmla="*/ 365255 h 4939827"/>
              <a:gd name="connsiteX100" fmla="*/ 2129762 w 12192000"/>
              <a:gd name="connsiteY100" fmla="*/ 367832 h 4939827"/>
              <a:gd name="connsiteX101" fmla="*/ 2376970 w 12192000"/>
              <a:gd name="connsiteY101" fmla="*/ 350129 h 4939827"/>
              <a:gd name="connsiteX102" fmla="*/ 2480155 w 12192000"/>
              <a:gd name="connsiteY102" fmla="*/ 359227 h 4939827"/>
              <a:gd name="connsiteX103" fmla="*/ 2586782 w 12192000"/>
              <a:gd name="connsiteY103" fmla="*/ 339352 h 4939827"/>
              <a:gd name="connsiteX104" fmla="*/ 2679617 w 12192000"/>
              <a:gd name="connsiteY104" fmla="*/ 305383 h 4939827"/>
              <a:gd name="connsiteX105" fmla="*/ 2788947 w 12192000"/>
              <a:gd name="connsiteY105" fmla="*/ 250375 h 4939827"/>
              <a:gd name="connsiteX106" fmla="*/ 2965530 w 12192000"/>
              <a:gd name="connsiteY106" fmla="*/ 245958 h 4939827"/>
              <a:gd name="connsiteX107" fmla="*/ 3103677 w 12192000"/>
              <a:gd name="connsiteY107" fmla="*/ 209527 h 4939827"/>
              <a:gd name="connsiteX108" fmla="*/ 3126759 w 12192000"/>
              <a:gd name="connsiteY108" fmla="*/ 211226 h 4939827"/>
              <a:gd name="connsiteX109" fmla="*/ 3164020 w 12192000"/>
              <a:gd name="connsiteY109" fmla="*/ 212779 h 4939827"/>
              <a:gd name="connsiteX110" fmla="*/ 3285019 w 12192000"/>
              <a:gd name="connsiteY110" fmla="*/ 220535 h 4939827"/>
              <a:gd name="connsiteX111" fmla="*/ 3365154 w 12192000"/>
              <a:gd name="connsiteY111" fmla="*/ 226416 h 4939827"/>
              <a:gd name="connsiteX112" fmla="*/ 3367507 w 12192000"/>
              <a:gd name="connsiteY112" fmla="*/ 225416 h 4939827"/>
              <a:gd name="connsiteX113" fmla="*/ 3387567 w 12192000"/>
              <a:gd name="connsiteY113" fmla="*/ 227103 h 4939827"/>
              <a:gd name="connsiteX114" fmla="*/ 3498001 w 12192000"/>
              <a:gd name="connsiteY114" fmla="*/ 231941 h 4939827"/>
              <a:gd name="connsiteX115" fmla="*/ 3561557 w 12192000"/>
              <a:gd name="connsiteY115" fmla="*/ 228095 h 4939827"/>
              <a:gd name="connsiteX116" fmla="*/ 3611920 w 12192000"/>
              <a:gd name="connsiteY116" fmla="*/ 218094 h 4939827"/>
              <a:gd name="connsiteX117" fmla="*/ 3620528 w 12192000"/>
              <a:gd name="connsiteY117" fmla="*/ 218788 h 4939827"/>
              <a:gd name="connsiteX118" fmla="*/ 3620766 w 12192000"/>
              <a:gd name="connsiteY118" fmla="*/ 218511 h 4939827"/>
              <a:gd name="connsiteX119" fmla="*/ 3629977 w 12192000"/>
              <a:gd name="connsiteY119" fmla="*/ 218664 h 4939827"/>
              <a:gd name="connsiteX120" fmla="*/ 3636217 w 12192000"/>
              <a:gd name="connsiteY120" fmla="*/ 220048 h 4939827"/>
              <a:gd name="connsiteX121" fmla="*/ 3709484 w 12192000"/>
              <a:gd name="connsiteY121" fmla="*/ 186927 h 4939827"/>
              <a:gd name="connsiteX122" fmla="*/ 3761342 w 12192000"/>
              <a:gd name="connsiteY122" fmla="*/ 177474 h 4939827"/>
              <a:gd name="connsiteX123" fmla="*/ 3799748 w 12192000"/>
              <a:gd name="connsiteY123" fmla="*/ 167154 h 4939827"/>
              <a:gd name="connsiteX124" fmla="*/ 3922756 w 12192000"/>
              <a:gd name="connsiteY124" fmla="*/ 194044 h 4939827"/>
              <a:gd name="connsiteX125" fmla="*/ 4028476 w 12192000"/>
              <a:gd name="connsiteY125" fmla="*/ 223679 h 4939827"/>
              <a:gd name="connsiteX126" fmla="*/ 4191582 w 12192000"/>
              <a:gd name="connsiteY126" fmla="*/ 238952 h 4939827"/>
              <a:gd name="connsiteX127" fmla="*/ 4251024 w 12192000"/>
              <a:gd name="connsiteY127" fmla="*/ 240874 h 4939827"/>
              <a:gd name="connsiteX128" fmla="*/ 4355275 w 12192000"/>
              <a:gd name="connsiteY128" fmla="*/ 260205 h 4939827"/>
              <a:gd name="connsiteX129" fmla="*/ 4423807 w 12192000"/>
              <a:gd name="connsiteY129" fmla="*/ 270366 h 4939827"/>
              <a:gd name="connsiteX130" fmla="*/ 4558432 w 12192000"/>
              <a:gd name="connsiteY130" fmla="*/ 269194 h 4939827"/>
              <a:gd name="connsiteX131" fmla="*/ 4635061 w 12192000"/>
              <a:gd name="connsiteY131" fmla="*/ 280682 h 4939827"/>
              <a:gd name="connsiteX132" fmla="*/ 4807427 w 12192000"/>
              <a:gd name="connsiteY132" fmla="*/ 276835 h 4939827"/>
              <a:gd name="connsiteX133" fmla="*/ 5028933 w 12192000"/>
              <a:gd name="connsiteY133" fmla="*/ 183887 h 4939827"/>
              <a:gd name="connsiteX134" fmla="*/ 5093642 w 12192000"/>
              <a:gd name="connsiteY134" fmla="*/ 177214 h 4939827"/>
              <a:gd name="connsiteX135" fmla="*/ 5102642 w 12192000"/>
              <a:gd name="connsiteY135" fmla="*/ 186816 h 4939827"/>
              <a:gd name="connsiteX136" fmla="*/ 5193590 w 12192000"/>
              <a:gd name="connsiteY136" fmla="*/ 156458 h 4939827"/>
              <a:gd name="connsiteX137" fmla="*/ 5323922 w 12192000"/>
              <a:gd name="connsiteY137" fmla="*/ 146332 h 4939827"/>
              <a:gd name="connsiteX138" fmla="*/ 5421860 w 12192000"/>
              <a:gd name="connsiteY138" fmla="*/ 167298 h 4939827"/>
              <a:gd name="connsiteX139" fmla="*/ 5476948 w 12192000"/>
              <a:gd name="connsiteY139" fmla="*/ 173249 h 4939827"/>
              <a:gd name="connsiteX140" fmla="*/ 5516842 w 12192000"/>
              <a:gd name="connsiteY140" fmla="*/ 184018 h 4939827"/>
              <a:gd name="connsiteX141" fmla="*/ 5619415 w 12192000"/>
              <a:gd name="connsiteY141" fmla="*/ 176781 h 4939827"/>
              <a:gd name="connsiteX142" fmla="*/ 5789867 w 12192000"/>
              <a:gd name="connsiteY142" fmla="*/ 150304 h 4939827"/>
              <a:gd name="connsiteX143" fmla="*/ 5825953 w 12192000"/>
              <a:gd name="connsiteY143" fmla="*/ 147907 h 4939827"/>
              <a:gd name="connsiteX144" fmla="*/ 5856168 w 12192000"/>
              <a:gd name="connsiteY144" fmla="*/ 158719 h 4939827"/>
              <a:gd name="connsiteX145" fmla="*/ 5862476 w 12192000"/>
              <a:gd name="connsiteY145" fmla="*/ 172447 h 4939827"/>
              <a:gd name="connsiteX146" fmla="*/ 5882195 w 12192000"/>
              <a:gd name="connsiteY146" fmla="*/ 173195 h 4939827"/>
              <a:gd name="connsiteX147" fmla="*/ 5952585 w 12192000"/>
              <a:gd name="connsiteY147" fmla="*/ 161012 h 4939827"/>
              <a:gd name="connsiteX148" fmla="*/ 6001964 w 12192000"/>
              <a:gd name="connsiteY148" fmla="*/ 154786 h 4939827"/>
              <a:gd name="connsiteX149" fmla="*/ 6184207 w 12192000"/>
              <a:gd name="connsiteY149" fmla="*/ 132658 h 4939827"/>
              <a:gd name="connsiteX150" fmla="*/ 6415830 w 12192000"/>
              <a:gd name="connsiteY150" fmla="*/ 136006 h 4939827"/>
              <a:gd name="connsiteX151" fmla="*/ 6756965 w 12192000"/>
              <a:gd name="connsiteY151" fmla="*/ 57636 h 4939827"/>
              <a:gd name="connsiteX152" fmla="*/ 6819400 w 12192000"/>
              <a:gd name="connsiteY152" fmla="*/ 30742 h 4939827"/>
              <a:gd name="connsiteX153" fmla="*/ 6986370 w 12192000"/>
              <a:gd name="connsiteY153" fmla="*/ 12659 h 4939827"/>
              <a:gd name="connsiteX154" fmla="*/ 6989536 w 12192000"/>
              <a:gd name="connsiteY154" fmla="*/ 14528 h 4939827"/>
              <a:gd name="connsiteX155" fmla="*/ 7015933 w 12192000"/>
              <a:gd name="connsiteY155" fmla="*/ 9653 h 4939827"/>
              <a:gd name="connsiteX156" fmla="*/ 7020592 w 12192000"/>
              <a:gd name="connsiteY156" fmla="*/ 1651 h 4939827"/>
              <a:gd name="connsiteX157" fmla="*/ 7025905 w 12192000"/>
              <a:gd name="connsiteY157" fmla="*/ 0 h 4939827"/>
              <a:gd name="connsiteX0" fmla="*/ 7025905 w 12192000"/>
              <a:gd name="connsiteY0" fmla="*/ 0 h 4939827"/>
              <a:gd name="connsiteX1" fmla="*/ 7032579 w 12192000"/>
              <a:gd name="connsiteY1" fmla="*/ 2808 h 4939827"/>
              <a:gd name="connsiteX2" fmla="*/ 7079505 w 12192000"/>
              <a:gd name="connsiteY2" fmla="*/ 12971 h 4939827"/>
              <a:gd name="connsiteX3" fmla="*/ 7158791 w 12192000"/>
              <a:gd name="connsiteY3" fmla="*/ 12462 h 4939827"/>
              <a:gd name="connsiteX4" fmla="*/ 7233338 w 12192000"/>
              <a:gd name="connsiteY4" fmla="*/ 24846 h 4939827"/>
              <a:gd name="connsiteX5" fmla="*/ 7259791 w 12192000"/>
              <a:gd name="connsiteY5" fmla="*/ 29557 h 4939827"/>
              <a:gd name="connsiteX6" fmla="*/ 7263923 w 12192000"/>
              <a:gd name="connsiteY6" fmla="*/ 35029 h 4939827"/>
              <a:gd name="connsiteX7" fmla="*/ 7281549 w 12192000"/>
              <a:gd name="connsiteY7" fmla="*/ 39654 h 4939827"/>
              <a:gd name="connsiteX8" fmla="*/ 7374735 w 12192000"/>
              <a:gd name="connsiteY8" fmla="*/ 65326 h 4939827"/>
              <a:gd name="connsiteX9" fmla="*/ 7376078 w 12192000"/>
              <a:gd name="connsiteY9" fmla="*/ 63849 h 4939827"/>
              <a:gd name="connsiteX10" fmla="*/ 7402026 w 12192000"/>
              <a:gd name="connsiteY10" fmla="*/ 60308 h 4939827"/>
              <a:gd name="connsiteX11" fmla="*/ 7415091 w 12192000"/>
              <a:gd name="connsiteY11" fmla="*/ 77403 h 4939827"/>
              <a:gd name="connsiteX12" fmla="*/ 7488682 w 12192000"/>
              <a:gd name="connsiteY12" fmla="*/ 83440 h 4939827"/>
              <a:gd name="connsiteX13" fmla="*/ 7732750 w 12192000"/>
              <a:gd name="connsiteY13" fmla="*/ 145456 h 4939827"/>
              <a:gd name="connsiteX14" fmla="*/ 7785900 w 12192000"/>
              <a:gd name="connsiteY14" fmla="*/ 154493 h 4939827"/>
              <a:gd name="connsiteX15" fmla="*/ 7952584 w 12192000"/>
              <a:gd name="connsiteY15" fmla="*/ 170181 h 4939827"/>
              <a:gd name="connsiteX16" fmla="*/ 8058681 w 12192000"/>
              <a:gd name="connsiteY16" fmla="*/ 219431 h 4939827"/>
              <a:gd name="connsiteX17" fmla="*/ 8126175 w 12192000"/>
              <a:gd name="connsiteY17" fmla="*/ 240005 h 4939827"/>
              <a:gd name="connsiteX18" fmla="*/ 8281371 w 12192000"/>
              <a:gd name="connsiteY18" fmla="*/ 256875 h 4939827"/>
              <a:gd name="connsiteX19" fmla="*/ 8381609 w 12192000"/>
              <a:gd name="connsiteY19" fmla="*/ 240618 h 4939827"/>
              <a:gd name="connsiteX20" fmla="*/ 8406759 w 12192000"/>
              <a:gd name="connsiteY20" fmla="*/ 232517 h 4939827"/>
              <a:gd name="connsiteX21" fmla="*/ 8426506 w 12192000"/>
              <a:gd name="connsiteY21" fmla="*/ 241842 h 4939827"/>
              <a:gd name="connsiteX22" fmla="*/ 8427949 w 12192000"/>
              <a:gd name="connsiteY22" fmla="*/ 240981 h 4939827"/>
              <a:gd name="connsiteX23" fmla="*/ 8441468 w 12192000"/>
              <a:gd name="connsiteY23" fmla="*/ 241157 h 4939827"/>
              <a:gd name="connsiteX24" fmla="*/ 8565757 w 12192000"/>
              <a:gd name="connsiteY24" fmla="*/ 255317 h 4939827"/>
              <a:gd name="connsiteX25" fmla="*/ 8573171 w 12192000"/>
              <a:gd name="connsiteY25" fmla="*/ 258426 h 4939827"/>
              <a:gd name="connsiteX26" fmla="*/ 8573548 w 12192000"/>
              <a:gd name="connsiteY26" fmla="*/ 258241 h 4939827"/>
              <a:gd name="connsiteX27" fmla="*/ 8622021 w 12192000"/>
              <a:gd name="connsiteY27" fmla="*/ 261028 h 4939827"/>
              <a:gd name="connsiteX28" fmla="*/ 8672650 w 12192000"/>
              <a:gd name="connsiteY28" fmla="*/ 254821 h 4939827"/>
              <a:gd name="connsiteX29" fmla="*/ 8785543 w 12192000"/>
              <a:gd name="connsiteY29" fmla="*/ 263406 h 4939827"/>
              <a:gd name="connsiteX30" fmla="*/ 8830588 w 12192000"/>
              <a:gd name="connsiteY30" fmla="*/ 265483 h 4939827"/>
              <a:gd name="connsiteX31" fmla="*/ 8905142 w 12192000"/>
              <a:gd name="connsiteY31" fmla="*/ 264958 h 4939827"/>
              <a:gd name="connsiteX32" fmla="*/ 8968582 w 12192000"/>
              <a:gd name="connsiteY32" fmla="*/ 262728 h 4939827"/>
              <a:gd name="connsiteX33" fmla="*/ 8972994 w 12192000"/>
              <a:gd name="connsiteY33" fmla="*/ 263284 h 4939827"/>
              <a:gd name="connsiteX34" fmla="*/ 9004605 w 12192000"/>
              <a:gd name="connsiteY34" fmla="*/ 258041 h 4939827"/>
              <a:gd name="connsiteX35" fmla="*/ 9016165 w 12192000"/>
              <a:gd name="connsiteY35" fmla="*/ 261258 h 4939827"/>
              <a:gd name="connsiteX36" fmla="*/ 9043297 w 12192000"/>
              <a:gd name="connsiteY36" fmla="*/ 281547 h 4939827"/>
              <a:gd name="connsiteX37" fmla="*/ 9048315 w 12192000"/>
              <a:gd name="connsiteY37" fmla="*/ 279264 h 4939827"/>
              <a:gd name="connsiteX38" fmla="*/ 9054706 w 12192000"/>
              <a:gd name="connsiteY38" fmla="*/ 278538 h 4939827"/>
              <a:gd name="connsiteX39" fmla="*/ 9070919 w 12192000"/>
              <a:gd name="connsiteY39" fmla="*/ 281810 h 4939827"/>
              <a:gd name="connsiteX40" fmla="*/ 9076813 w 12192000"/>
              <a:gd name="connsiteY40" fmla="*/ 283909 h 4939827"/>
              <a:gd name="connsiteX41" fmla="*/ 9085871 w 12192000"/>
              <a:gd name="connsiteY41" fmla="*/ 285133 h 4939827"/>
              <a:gd name="connsiteX42" fmla="*/ 9086159 w 12192000"/>
              <a:gd name="connsiteY42" fmla="*/ 284887 h 4939827"/>
              <a:gd name="connsiteX43" fmla="*/ 9134606 w 12192000"/>
              <a:gd name="connsiteY43" fmla="*/ 288168 h 4939827"/>
              <a:gd name="connsiteX44" fmla="*/ 9195590 w 12192000"/>
              <a:gd name="connsiteY44" fmla="*/ 279568 h 4939827"/>
              <a:gd name="connsiteX45" fmla="*/ 9219336 w 12192000"/>
              <a:gd name="connsiteY45" fmla="*/ 278133 h 4939827"/>
              <a:gd name="connsiteX46" fmla="*/ 9232362 w 12192000"/>
              <a:gd name="connsiteY46" fmla="*/ 275894 h 4939827"/>
              <a:gd name="connsiteX47" fmla="*/ 9283638 w 12192000"/>
              <a:gd name="connsiteY47" fmla="*/ 299924 h 4939827"/>
              <a:gd name="connsiteX48" fmla="*/ 9371484 w 12192000"/>
              <a:gd name="connsiteY48" fmla="*/ 329634 h 4939827"/>
              <a:gd name="connsiteX49" fmla="*/ 9404829 w 12192000"/>
              <a:gd name="connsiteY49" fmla="*/ 339038 h 4939827"/>
              <a:gd name="connsiteX50" fmla="*/ 9427021 w 12192000"/>
              <a:gd name="connsiteY50" fmla="*/ 358784 h 4939827"/>
              <a:gd name="connsiteX51" fmla="*/ 9670844 w 12192000"/>
              <a:gd name="connsiteY51" fmla="*/ 405128 h 4939827"/>
              <a:gd name="connsiteX52" fmla="*/ 9816083 w 12192000"/>
              <a:gd name="connsiteY52" fmla="*/ 416573 h 4939827"/>
              <a:gd name="connsiteX53" fmla="*/ 9936741 w 12192000"/>
              <a:gd name="connsiteY53" fmla="*/ 437044 h 4939827"/>
              <a:gd name="connsiteX54" fmla="*/ 10050093 w 12192000"/>
              <a:gd name="connsiteY54" fmla="*/ 443783 h 4939827"/>
              <a:gd name="connsiteX55" fmla="*/ 10130090 w 12192000"/>
              <a:gd name="connsiteY55" fmla="*/ 459520 h 4939827"/>
              <a:gd name="connsiteX56" fmla="*/ 10173456 w 12192000"/>
              <a:gd name="connsiteY56" fmla="*/ 457749 h 4939827"/>
              <a:gd name="connsiteX57" fmla="*/ 10218232 w 12192000"/>
              <a:gd name="connsiteY57" fmla="*/ 459820 h 4939827"/>
              <a:gd name="connsiteX58" fmla="*/ 10354176 w 12192000"/>
              <a:gd name="connsiteY58" fmla="*/ 471377 h 4939827"/>
              <a:gd name="connsiteX59" fmla="*/ 10430681 w 12192000"/>
              <a:gd name="connsiteY59" fmla="*/ 481226 h 4939827"/>
              <a:gd name="connsiteX60" fmla="*/ 10478169 w 12192000"/>
              <a:gd name="connsiteY60" fmla="*/ 481774 h 4939827"/>
              <a:gd name="connsiteX61" fmla="*/ 10540907 w 12192000"/>
              <a:gd name="connsiteY61" fmla="*/ 485607 h 4939827"/>
              <a:gd name="connsiteX62" fmla="*/ 10614941 w 12192000"/>
              <a:gd name="connsiteY62" fmla="*/ 487592 h 4939827"/>
              <a:gd name="connsiteX63" fmla="*/ 10674098 w 12192000"/>
              <a:gd name="connsiteY63" fmla="*/ 521656 h 4939827"/>
              <a:gd name="connsiteX64" fmla="*/ 10874834 w 12192000"/>
              <a:gd name="connsiteY64" fmla="*/ 574867 h 4939827"/>
              <a:gd name="connsiteX65" fmla="*/ 10944981 w 12192000"/>
              <a:gd name="connsiteY65" fmla="*/ 615042 h 4939827"/>
              <a:gd name="connsiteX66" fmla="*/ 11006376 w 12192000"/>
              <a:gd name="connsiteY66" fmla="*/ 645957 h 4939827"/>
              <a:gd name="connsiteX67" fmla="*/ 11076308 w 12192000"/>
              <a:gd name="connsiteY67" fmla="*/ 675698 h 4939827"/>
              <a:gd name="connsiteX68" fmla="*/ 11148789 w 12192000"/>
              <a:gd name="connsiteY68" fmla="*/ 685041 h 4939827"/>
              <a:gd name="connsiteX69" fmla="*/ 11249129 w 12192000"/>
              <a:gd name="connsiteY69" fmla="*/ 684218 h 4939827"/>
              <a:gd name="connsiteX70" fmla="*/ 11299915 w 12192000"/>
              <a:gd name="connsiteY70" fmla="*/ 692177 h 4939827"/>
              <a:gd name="connsiteX71" fmla="*/ 11386973 w 12192000"/>
              <a:gd name="connsiteY71" fmla="*/ 708209 h 4939827"/>
              <a:gd name="connsiteX72" fmla="*/ 11500105 w 12192000"/>
              <a:gd name="connsiteY72" fmla="*/ 735014 h 4939827"/>
              <a:gd name="connsiteX73" fmla="*/ 11621735 w 12192000"/>
              <a:gd name="connsiteY73" fmla="*/ 789584 h 4939827"/>
              <a:gd name="connsiteX74" fmla="*/ 11691200 w 12192000"/>
              <a:gd name="connsiteY74" fmla="*/ 867902 h 4939827"/>
              <a:gd name="connsiteX75" fmla="*/ 11819427 w 12192000"/>
              <a:gd name="connsiteY75" fmla="*/ 911634 h 4939827"/>
              <a:gd name="connsiteX76" fmla="*/ 11969720 w 12192000"/>
              <a:gd name="connsiteY76" fmla="*/ 964737 h 4939827"/>
              <a:gd name="connsiteX77" fmla="*/ 12055766 w 12192000"/>
              <a:gd name="connsiteY77" fmla="*/ 991268 h 4939827"/>
              <a:gd name="connsiteX78" fmla="*/ 12171539 w 12192000"/>
              <a:gd name="connsiteY78" fmla="*/ 995427 h 4939827"/>
              <a:gd name="connsiteX79" fmla="*/ 12187831 w 12192000"/>
              <a:gd name="connsiteY79" fmla="*/ 996580 h 4939827"/>
              <a:gd name="connsiteX80" fmla="*/ 12192000 w 12192000"/>
              <a:gd name="connsiteY80" fmla="*/ 996726 h 4939827"/>
              <a:gd name="connsiteX81" fmla="*/ 12192000 w 12192000"/>
              <a:gd name="connsiteY81" fmla="*/ 4939827 h 4939827"/>
              <a:gd name="connsiteX82" fmla="*/ 0 w 12192000"/>
              <a:gd name="connsiteY82" fmla="*/ 4939827 h 4939827"/>
              <a:gd name="connsiteX83" fmla="*/ 0 w 12192000"/>
              <a:gd name="connsiteY83" fmla="*/ 512043 h 4939827"/>
              <a:gd name="connsiteX84" fmla="*/ 7381 w 12192000"/>
              <a:gd name="connsiteY84" fmla="*/ 512580 h 4939827"/>
              <a:gd name="connsiteX85" fmla="*/ 100029 w 12192000"/>
              <a:gd name="connsiteY85" fmla="*/ 504758 h 4939827"/>
              <a:gd name="connsiteX86" fmla="*/ 155244 w 12192000"/>
              <a:gd name="connsiteY86" fmla="*/ 525130 h 4939827"/>
              <a:gd name="connsiteX87" fmla="*/ 254366 w 12192000"/>
              <a:gd name="connsiteY87" fmla="*/ 534449 h 4939827"/>
              <a:gd name="connsiteX88" fmla="*/ 447292 w 12192000"/>
              <a:gd name="connsiteY88" fmla="*/ 542725 h 4939827"/>
              <a:gd name="connsiteX89" fmla="*/ 628105 w 12192000"/>
              <a:gd name="connsiteY89" fmla="*/ 547853 h 4939827"/>
              <a:gd name="connsiteX90" fmla="*/ 783146 w 12192000"/>
              <a:gd name="connsiteY90" fmla="*/ 591799 h 4939827"/>
              <a:gd name="connsiteX91" fmla="*/ 1043676 w 12192000"/>
              <a:gd name="connsiteY91" fmla="*/ 591887 h 4939827"/>
              <a:gd name="connsiteX92" fmla="*/ 1281816 w 12192000"/>
              <a:gd name="connsiteY92" fmla="*/ 520946 h 4939827"/>
              <a:gd name="connsiteX93" fmla="*/ 1486347 w 12192000"/>
              <a:gd name="connsiteY93" fmla="*/ 487310 h 4939827"/>
              <a:gd name="connsiteX94" fmla="*/ 1568079 w 12192000"/>
              <a:gd name="connsiteY94" fmla="*/ 462531 h 4939827"/>
              <a:gd name="connsiteX95" fmla="*/ 1622516 w 12192000"/>
              <a:gd name="connsiteY95" fmla="*/ 466058 h 4939827"/>
              <a:gd name="connsiteX96" fmla="*/ 1655457 w 12192000"/>
              <a:gd name="connsiteY96" fmla="*/ 465359 h 4939827"/>
              <a:gd name="connsiteX97" fmla="*/ 1717454 w 12192000"/>
              <a:gd name="connsiteY97" fmla="*/ 417203 h 4939827"/>
              <a:gd name="connsiteX98" fmla="*/ 1913794 w 12192000"/>
              <a:gd name="connsiteY98" fmla="*/ 365255 h 4939827"/>
              <a:gd name="connsiteX99" fmla="*/ 2129762 w 12192000"/>
              <a:gd name="connsiteY99" fmla="*/ 367832 h 4939827"/>
              <a:gd name="connsiteX100" fmla="*/ 2376970 w 12192000"/>
              <a:gd name="connsiteY100" fmla="*/ 350129 h 4939827"/>
              <a:gd name="connsiteX101" fmla="*/ 2480155 w 12192000"/>
              <a:gd name="connsiteY101" fmla="*/ 359227 h 4939827"/>
              <a:gd name="connsiteX102" fmla="*/ 2586782 w 12192000"/>
              <a:gd name="connsiteY102" fmla="*/ 339352 h 4939827"/>
              <a:gd name="connsiteX103" fmla="*/ 2679617 w 12192000"/>
              <a:gd name="connsiteY103" fmla="*/ 305383 h 4939827"/>
              <a:gd name="connsiteX104" fmla="*/ 2788947 w 12192000"/>
              <a:gd name="connsiteY104" fmla="*/ 250375 h 4939827"/>
              <a:gd name="connsiteX105" fmla="*/ 2965530 w 12192000"/>
              <a:gd name="connsiteY105" fmla="*/ 245958 h 4939827"/>
              <a:gd name="connsiteX106" fmla="*/ 3103677 w 12192000"/>
              <a:gd name="connsiteY106" fmla="*/ 209527 h 4939827"/>
              <a:gd name="connsiteX107" fmla="*/ 3126759 w 12192000"/>
              <a:gd name="connsiteY107" fmla="*/ 211226 h 4939827"/>
              <a:gd name="connsiteX108" fmla="*/ 3164020 w 12192000"/>
              <a:gd name="connsiteY108" fmla="*/ 212779 h 4939827"/>
              <a:gd name="connsiteX109" fmla="*/ 3285019 w 12192000"/>
              <a:gd name="connsiteY109" fmla="*/ 220535 h 4939827"/>
              <a:gd name="connsiteX110" fmla="*/ 3365154 w 12192000"/>
              <a:gd name="connsiteY110" fmla="*/ 226416 h 4939827"/>
              <a:gd name="connsiteX111" fmla="*/ 3367507 w 12192000"/>
              <a:gd name="connsiteY111" fmla="*/ 225416 h 4939827"/>
              <a:gd name="connsiteX112" fmla="*/ 3387567 w 12192000"/>
              <a:gd name="connsiteY112" fmla="*/ 227103 h 4939827"/>
              <a:gd name="connsiteX113" fmla="*/ 3498001 w 12192000"/>
              <a:gd name="connsiteY113" fmla="*/ 231941 h 4939827"/>
              <a:gd name="connsiteX114" fmla="*/ 3561557 w 12192000"/>
              <a:gd name="connsiteY114" fmla="*/ 228095 h 4939827"/>
              <a:gd name="connsiteX115" fmla="*/ 3611920 w 12192000"/>
              <a:gd name="connsiteY115" fmla="*/ 218094 h 4939827"/>
              <a:gd name="connsiteX116" fmla="*/ 3620528 w 12192000"/>
              <a:gd name="connsiteY116" fmla="*/ 218788 h 4939827"/>
              <a:gd name="connsiteX117" fmla="*/ 3620766 w 12192000"/>
              <a:gd name="connsiteY117" fmla="*/ 218511 h 4939827"/>
              <a:gd name="connsiteX118" fmla="*/ 3629977 w 12192000"/>
              <a:gd name="connsiteY118" fmla="*/ 218664 h 4939827"/>
              <a:gd name="connsiteX119" fmla="*/ 3636217 w 12192000"/>
              <a:gd name="connsiteY119" fmla="*/ 220048 h 4939827"/>
              <a:gd name="connsiteX120" fmla="*/ 3709484 w 12192000"/>
              <a:gd name="connsiteY120" fmla="*/ 186927 h 4939827"/>
              <a:gd name="connsiteX121" fmla="*/ 3761342 w 12192000"/>
              <a:gd name="connsiteY121" fmla="*/ 177474 h 4939827"/>
              <a:gd name="connsiteX122" fmla="*/ 3799748 w 12192000"/>
              <a:gd name="connsiteY122" fmla="*/ 167154 h 4939827"/>
              <a:gd name="connsiteX123" fmla="*/ 3922756 w 12192000"/>
              <a:gd name="connsiteY123" fmla="*/ 194044 h 4939827"/>
              <a:gd name="connsiteX124" fmla="*/ 4028476 w 12192000"/>
              <a:gd name="connsiteY124" fmla="*/ 223679 h 4939827"/>
              <a:gd name="connsiteX125" fmla="*/ 4191582 w 12192000"/>
              <a:gd name="connsiteY125" fmla="*/ 238952 h 4939827"/>
              <a:gd name="connsiteX126" fmla="*/ 4251024 w 12192000"/>
              <a:gd name="connsiteY126" fmla="*/ 240874 h 4939827"/>
              <a:gd name="connsiteX127" fmla="*/ 4355275 w 12192000"/>
              <a:gd name="connsiteY127" fmla="*/ 260205 h 4939827"/>
              <a:gd name="connsiteX128" fmla="*/ 4423807 w 12192000"/>
              <a:gd name="connsiteY128" fmla="*/ 270366 h 4939827"/>
              <a:gd name="connsiteX129" fmla="*/ 4558432 w 12192000"/>
              <a:gd name="connsiteY129" fmla="*/ 269194 h 4939827"/>
              <a:gd name="connsiteX130" fmla="*/ 4635061 w 12192000"/>
              <a:gd name="connsiteY130" fmla="*/ 280682 h 4939827"/>
              <a:gd name="connsiteX131" fmla="*/ 4807427 w 12192000"/>
              <a:gd name="connsiteY131" fmla="*/ 276835 h 4939827"/>
              <a:gd name="connsiteX132" fmla="*/ 5028933 w 12192000"/>
              <a:gd name="connsiteY132" fmla="*/ 183887 h 4939827"/>
              <a:gd name="connsiteX133" fmla="*/ 5093642 w 12192000"/>
              <a:gd name="connsiteY133" fmla="*/ 177214 h 4939827"/>
              <a:gd name="connsiteX134" fmla="*/ 5102642 w 12192000"/>
              <a:gd name="connsiteY134" fmla="*/ 186816 h 4939827"/>
              <a:gd name="connsiteX135" fmla="*/ 5193590 w 12192000"/>
              <a:gd name="connsiteY135" fmla="*/ 156458 h 4939827"/>
              <a:gd name="connsiteX136" fmla="*/ 5323922 w 12192000"/>
              <a:gd name="connsiteY136" fmla="*/ 146332 h 4939827"/>
              <a:gd name="connsiteX137" fmla="*/ 5421860 w 12192000"/>
              <a:gd name="connsiteY137" fmla="*/ 167298 h 4939827"/>
              <a:gd name="connsiteX138" fmla="*/ 5476948 w 12192000"/>
              <a:gd name="connsiteY138" fmla="*/ 173249 h 4939827"/>
              <a:gd name="connsiteX139" fmla="*/ 5516842 w 12192000"/>
              <a:gd name="connsiteY139" fmla="*/ 184018 h 4939827"/>
              <a:gd name="connsiteX140" fmla="*/ 5619415 w 12192000"/>
              <a:gd name="connsiteY140" fmla="*/ 176781 h 4939827"/>
              <a:gd name="connsiteX141" fmla="*/ 5789867 w 12192000"/>
              <a:gd name="connsiteY141" fmla="*/ 150304 h 4939827"/>
              <a:gd name="connsiteX142" fmla="*/ 5825953 w 12192000"/>
              <a:gd name="connsiteY142" fmla="*/ 147907 h 4939827"/>
              <a:gd name="connsiteX143" fmla="*/ 5856168 w 12192000"/>
              <a:gd name="connsiteY143" fmla="*/ 158719 h 4939827"/>
              <a:gd name="connsiteX144" fmla="*/ 5862476 w 12192000"/>
              <a:gd name="connsiteY144" fmla="*/ 172447 h 4939827"/>
              <a:gd name="connsiteX145" fmla="*/ 5882195 w 12192000"/>
              <a:gd name="connsiteY145" fmla="*/ 173195 h 4939827"/>
              <a:gd name="connsiteX146" fmla="*/ 5952585 w 12192000"/>
              <a:gd name="connsiteY146" fmla="*/ 161012 h 4939827"/>
              <a:gd name="connsiteX147" fmla="*/ 6001964 w 12192000"/>
              <a:gd name="connsiteY147" fmla="*/ 154786 h 4939827"/>
              <a:gd name="connsiteX148" fmla="*/ 6184207 w 12192000"/>
              <a:gd name="connsiteY148" fmla="*/ 132658 h 4939827"/>
              <a:gd name="connsiteX149" fmla="*/ 6415830 w 12192000"/>
              <a:gd name="connsiteY149" fmla="*/ 136006 h 4939827"/>
              <a:gd name="connsiteX150" fmla="*/ 6756965 w 12192000"/>
              <a:gd name="connsiteY150" fmla="*/ 57636 h 4939827"/>
              <a:gd name="connsiteX151" fmla="*/ 6819400 w 12192000"/>
              <a:gd name="connsiteY151" fmla="*/ 30742 h 4939827"/>
              <a:gd name="connsiteX152" fmla="*/ 6986370 w 12192000"/>
              <a:gd name="connsiteY152" fmla="*/ 12659 h 4939827"/>
              <a:gd name="connsiteX153" fmla="*/ 6989536 w 12192000"/>
              <a:gd name="connsiteY153" fmla="*/ 14528 h 4939827"/>
              <a:gd name="connsiteX154" fmla="*/ 7015933 w 12192000"/>
              <a:gd name="connsiteY154" fmla="*/ 9653 h 4939827"/>
              <a:gd name="connsiteX155" fmla="*/ 7020592 w 12192000"/>
              <a:gd name="connsiteY155" fmla="*/ 1651 h 4939827"/>
              <a:gd name="connsiteX156" fmla="*/ 7025905 w 12192000"/>
              <a:gd name="connsiteY156" fmla="*/ 0 h 49398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</a:cxnLst>
            <a:rect l="l" t="t" r="r" b="b"/>
            <a:pathLst>
              <a:path w="12192000" h="4939827">
                <a:moveTo>
                  <a:pt x="7025905" y="0"/>
                </a:moveTo>
                <a:lnTo>
                  <a:pt x="7032579" y="2808"/>
                </a:lnTo>
                <a:cubicBezTo>
                  <a:pt x="7044119" y="6590"/>
                  <a:pt x="7059062" y="10207"/>
                  <a:pt x="7079505" y="12971"/>
                </a:cubicBezTo>
                <a:cubicBezTo>
                  <a:pt x="7111522" y="10537"/>
                  <a:pt x="7122591" y="11519"/>
                  <a:pt x="7158791" y="12462"/>
                </a:cubicBezTo>
                <a:lnTo>
                  <a:pt x="7233338" y="24846"/>
                </a:lnTo>
                <a:cubicBezTo>
                  <a:pt x="7247177" y="23787"/>
                  <a:pt x="7254856" y="25962"/>
                  <a:pt x="7259791" y="29557"/>
                </a:cubicBezTo>
                <a:lnTo>
                  <a:pt x="7263923" y="35029"/>
                </a:lnTo>
                <a:lnTo>
                  <a:pt x="7281549" y="39654"/>
                </a:lnTo>
                <a:lnTo>
                  <a:pt x="7374735" y="65326"/>
                </a:lnTo>
                <a:lnTo>
                  <a:pt x="7376078" y="63849"/>
                </a:lnTo>
                <a:lnTo>
                  <a:pt x="7402026" y="60308"/>
                </a:lnTo>
                <a:lnTo>
                  <a:pt x="7415091" y="77403"/>
                </a:lnTo>
                <a:cubicBezTo>
                  <a:pt x="7421672" y="79965"/>
                  <a:pt x="7475806" y="92960"/>
                  <a:pt x="7488682" y="83440"/>
                </a:cubicBezTo>
                <a:cubicBezTo>
                  <a:pt x="7541625" y="94782"/>
                  <a:pt x="7683214" y="133614"/>
                  <a:pt x="7732750" y="145456"/>
                </a:cubicBezTo>
                <a:cubicBezTo>
                  <a:pt x="7748318" y="162765"/>
                  <a:pt x="7764581" y="171696"/>
                  <a:pt x="7785900" y="154493"/>
                </a:cubicBezTo>
                <a:cubicBezTo>
                  <a:pt x="7822539" y="158614"/>
                  <a:pt x="7915312" y="166523"/>
                  <a:pt x="7952584" y="170181"/>
                </a:cubicBezTo>
                <a:cubicBezTo>
                  <a:pt x="7998047" y="181004"/>
                  <a:pt x="8029749" y="207794"/>
                  <a:pt x="8058681" y="219431"/>
                </a:cubicBezTo>
                <a:cubicBezTo>
                  <a:pt x="8095466" y="185885"/>
                  <a:pt x="8090835" y="241759"/>
                  <a:pt x="8126175" y="240005"/>
                </a:cubicBezTo>
                <a:cubicBezTo>
                  <a:pt x="8163290" y="246246"/>
                  <a:pt x="8238799" y="256773"/>
                  <a:pt x="8281371" y="256875"/>
                </a:cubicBezTo>
                <a:cubicBezTo>
                  <a:pt x="8313651" y="251026"/>
                  <a:pt x="8346882" y="248570"/>
                  <a:pt x="8381609" y="240618"/>
                </a:cubicBezTo>
                <a:lnTo>
                  <a:pt x="8406759" y="232517"/>
                </a:lnTo>
                <a:lnTo>
                  <a:pt x="8426506" y="241842"/>
                </a:lnTo>
                <a:lnTo>
                  <a:pt x="8427949" y="240981"/>
                </a:lnTo>
                <a:cubicBezTo>
                  <a:pt x="8431925" y="239458"/>
                  <a:pt x="8436260" y="239096"/>
                  <a:pt x="8441468" y="241157"/>
                </a:cubicBezTo>
                <a:lnTo>
                  <a:pt x="8565757" y="255317"/>
                </a:lnTo>
                <a:lnTo>
                  <a:pt x="8573171" y="258426"/>
                </a:lnTo>
                <a:lnTo>
                  <a:pt x="8573548" y="258241"/>
                </a:lnTo>
                <a:cubicBezTo>
                  <a:pt x="8575650" y="258391"/>
                  <a:pt x="8618469" y="259217"/>
                  <a:pt x="8622021" y="261028"/>
                </a:cubicBezTo>
                <a:lnTo>
                  <a:pt x="8672650" y="254821"/>
                </a:lnTo>
                <a:cubicBezTo>
                  <a:pt x="8716151" y="260353"/>
                  <a:pt x="8748971" y="243487"/>
                  <a:pt x="8785543" y="263406"/>
                </a:cubicBezTo>
                <a:cubicBezTo>
                  <a:pt x="8826293" y="268498"/>
                  <a:pt x="8797654" y="254573"/>
                  <a:pt x="8830588" y="265483"/>
                </a:cubicBezTo>
                <a:cubicBezTo>
                  <a:pt x="8849202" y="267272"/>
                  <a:pt x="8877544" y="266277"/>
                  <a:pt x="8905142" y="264958"/>
                </a:cubicBezTo>
                <a:lnTo>
                  <a:pt x="8968582" y="262728"/>
                </a:lnTo>
                <a:lnTo>
                  <a:pt x="8972994" y="263284"/>
                </a:lnTo>
                <a:lnTo>
                  <a:pt x="9004605" y="258041"/>
                </a:lnTo>
                <a:lnTo>
                  <a:pt x="9016165" y="261258"/>
                </a:lnTo>
                <a:cubicBezTo>
                  <a:pt x="9028775" y="267579"/>
                  <a:pt x="9039083" y="277488"/>
                  <a:pt x="9043297" y="281547"/>
                </a:cubicBezTo>
                <a:lnTo>
                  <a:pt x="9048315" y="279264"/>
                </a:lnTo>
                <a:lnTo>
                  <a:pt x="9054706" y="278538"/>
                </a:lnTo>
                <a:lnTo>
                  <a:pt x="9070919" y="281810"/>
                </a:lnTo>
                <a:lnTo>
                  <a:pt x="9076813" y="283909"/>
                </a:lnTo>
                <a:cubicBezTo>
                  <a:pt x="9080948" y="285030"/>
                  <a:pt x="9083794" y="285362"/>
                  <a:pt x="9085871" y="285133"/>
                </a:cubicBezTo>
                <a:lnTo>
                  <a:pt x="9086159" y="284887"/>
                </a:lnTo>
                <a:lnTo>
                  <a:pt x="9134606" y="288168"/>
                </a:lnTo>
                <a:cubicBezTo>
                  <a:pt x="9149441" y="274272"/>
                  <a:pt x="9194106" y="309414"/>
                  <a:pt x="9195590" y="279568"/>
                </a:cubicBezTo>
                <a:cubicBezTo>
                  <a:pt x="9212898" y="284479"/>
                  <a:pt x="9220866" y="298055"/>
                  <a:pt x="9219336" y="278133"/>
                </a:cubicBezTo>
                <a:cubicBezTo>
                  <a:pt x="9225159" y="279201"/>
                  <a:pt x="9229164" y="278078"/>
                  <a:pt x="9232362" y="275894"/>
                </a:cubicBezTo>
                <a:lnTo>
                  <a:pt x="9283638" y="299924"/>
                </a:lnTo>
                <a:lnTo>
                  <a:pt x="9371484" y="329634"/>
                </a:lnTo>
                <a:lnTo>
                  <a:pt x="9404829" y="339038"/>
                </a:lnTo>
                <a:lnTo>
                  <a:pt x="9427021" y="358784"/>
                </a:lnTo>
                <a:cubicBezTo>
                  <a:pt x="9500124" y="364086"/>
                  <a:pt x="9604652" y="390635"/>
                  <a:pt x="9670844" y="405128"/>
                </a:cubicBezTo>
                <a:cubicBezTo>
                  <a:pt x="9688531" y="417998"/>
                  <a:pt x="9762277" y="426463"/>
                  <a:pt x="9816083" y="416573"/>
                </a:cubicBezTo>
                <a:lnTo>
                  <a:pt x="9936741" y="437044"/>
                </a:lnTo>
                <a:cubicBezTo>
                  <a:pt x="9978091" y="447025"/>
                  <a:pt x="10008641" y="443705"/>
                  <a:pt x="10050093" y="443783"/>
                </a:cubicBezTo>
                <a:cubicBezTo>
                  <a:pt x="10074709" y="448779"/>
                  <a:pt x="10088915" y="449258"/>
                  <a:pt x="10130090" y="459520"/>
                </a:cubicBezTo>
                <a:cubicBezTo>
                  <a:pt x="10137791" y="458564"/>
                  <a:pt x="10165777" y="459877"/>
                  <a:pt x="10173456" y="457749"/>
                </a:cubicBezTo>
                <a:lnTo>
                  <a:pt x="10218232" y="459820"/>
                </a:lnTo>
                <a:lnTo>
                  <a:pt x="10354176" y="471377"/>
                </a:lnTo>
                <a:cubicBezTo>
                  <a:pt x="10367946" y="478917"/>
                  <a:pt x="10417270" y="488110"/>
                  <a:pt x="10430681" y="481226"/>
                </a:cubicBezTo>
                <a:cubicBezTo>
                  <a:pt x="10441804" y="481366"/>
                  <a:pt x="10469025" y="490181"/>
                  <a:pt x="10478169" y="481774"/>
                </a:cubicBezTo>
                <a:cubicBezTo>
                  <a:pt x="10503830" y="488972"/>
                  <a:pt x="10531359" y="489751"/>
                  <a:pt x="10540907" y="485607"/>
                </a:cubicBezTo>
                <a:cubicBezTo>
                  <a:pt x="10569054" y="475472"/>
                  <a:pt x="10590882" y="489185"/>
                  <a:pt x="10614941" y="487592"/>
                </a:cubicBezTo>
                <a:cubicBezTo>
                  <a:pt x="10654657" y="492458"/>
                  <a:pt x="10645652" y="516778"/>
                  <a:pt x="10674098" y="521656"/>
                </a:cubicBezTo>
                <a:cubicBezTo>
                  <a:pt x="10737163" y="537583"/>
                  <a:pt x="10829686" y="559302"/>
                  <a:pt x="10874834" y="574867"/>
                </a:cubicBezTo>
                <a:cubicBezTo>
                  <a:pt x="10919981" y="590432"/>
                  <a:pt x="10878682" y="577481"/>
                  <a:pt x="10944981" y="615042"/>
                </a:cubicBezTo>
                <a:cubicBezTo>
                  <a:pt x="10976235" y="616974"/>
                  <a:pt x="10982969" y="648568"/>
                  <a:pt x="11006376" y="645957"/>
                </a:cubicBezTo>
                <a:cubicBezTo>
                  <a:pt x="11005343" y="630631"/>
                  <a:pt x="11047577" y="676048"/>
                  <a:pt x="11076308" y="675698"/>
                </a:cubicBezTo>
                <a:cubicBezTo>
                  <a:pt x="11093142" y="677175"/>
                  <a:pt x="11131116" y="681348"/>
                  <a:pt x="11148789" y="685041"/>
                </a:cubicBezTo>
                <a:cubicBezTo>
                  <a:pt x="11177310" y="688243"/>
                  <a:pt x="11217768" y="714725"/>
                  <a:pt x="11249129" y="684218"/>
                </a:cubicBezTo>
                <a:cubicBezTo>
                  <a:pt x="11276269" y="697037"/>
                  <a:pt x="11257432" y="693670"/>
                  <a:pt x="11299915" y="692177"/>
                </a:cubicBezTo>
                <a:cubicBezTo>
                  <a:pt x="11314401" y="703224"/>
                  <a:pt x="11371412" y="714421"/>
                  <a:pt x="11386973" y="708209"/>
                </a:cubicBezTo>
                <a:cubicBezTo>
                  <a:pt x="11425657" y="716286"/>
                  <a:pt x="11454555" y="715485"/>
                  <a:pt x="11500105" y="735014"/>
                </a:cubicBezTo>
                <a:cubicBezTo>
                  <a:pt x="11545172" y="751781"/>
                  <a:pt x="11573053" y="787789"/>
                  <a:pt x="11621735" y="789584"/>
                </a:cubicBezTo>
                <a:lnTo>
                  <a:pt x="11691200" y="867902"/>
                </a:lnTo>
                <a:cubicBezTo>
                  <a:pt x="11734106" y="911360"/>
                  <a:pt x="11773008" y="895495"/>
                  <a:pt x="11819427" y="911634"/>
                </a:cubicBezTo>
                <a:lnTo>
                  <a:pt x="11969720" y="964737"/>
                </a:lnTo>
                <a:cubicBezTo>
                  <a:pt x="12009110" y="978008"/>
                  <a:pt x="12010206" y="989588"/>
                  <a:pt x="12055766" y="991268"/>
                </a:cubicBezTo>
                <a:cubicBezTo>
                  <a:pt x="12105723" y="1003445"/>
                  <a:pt x="12068493" y="1020292"/>
                  <a:pt x="12171539" y="995427"/>
                </a:cubicBezTo>
                <a:cubicBezTo>
                  <a:pt x="12174929" y="995822"/>
                  <a:pt x="12180763" y="996228"/>
                  <a:pt x="12187831" y="996580"/>
                </a:cubicBezTo>
                <a:lnTo>
                  <a:pt x="12192000" y="996726"/>
                </a:lnTo>
                <a:lnTo>
                  <a:pt x="12192000" y="4939827"/>
                </a:lnTo>
                <a:lnTo>
                  <a:pt x="0" y="4939827"/>
                </a:lnTo>
                <a:lnTo>
                  <a:pt x="0" y="512043"/>
                </a:lnTo>
                <a:lnTo>
                  <a:pt x="7381" y="512580"/>
                </a:lnTo>
                <a:cubicBezTo>
                  <a:pt x="39359" y="514524"/>
                  <a:pt x="72732" y="514144"/>
                  <a:pt x="100029" y="504758"/>
                </a:cubicBezTo>
                <a:cubicBezTo>
                  <a:pt x="115935" y="525779"/>
                  <a:pt x="143126" y="489229"/>
                  <a:pt x="155244" y="525130"/>
                </a:cubicBezTo>
                <a:cubicBezTo>
                  <a:pt x="173881" y="522487"/>
                  <a:pt x="242791" y="514086"/>
                  <a:pt x="254366" y="534449"/>
                </a:cubicBezTo>
                <a:cubicBezTo>
                  <a:pt x="303041" y="537382"/>
                  <a:pt x="380161" y="541650"/>
                  <a:pt x="447292" y="542725"/>
                </a:cubicBezTo>
                <a:cubicBezTo>
                  <a:pt x="530282" y="553078"/>
                  <a:pt x="572130" y="539673"/>
                  <a:pt x="628105" y="547853"/>
                </a:cubicBezTo>
                <a:cubicBezTo>
                  <a:pt x="661608" y="509671"/>
                  <a:pt x="746152" y="605137"/>
                  <a:pt x="783146" y="591799"/>
                </a:cubicBezTo>
                <a:cubicBezTo>
                  <a:pt x="862499" y="590113"/>
                  <a:pt x="949481" y="579142"/>
                  <a:pt x="1043676" y="591887"/>
                </a:cubicBezTo>
                <a:cubicBezTo>
                  <a:pt x="1120353" y="576991"/>
                  <a:pt x="1172004" y="553592"/>
                  <a:pt x="1281816" y="520946"/>
                </a:cubicBezTo>
                <a:cubicBezTo>
                  <a:pt x="1339915" y="511282"/>
                  <a:pt x="1459480" y="554579"/>
                  <a:pt x="1486347" y="487310"/>
                </a:cubicBezTo>
                <a:cubicBezTo>
                  <a:pt x="1507765" y="532008"/>
                  <a:pt x="1539168" y="465954"/>
                  <a:pt x="1568079" y="462531"/>
                </a:cubicBezTo>
                <a:cubicBezTo>
                  <a:pt x="1587821" y="491525"/>
                  <a:pt x="1601468" y="469316"/>
                  <a:pt x="1622516" y="466058"/>
                </a:cubicBezTo>
                <a:cubicBezTo>
                  <a:pt x="1630056" y="483510"/>
                  <a:pt x="1647504" y="484261"/>
                  <a:pt x="1655457" y="465359"/>
                </a:cubicBezTo>
                <a:cubicBezTo>
                  <a:pt x="1651800" y="419723"/>
                  <a:pt x="1709718" y="447719"/>
                  <a:pt x="1717454" y="417203"/>
                </a:cubicBezTo>
                <a:cubicBezTo>
                  <a:pt x="1753115" y="414011"/>
                  <a:pt x="1882851" y="412376"/>
                  <a:pt x="1913794" y="365255"/>
                </a:cubicBezTo>
                <a:cubicBezTo>
                  <a:pt x="2001060" y="361067"/>
                  <a:pt x="2099559" y="366414"/>
                  <a:pt x="2129762" y="367832"/>
                </a:cubicBezTo>
                <a:cubicBezTo>
                  <a:pt x="2215380" y="355065"/>
                  <a:pt x="2248807" y="343296"/>
                  <a:pt x="2376970" y="350129"/>
                </a:cubicBezTo>
                <a:cubicBezTo>
                  <a:pt x="2393251" y="360463"/>
                  <a:pt x="2473371" y="379419"/>
                  <a:pt x="2480155" y="359227"/>
                </a:cubicBezTo>
                <a:cubicBezTo>
                  <a:pt x="2520060" y="359505"/>
                  <a:pt x="2561270" y="311415"/>
                  <a:pt x="2586782" y="339352"/>
                </a:cubicBezTo>
                <a:cubicBezTo>
                  <a:pt x="2585230" y="294982"/>
                  <a:pt x="2653633" y="316689"/>
                  <a:pt x="2679617" y="305383"/>
                </a:cubicBezTo>
                <a:cubicBezTo>
                  <a:pt x="2721434" y="266011"/>
                  <a:pt x="2746765" y="276002"/>
                  <a:pt x="2788947" y="250375"/>
                </a:cubicBezTo>
                <a:cubicBezTo>
                  <a:pt x="2851672" y="235447"/>
                  <a:pt x="2913075" y="252766"/>
                  <a:pt x="2965530" y="245958"/>
                </a:cubicBezTo>
                <a:cubicBezTo>
                  <a:pt x="3001911" y="238336"/>
                  <a:pt x="3090203" y="217828"/>
                  <a:pt x="3103677" y="209527"/>
                </a:cubicBezTo>
                <a:lnTo>
                  <a:pt x="3126759" y="211226"/>
                </a:lnTo>
                <a:cubicBezTo>
                  <a:pt x="3136908" y="211889"/>
                  <a:pt x="3148903" y="212490"/>
                  <a:pt x="3164020" y="212779"/>
                </a:cubicBezTo>
                <a:cubicBezTo>
                  <a:pt x="3225474" y="210084"/>
                  <a:pt x="3231859" y="218227"/>
                  <a:pt x="3285019" y="220535"/>
                </a:cubicBezTo>
                <a:cubicBezTo>
                  <a:pt x="3318541" y="222809"/>
                  <a:pt x="3359787" y="223898"/>
                  <a:pt x="3365154" y="226416"/>
                </a:cubicBezTo>
                <a:lnTo>
                  <a:pt x="3367507" y="225416"/>
                </a:lnTo>
                <a:cubicBezTo>
                  <a:pt x="3377583" y="223667"/>
                  <a:pt x="3383502" y="224760"/>
                  <a:pt x="3387567" y="227103"/>
                </a:cubicBezTo>
                <a:lnTo>
                  <a:pt x="3498001" y="231941"/>
                </a:lnTo>
                <a:cubicBezTo>
                  <a:pt x="3513569" y="226158"/>
                  <a:pt x="3539132" y="232525"/>
                  <a:pt x="3561557" y="228095"/>
                </a:cubicBezTo>
                <a:cubicBezTo>
                  <a:pt x="3574944" y="230843"/>
                  <a:pt x="3597426" y="216287"/>
                  <a:pt x="3611920" y="218094"/>
                </a:cubicBezTo>
                <a:lnTo>
                  <a:pt x="3620528" y="218788"/>
                </a:lnTo>
                <a:lnTo>
                  <a:pt x="3620766" y="218511"/>
                </a:lnTo>
                <a:cubicBezTo>
                  <a:pt x="3622780" y="218042"/>
                  <a:pt x="3625663" y="218038"/>
                  <a:pt x="3629977" y="218664"/>
                </a:cubicBezTo>
                <a:lnTo>
                  <a:pt x="3636217" y="220048"/>
                </a:lnTo>
                <a:lnTo>
                  <a:pt x="3709484" y="186927"/>
                </a:lnTo>
                <a:cubicBezTo>
                  <a:pt x="3731015" y="183190"/>
                  <a:pt x="3745790" y="180810"/>
                  <a:pt x="3761342" y="177474"/>
                </a:cubicBezTo>
                <a:lnTo>
                  <a:pt x="3799748" y="167154"/>
                </a:lnTo>
                <a:lnTo>
                  <a:pt x="3922756" y="194044"/>
                </a:lnTo>
                <a:cubicBezTo>
                  <a:pt x="3960877" y="203465"/>
                  <a:pt x="3965250" y="215357"/>
                  <a:pt x="4028476" y="223679"/>
                </a:cubicBezTo>
                <a:cubicBezTo>
                  <a:pt x="4088751" y="228019"/>
                  <a:pt x="4139112" y="248870"/>
                  <a:pt x="4191582" y="238952"/>
                </a:cubicBezTo>
                <a:cubicBezTo>
                  <a:pt x="4210842" y="254091"/>
                  <a:pt x="4229809" y="260810"/>
                  <a:pt x="4251024" y="240874"/>
                </a:cubicBezTo>
                <a:cubicBezTo>
                  <a:pt x="4306627" y="250935"/>
                  <a:pt x="4317066" y="281625"/>
                  <a:pt x="4355275" y="260205"/>
                </a:cubicBezTo>
                <a:cubicBezTo>
                  <a:pt x="4390577" y="327090"/>
                  <a:pt x="4385658" y="272111"/>
                  <a:pt x="4423807" y="270366"/>
                </a:cubicBezTo>
                <a:cubicBezTo>
                  <a:pt x="4457666" y="271864"/>
                  <a:pt x="4523223" y="267475"/>
                  <a:pt x="4558432" y="269194"/>
                </a:cubicBezTo>
                <a:cubicBezTo>
                  <a:pt x="4594553" y="230955"/>
                  <a:pt x="4596517" y="287120"/>
                  <a:pt x="4635061" y="280682"/>
                </a:cubicBezTo>
                <a:cubicBezTo>
                  <a:pt x="4676560" y="281955"/>
                  <a:pt x="4741782" y="292968"/>
                  <a:pt x="4807427" y="276835"/>
                </a:cubicBezTo>
                <a:cubicBezTo>
                  <a:pt x="4876769" y="256626"/>
                  <a:pt x="4951997" y="249407"/>
                  <a:pt x="5028933" y="183887"/>
                </a:cubicBezTo>
                <a:cubicBezTo>
                  <a:pt x="5044713" y="164149"/>
                  <a:pt x="5073685" y="161161"/>
                  <a:pt x="5093642" y="177214"/>
                </a:cubicBezTo>
                <a:cubicBezTo>
                  <a:pt x="5097077" y="179978"/>
                  <a:pt x="5100108" y="183212"/>
                  <a:pt x="5102642" y="186816"/>
                </a:cubicBezTo>
                <a:cubicBezTo>
                  <a:pt x="5150234" y="139156"/>
                  <a:pt x="5169674" y="190314"/>
                  <a:pt x="5193590" y="156458"/>
                </a:cubicBezTo>
                <a:cubicBezTo>
                  <a:pt x="5257854" y="151722"/>
                  <a:pt x="5301917" y="175841"/>
                  <a:pt x="5323922" y="146332"/>
                </a:cubicBezTo>
                <a:cubicBezTo>
                  <a:pt x="5355266" y="153538"/>
                  <a:pt x="5392601" y="198271"/>
                  <a:pt x="5421860" y="167298"/>
                </a:cubicBezTo>
                <a:cubicBezTo>
                  <a:pt x="5420630" y="196364"/>
                  <a:pt x="5461576" y="151467"/>
                  <a:pt x="5476948" y="173249"/>
                </a:cubicBezTo>
                <a:cubicBezTo>
                  <a:pt x="5487334" y="191763"/>
                  <a:pt x="5502178" y="182456"/>
                  <a:pt x="5516842" y="184018"/>
                </a:cubicBezTo>
                <a:cubicBezTo>
                  <a:pt x="5533140" y="200158"/>
                  <a:pt x="5599828" y="189750"/>
                  <a:pt x="5619415" y="176781"/>
                </a:cubicBezTo>
                <a:cubicBezTo>
                  <a:pt x="5690073" y="168499"/>
                  <a:pt x="5748631" y="186964"/>
                  <a:pt x="5789867" y="150304"/>
                </a:cubicBezTo>
                <a:cubicBezTo>
                  <a:pt x="5802836" y="146282"/>
                  <a:pt x="5814753" y="145947"/>
                  <a:pt x="5825953" y="147907"/>
                </a:cubicBezTo>
                <a:lnTo>
                  <a:pt x="5856168" y="158719"/>
                </a:lnTo>
                <a:lnTo>
                  <a:pt x="5862476" y="172447"/>
                </a:lnTo>
                <a:lnTo>
                  <a:pt x="5882195" y="173195"/>
                </a:lnTo>
                <a:lnTo>
                  <a:pt x="5952585" y="161012"/>
                </a:lnTo>
                <a:cubicBezTo>
                  <a:pt x="5962273" y="166588"/>
                  <a:pt x="5992020" y="151579"/>
                  <a:pt x="6001964" y="154786"/>
                </a:cubicBezTo>
                <a:cubicBezTo>
                  <a:pt x="6061748" y="122178"/>
                  <a:pt x="6101539" y="131534"/>
                  <a:pt x="6184207" y="132658"/>
                </a:cubicBezTo>
                <a:cubicBezTo>
                  <a:pt x="6266582" y="127016"/>
                  <a:pt x="6286876" y="151859"/>
                  <a:pt x="6415830" y="136006"/>
                </a:cubicBezTo>
                <a:cubicBezTo>
                  <a:pt x="6563502" y="116945"/>
                  <a:pt x="6684679" y="79367"/>
                  <a:pt x="6756965" y="57636"/>
                </a:cubicBezTo>
                <a:cubicBezTo>
                  <a:pt x="6761544" y="48663"/>
                  <a:pt x="6812642" y="36519"/>
                  <a:pt x="6819400" y="30742"/>
                </a:cubicBezTo>
                <a:lnTo>
                  <a:pt x="6986370" y="12659"/>
                </a:lnTo>
                <a:lnTo>
                  <a:pt x="6989536" y="14528"/>
                </a:lnTo>
                <a:cubicBezTo>
                  <a:pt x="7002946" y="17364"/>
                  <a:pt x="7010700" y="14716"/>
                  <a:pt x="7015933" y="9653"/>
                </a:cubicBezTo>
                <a:lnTo>
                  <a:pt x="7020592" y="1651"/>
                </a:lnTo>
                <a:lnTo>
                  <a:pt x="7025905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CC67C2A6-724E-D483-3FDD-4600603132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4744" y="5198168"/>
            <a:ext cx="9859618" cy="642797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b="1"/>
              <a:t>Példa egy API végpontra</a:t>
            </a:r>
            <a:endParaRPr lang="en-US" sz="360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3924536-9B71-11FD-DB59-5791391225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98774" y="5928655"/>
            <a:ext cx="7831559" cy="410689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 algn="ctr">
              <a:buNone/>
            </a:pPr>
            <a:r>
              <a:rPr lang="en-US" sz="1400"/>
              <a:t>Az alábbi kódrészlet egy </a:t>
            </a:r>
            <a:r>
              <a:rPr lang="en-US" sz="1400" b="1"/>
              <a:t>GET végpontot</a:t>
            </a:r>
            <a:r>
              <a:rPr lang="en-US" sz="1400"/>
              <a:t> mutat be, amely lekéri az összes filmet az adatbázisból:</a:t>
            </a: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3389D0BC-BA1D-4360-88F9-D9ECCBDAB5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917950" y="647758"/>
            <a:ext cx="8355105" cy="4392652"/>
          </a:xfrm>
          <a:custGeom>
            <a:avLst/>
            <a:gdLst>
              <a:gd name="connsiteX0" fmla="*/ 0 w 2400300"/>
              <a:gd name="connsiteY0" fmla="*/ 0 h 2400300"/>
              <a:gd name="connsiteX1" fmla="*/ 2400300 w 2400300"/>
              <a:gd name="connsiteY1" fmla="*/ 0 h 2400300"/>
              <a:gd name="connsiteX2" fmla="*/ 2400300 w 2400300"/>
              <a:gd name="connsiteY2" fmla="*/ 2400300 h 2400300"/>
              <a:gd name="connsiteX3" fmla="*/ 0 w 2400300"/>
              <a:gd name="connsiteY3" fmla="*/ 2400300 h 2400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00300" h="2400300">
                <a:moveTo>
                  <a:pt x="0" y="0"/>
                </a:moveTo>
                <a:lnTo>
                  <a:pt x="2400300" y="0"/>
                </a:lnTo>
                <a:lnTo>
                  <a:pt x="2400300" y="2400300"/>
                </a:lnTo>
                <a:lnTo>
                  <a:pt x="0" y="2400300"/>
                </a:lnTo>
                <a:close/>
              </a:path>
            </a:pathLst>
          </a:custGeom>
          <a:solidFill>
            <a:srgbClr val="F2F2F2"/>
          </a:solidFill>
          <a:ln>
            <a:noFill/>
          </a:ln>
          <a:effectLst>
            <a:outerShdw blurRad="25400" dist="12700" dir="3000000" algn="tl" rotWithShape="0">
              <a:prstClr val="black">
                <a:alpha val="2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1CC8A4D1-D70D-93AE-8214-B81F14BC5BE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549"/>
          <a:stretch/>
        </p:blipFill>
        <p:spPr>
          <a:xfrm>
            <a:off x="2079812" y="805516"/>
            <a:ext cx="8032376" cy="40740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58829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45D37F4E-DDB4-456B-97E0-9937730A03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824B3E76-B130-ED10-72CB-32B9E0CF00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493" y="238539"/>
            <a:ext cx="11018520" cy="1434415"/>
          </a:xfrm>
        </p:spPr>
        <p:txBody>
          <a:bodyPr anchor="b">
            <a:normAutofit/>
          </a:bodyPr>
          <a:lstStyle/>
          <a:p>
            <a:r>
              <a:rPr lang="hu-HU" sz="5400"/>
              <a:t>MySQL Adatbázis</a:t>
            </a:r>
          </a:p>
        </p:txBody>
      </p:sp>
      <p:sp>
        <p:nvSpPr>
          <p:cNvPr id="16" name="sketchy line">
            <a:extLst>
              <a:ext uri="{FF2B5EF4-FFF2-40B4-BE49-F238E27FC236}">
                <a16:creationId xmlns:a16="http://schemas.microsoft.com/office/drawing/2014/main" id="{B2DD41CD-8F47-4F56-AD12-4E2FF76969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2493" y="1681544"/>
            <a:ext cx="10972800" cy="18288"/>
          </a:xfrm>
          <a:custGeom>
            <a:avLst/>
            <a:gdLst>
              <a:gd name="connsiteX0" fmla="*/ 0 w 10972800"/>
              <a:gd name="connsiteY0" fmla="*/ 0 h 18288"/>
              <a:gd name="connsiteX1" fmla="*/ 356616 w 10972800"/>
              <a:gd name="connsiteY1" fmla="*/ 0 h 18288"/>
              <a:gd name="connsiteX2" fmla="*/ 1042416 w 10972800"/>
              <a:gd name="connsiteY2" fmla="*/ 0 h 18288"/>
              <a:gd name="connsiteX3" fmla="*/ 1947672 w 10972800"/>
              <a:gd name="connsiteY3" fmla="*/ 0 h 18288"/>
              <a:gd name="connsiteX4" fmla="*/ 2633472 w 10972800"/>
              <a:gd name="connsiteY4" fmla="*/ 0 h 18288"/>
              <a:gd name="connsiteX5" fmla="*/ 2990088 w 10972800"/>
              <a:gd name="connsiteY5" fmla="*/ 0 h 18288"/>
              <a:gd name="connsiteX6" fmla="*/ 3456432 w 10972800"/>
              <a:gd name="connsiteY6" fmla="*/ 0 h 18288"/>
              <a:gd name="connsiteX7" fmla="*/ 4361688 w 10972800"/>
              <a:gd name="connsiteY7" fmla="*/ 0 h 18288"/>
              <a:gd name="connsiteX8" fmla="*/ 5266944 w 10972800"/>
              <a:gd name="connsiteY8" fmla="*/ 0 h 18288"/>
              <a:gd name="connsiteX9" fmla="*/ 6172200 w 10972800"/>
              <a:gd name="connsiteY9" fmla="*/ 0 h 18288"/>
              <a:gd name="connsiteX10" fmla="*/ 6528816 w 10972800"/>
              <a:gd name="connsiteY10" fmla="*/ 0 h 18288"/>
              <a:gd name="connsiteX11" fmla="*/ 7214616 w 10972800"/>
              <a:gd name="connsiteY11" fmla="*/ 0 h 18288"/>
              <a:gd name="connsiteX12" fmla="*/ 7790688 w 10972800"/>
              <a:gd name="connsiteY12" fmla="*/ 0 h 18288"/>
              <a:gd name="connsiteX13" fmla="*/ 8147304 w 10972800"/>
              <a:gd name="connsiteY13" fmla="*/ 0 h 18288"/>
              <a:gd name="connsiteX14" fmla="*/ 9052560 w 10972800"/>
              <a:gd name="connsiteY14" fmla="*/ 0 h 18288"/>
              <a:gd name="connsiteX15" fmla="*/ 9409176 w 10972800"/>
              <a:gd name="connsiteY15" fmla="*/ 0 h 18288"/>
              <a:gd name="connsiteX16" fmla="*/ 9765792 w 10972800"/>
              <a:gd name="connsiteY16" fmla="*/ 0 h 18288"/>
              <a:gd name="connsiteX17" fmla="*/ 10341864 w 10972800"/>
              <a:gd name="connsiteY17" fmla="*/ 0 h 18288"/>
              <a:gd name="connsiteX18" fmla="*/ 10972800 w 10972800"/>
              <a:gd name="connsiteY18" fmla="*/ 0 h 18288"/>
              <a:gd name="connsiteX19" fmla="*/ 10972800 w 10972800"/>
              <a:gd name="connsiteY19" fmla="*/ 18288 h 18288"/>
              <a:gd name="connsiteX20" fmla="*/ 10177272 w 10972800"/>
              <a:gd name="connsiteY20" fmla="*/ 18288 h 18288"/>
              <a:gd name="connsiteX21" fmla="*/ 9820656 w 10972800"/>
              <a:gd name="connsiteY21" fmla="*/ 18288 h 18288"/>
              <a:gd name="connsiteX22" fmla="*/ 9464040 w 10972800"/>
              <a:gd name="connsiteY22" fmla="*/ 18288 h 18288"/>
              <a:gd name="connsiteX23" fmla="*/ 8778240 w 10972800"/>
              <a:gd name="connsiteY23" fmla="*/ 18288 h 18288"/>
              <a:gd name="connsiteX24" fmla="*/ 8421624 w 10972800"/>
              <a:gd name="connsiteY24" fmla="*/ 18288 h 18288"/>
              <a:gd name="connsiteX25" fmla="*/ 7735824 w 10972800"/>
              <a:gd name="connsiteY25" fmla="*/ 18288 h 18288"/>
              <a:gd name="connsiteX26" fmla="*/ 6940296 w 10972800"/>
              <a:gd name="connsiteY26" fmla="*/ 18288 h 18288"/>
              <a:gd name="connsiteX27" fmla="*/ 6254496 w 10972800"/>
              <a:gd name="connsiteY27" fmla="*/ 18288 h 18288"/>
              <a:gd name="connsiteX28" fmla="*/ 5458968 w 10972800"/>
              <a:gd name="connsiteY28" fmla="*/ 18288 h 18288"/>
              <a:gd name="connsiteX29" fmla="*/ 4663440 w 10972800"/>
              <a:gd name="connsiteY29" fmla="*/ 18288 h 18288"/>
              <a:gd name="connsiteX30" fmla="*/ 4306824 w 10972800"/>
              <a:gd name="connsiteY30" fmla="*/ 18288 h 18288"/>
              <a:gd name="connsiteX31" fmla="*/ 3840480 w 10972800"/>
              <a:gd name="connsiteY31" fmla="*/ 18288 h 18288"/>
              <a:gd name="connsiteX32" fmla="*/ 3264408 w 10972800"/>
              <a:gd name="connsiteY32" fmla="*/ 18288 h 18288"/>
              <a:gd name="connsiteX33" fmla="*/ 2578608 w 10972800"/>
              <a:gd name="connsiteY33" fmla="*/ 18288 h 18288"/>
              <a:gd name="connsiteX34" fmla="*/ 1673352 w 10972800"/>
              <a:gd name="connsiteY34" fmla="*/ 18288 h 18288"/>
              <a:gd name="connsiteX35" fmla="*/ 877824 w 10972800"/>
              <a:gd name="connsiteY35" fmla="*/ 18288 h 18288"/>
              <a:gd name="connsiteX36" fmla="*/ 0 w 10972800"/>
              <a:gd name="connsiteY36" fmla="*/ 18288 h 18288"/>
              <a:gd name="connsiteX37" fmla="*/ 0 w 10972800"/>
              <a:gd name="connsiteY37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</a:cxnLst>
            <a:rect l="l" t="t" r="r" b="b"/>
            <a:pathLst>
              <a:path w="10972800" h="18288" fill="none" extrusionOk="0">
                <a:moveTo>
                  <a:pt x="0" y="0"/>
                </a:moveTo>
                <a:cubicBezTo>
                  <a:pt x="165916" y="-1866"/>
                  <a:pt x="188720" y="13756"/>
                  <a:pt x="356616" y="0"/>
                </a:cubicBezTo>
                <a:cubicBezTo>
                  <a:pt x="524512" y="-13756"/>
                  <a:pt x="734781" y="8922"/>
                  <a:pt x="1042416" y="0"/>
                </a:cubicBezTo>
                <a:cubicBezTo>
                  <a:pt x="1350051" y="-8922"/>
                  <a:pt x="1595982" y="-26315"/>
                  <a:pt x="1947672" y="0"/>
                </a:cubicBezTo>
                <a:cubicBezTo>
                  <a:pt x="2299362" y="26315"/>
                  <a:pt x="2292691" y="-19526"/>
                  <a:pt x="2633472" y="0"/>
                </a:cubicBezTo>
                <a:cubicBezTo>
                  <a:pt x="2974253" y="19526"/>
                  <a:pt x="2857309" y="10773"/>
                  <a:pt x="2990088" y="0"/>
                </a:cubicBezTo>
                <a:cubicBezTo>
                  <a:pt x="3122867" y="-10773"/>
                  <a:pt x="3359343" y="7194"/>
                  <a:pt x="3456432" y="0"/>
                </a:cubicBezTo>
                <a:cubicBezTo>
                  <a:pt x="3553521" y="-7194"/>
                  <a:pt x="4136258" y="5108"/>
                  <a:pt x="4361688" y="0"/>
                </a:cubicBezTo>
                <a:cubicBezTo>
                  <a:pt x="4587118" y="-5108"/>
                  <a:pt x="4992424" y="-42958"/>
                  <a:pt x="5266944" y="0"/>
                </a:cubicBezTo>
                <a:cubicBezTo>
                  <a:pt x="5541464" y="42958"/>
                  <a:pt x="5882966" y="-3430"/>
                  <a:pt x="6172200" y="0"/>
                </a:cubicBezTo>
                <a:cubicBezTo>
                  <a:pt x="6461434" y="3430"/>
                  <a:pt x="6432127" y="6688"/>
                  <a:pt x="6528816" y="0"/>
                </a:cubicBezTo>
                <a:cubicBezTo>
                  <a:pt x="6625505" y="-6688"/>
                  <a:pt x="6916805" y="-436"/>
                  <a:pt x="7214616" y="0"/>
                </a:cubicBezTo>
                <a:cubicBezTo>
                  <a:pt x="7512427" y="436"/>
                  <a:pt x="7626159" y="-6909"/>
                  <a:pt x="7790688" y="0"/>
                </a:cubicBezTo>
                <a:cubicBezTo>
                  <a:pt x="7955217" y="6909"/>
                  <a:pt x="8048891" y="15307"/>
                  <a:pt x="8147304" y="0"/>
                </a:cubicBezTo>
                <a:cubicBezTo>
                  <a:pt x="8245717" y="-15307"/>
                  <a:pt x="8645618" y="-11734"/>
                  <a:pt x="9052560" y="0"/>
                </a:cubicBezTo>
                <a:cubicBezTo>
                  <a:pt x="9459502" y="11734"/>
                  <a:pt x="9320584" y="8388"/>
                  <a:pt x="9409176" y="0"/>
                </a:cubicBezTo>
                <a:cubicBezTo>
                  <a:pt x="9497768" y="-8388"/>
                  <a:pt x="9644192" y="8379"/>
                  <a:pt x="9765792" y="0"/>
                </a:cubicBezTo>
                <a:cubicBezTo>
                  <a:pt x="9887392" y="-8379"/>
                  <a:pt x="10105220" y="-12663"/>
                  <a:pt x="10341864" y="0"/>
                </a:cubicBezTo>
                <a:cubicBezTo>
                  <a:pt x="10578508" y="12663"/>
                  <a:pt x="10773103" y="-5786"/>
                  <a:pt x="10972800" y="0"/>
                </a:cubicBezTo>
                <a:cubicBezTo>
                  <a:pt x="10972146" y="8818"/>
                  <a:pt x="10972240" y="13823"/>
                  <a:pt x="10972800" y="18288"/>
                </a:cubicBezTo>
                <a:cubicBezTo>
                  <a:pt x="10588778" y="31598"/>
                  <a:pt x="10543381" y="-12698"/>
                  <a:pt x="10177272" y="18288"/>
                </a:cubicBezTo>
                <a:cubicBezTo>
                  <a:pt x="9811163" y="49274"/>
                  <a:pt x="9996817" y="25662"/>
                  <a:pt x="9820656" y="18288"/>
                </a:cubicBezTo>
                <a:cubicBezTo>
                  <a:pt x="9644495" y="10914"/>
                  <a:pt x="9607007" y="31631"/>
                  <a:pt x="9464040" y="18288"/>
                </a:cubicBezTo>
                <a:cubicBezTo>
                  <a:pt x="9321073" y="4945"/>
                  <a:pt x="9114189" y="28940"/>
                  <a:pt x="8778240" y="18288"/>
                </a:cubicBezTo>
                <a:cubicBezTo>
                  <a:pt x="8442291" y="7636"/>
                  <a:pt x="8594763" y="987"/>
                  <a:pt x="8421624" y="18288"/>
                </a:cubicBezTo>
                <a:cubicBezTo>
                  <a:pt x="8248485" y="35589"/>
                  <a:pt x="7929515" y="37573"/>
                  <a:pt x="7735824" y="18288"/>
                </a:cubicBezTo>
                <a:cubicBezTo>
                  <a:pt x="7542133" y="-997"/>
                  <a:pt x="7252504" y="33858"/>
                  <a:pt x="6940296" y="18288"/>
                </a:cubicBezTo>
                <a:cubicBezTo>
                  <a:pt x="6628088" y="2718"/>
                  <a:pt x="6528503" y="48389"/>
                  <a:pt x="6254496" y="18288"/>
                </a:cubicBezTo>
                <a:cubicBezTo>
                  <a:pt x="5980489" y="-11813"/>
                  <a:pt x="5695784" y="-3740"/>
                  <a:pt x="5458968" y="18288"/>
                </a:cubicBezTo>
                <a:cubicBezTo>
                  <a:pt x="5222152" y="40316"/>
                  <a:pt x="5010751" y="19095"/>
                  <a:pt x="4663440" y="18288"/>
                </a:cubicBezTo>
                <a:cubicBezTo>
                  <a:pt x="4316129" y="17481"/>
                  <a:pt x="4425552" y="1606"/>
                  <a:pt x="4306824" y="18288"/>
                </a:cubicBezTo>
                <a:cubicBezTo>
                  <a:pt x="4188096" y="34970"/>
                  <a:pt x="3941535" y="7481"/>
                  <a:pt x="3840480" y="18288"/>
                </a:cubicBezTo>
                <a:cubicBezTo>
                  <a:pt x="3739425" y="29095"/>
                  <a:pt x="3402388" y="17641"/>
                  <a:pt x="3264408" y="18288"/>
                </a:cubicBezTo>
                <a:cubicBezTo>
                  <a:pt x="3126428" y="18935"/>
                  <a:pt x="2776779" y="9983"/>
                  <a:pt x="2578608" y="18288"/>
                </a:cubicBezTo>
                <a:cubicBezTo>
                  <a:pt x="2380437" y="26593"/>
                  <a:pt x="1909468" y="25818"/>
                  <a:pt x="1673352" y="18288"/>
                </a:cubicBezTo>
                <a:cubicBezTo>
                  <a:pt x="1437236" y="10758"/>
                  <a:pt x="1131180" y="49884"/>
                  <a:pt x="877824" y="18288"/>
                </a:cubicBezTo>
                <a:cubicBezTo>
                  <a:pt x="624468" y="-13308"/>
                  <a:pt x="206753" y="2195"/>
                  <a:pt x="0" y="18288"/>
                </a:cubicBezTo>
                <a:cubicBezTo>
                  <a:pt x="313" y="10654"/>
                  <a:pt x="-263" y="4056"/>
                  <a:pt x="0" y="0"/>
                </a:cubicBezTo>
                <a:close/>
              </a:path>
              <a:path w="10972800" h="18288" stroke="0" extrusionOk="0">
                <a:moveTo>
                  <a:pt x="0" y="0"/>
                </a:moveTo>
                <a:cubicBezTo>
                  <a:pt x="164017" y="-17675"/>
                  <a:pt x="309425" y="9913"/>
                  <a:pt x="466344" y="0"/>
                </a:cubicBezTo>
                <a:cubicBezTo>
                  <a:pt x="623263" y="-9913"/>
                  <a:pt x="659300" y="-14524"/>
                  <a:pt x="822960" y="0"/>
                </a:cubicBezTo>
                <a:cubicBezTo>
                  <a:pt x="986620" y="14524"/>
                  <a:pt x="1105222" y="-16481"/>
                  <a:pt x="1289304" y="0"/>
                </a:cubicBezTo>
                <a:cubicBezTo>
                  <a:pt x="1473386" y="16481"/>
                  <a:pt x="1693223" y="26161"/>
                  <a:pt x="1975104" y="0"/>
                </a:cubicBezTo>
                <a:cubicBezTo>
                  <a:pt x="2256985" y="-26161"/>
                  <a:pt x="2435781" y="23061"/>
                  <a:pt x="2770632" y="0"/>
                </a:cubicBezTo>
                <a:cubicBezTo>
                  <a:pt x="3105483" y="-23061"/>
                  <a:pt x="3247479" y="-44011"/>
                  <a:pt x="3675888" y="0"/>
                </a:cubicBezTo>
                <a:cubicBezTo>
                  <a:pt x="4104297" y="44011"/>
                  <a:pt x="4280918" y="4017"/>
                  <a:pt x="4581144" y="0"/>
                </a:cubicBezTo>
                <a:cubicBezTo>
                  <a:pt x="4881370" y="-4017"/>
                  <a:pt x="5021699" y="-11889"/>
                  <a:pt x="5157216" y="0"/>
                </a:cubicBezTo>
                <a:cubicBezTo>
                  <a:pt x="5292733" y="11889"/>
                  <a:pt x="5603398" y="-17698"/>
                  <a:pt x="5952744" y="0"/>
                </a:cubicBezTo>
                <a:cubicBezTo>
                  <a:pt x="6302090" y="17698"/>
                  <a:pt x="6353093" y="-11909"/>
                  <a:pt x="6638544" y="0"/>
                </a:cubicBezTo>
                <a:cubicBezTo>
                  <a:pt x="6923995" y="11909"/>
                  <a:pt x="7053404" y="21630"/>
                  <a:pt x="7214616" y="0"/>
                </a:cubicBezTo>
                <a:cubicBezTo>
                  <a:pt x="7375828" y="-21630"/>
                  <a:pt x="7837963" y="3886"/>
                  <a:pt x="8010144" y="0"/>
                </a:cubicBezTo>
                <a:cubicBezTo>
                  <a:pt x="8182325" y="-3886"/>
                  <a:pt x="8224183" y="16009"/>
                  <a:pt x="8366760" y="0"/>
                </a:cubicBezTo>
                <a:cubicBezTo>
                  <a:pt x="8509337" y="-16009"/>
                  <a:pt x="8687920" y="-5720"/>
                  <a:pt x="8942832" y="0"/>
                </a:cubicBezTo>
                <a:cubicBezTo>
                  <a:pt x="9197744" y="5720"/>
                  <a:pt x="9368437" y="20479"/>
                  <a:pt x="9628632" y="0"/>
                </a:cubicBezTo>
                <a:cubicBezTo>
                  <a:pt x="9888827" y="-20479"/>
                  <a:pt x="10560858" y="-20746"/>
                  <a:pt x="10972800" y="0"/>
                </a:cubicBezTo>
                <a:cubicBezTo>
                  <a:pt x="10972186" y="5722"/>
                  <a:pt x="10972980" y="12495"/>
                  <a:pt x="10972800" y="18288"/>
                </a:cubicBezTo>
                <a:cubicBezTo>
                  <a:pt x="10786146" y="12536"/>
                  <a:pt x="10623717" y="14033"/>
                  <a:pt x="10506456" y="18288"/>
                </a:cubicBezTo>
                <a:cubicBezTo>
                  <a:pt x="10389195" y="22543"/>
                  <a:pt x="10296178" y="20107"/>
                  <a:pt x="10149840" y="18288"/>
                </a:cubicBezTo>
                <a:cubicBezTo>
                  <a:pt x="10003502" y="16469"/>
                  <a:pt x="9767530" y="28891"/>
                  <a:pt x="9464040" y="18288"/>
                </a:cubicBezTo>
                <a:cubicBezTo>
                  <a:pt x="9160550" y="7685"/>
                  <a:pt x="9229050" y="2659"/>
                  <a:pt x="8997696" y="18288"/>
                </a:cubicBezTo>
                <a:cubicBezTo>
                  <a:pt x="8766342" y="33917"/>
                  <a:pt x="8340136" y="34864"/>
                  <a:pt x="8092440" y="18288"/>
                </a:cubicBezTo>
                <a:cubicBezTo>
                  <a:pt x="7844744" y="1712"/>
                  <a:pt x="7863720" y="27405"/>
                  <a:pt x="7735824" y="18288"/>
                </a:cubicBezTo>
                <a:cubicBezTo>
                  <a:pt x="7607928" y="9171"/>
                  <a:pt x="7323619" y="461"/>
                  <a:pt x="7050024" y="18288"/>
                </a:cubicBezTo>
                <a:cubicBezTo>
                  <a:pt x="6776429" y="36115"/>
                  <a:pt x="6787899" y="28206"/>
                  <a:pt x="6693408" y="18288"/>
                </a:cubicBezTo>
                <a:cubicBezTo>
                  <a:pt x="6598917" y="8370"/>
                  <a:pt x="6395231" y="19114"/>
                  <a:pt x="6227064" y="18288"/>
                </a:cubicBezTo>
                <a:cubicBezTo>
                  <a:pt x="6058897" y="17462"/>
                  <a:pt x="5618582" y="1091"/>
                  <a:pt x="5431536" y="18288"/>
                </a:cubicBezTo>
                <a:cubicBezTo>
                  <a:pt x="5244490" y="35485"/>
                  <a:pt x="4729797" y="-9650"/>
                  <a:pt x="4526280" y="18288"/>
                </a:cubicBezTo>
                <a:cubicBezTo>
                  <a:pt x="4322763" y="46226"/>
                  <a:pt x="4216797" y="756"/>
                  <a:pt x="4059936" y="18288"/>
                </a:cubicBezTo>
                <a:cubicBezTo>
                  <a:pt x="3903075" y="35820"/>
                  <a:pt x="3537912" y="42098"/>
                  <a:pt x="3374136" y="18288"/>
                </a:cubicBezTo>
                <a:cubicBezTo>
                  <a:pt x="3210360" y="-5522"/>
                  <a:pt x="3126842" y="39135"/>
                  <a:pt x="2907792" y="18288"/>
                </a:cubicBezTo>
                <a:cubicBezTo>
                  <a:pt x="2688742" y="-2559"/>
                  <a:pt x="2490436" y="34100"/>
                  <a:pt x="2112264" y="18288"/>
                </a:cubicBezTo>
                <a:cubicBezTo>
                  <a:pt x="1734092" y="2476"/>
                  <a:pt x="1744622" y="-7274"/>
                  <a:pt x="1536192" y="18288"/>
                </a:cubicBezTo>
                <a:cubicBezTo>
                  <a:pt x="1327762" y="43850"/>
                  <a:pt x="1189025" y="6435"/>
                  <a:pt x="1069848" y="18288"/>
                </a:cubicBezTo>
                <a:cubicBezTo>
                  <a:pt x="950671" y="30141"/>
                  <a:pt x="858345" y="33684"/>
                  <a:pt x="713232" y="18288"/>
                </a:cubicBezTo>
                <a:cubicBezTo>
                  <a:pt x="568119" y="2892"/>
                  <a:pt x="250292" y="5410"/>
                  <a:pt x="0" y="18288"/>
                </a:cubicBezTo>
                <a:cubicBezTo>
                  <a:pt x="465" y="13062"/>
                  <a:pt x="-894" y="9029"/>
                  <a:pt x="0" y="0"/>
                </a:cubicBezTo>
                <a:close/>
              </a:path>
            </a:pathLst>
          </a:custGeom>
          <a:solidFill>
            <a:schemeClr val="accent2">
              <a:alpha val="75000"/>
            </a:schemeClr>
          </a:solidFill>
          <a:ln w="44450" cap="rnd">
            <a:solidFill>
              <a:schemeClr val="accent2">
                <a:alpha val="75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E0935996-5909-CFD6-F373-5D21F33FD3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2493" y="2071316"/>
            <a:ext cx="6713552" cy="4119172"/>
          </a:xfrm>
        </p:spPr>
        <p:txBody>
          <a:bodyPr anchor="t">
            <a:normAutofit/>
          </a:bodyPr>
          <a:lstStyle/>
          <a:p>
            <a:r>
              <a:rPr lang="hu-HU" sz="1500" dirty="0"/>
              <a:t>A </a:t>
            </a:r>
            <a:r>
              <a:rPr lang="hu-HU" sz="1500" b="1" dirty="0" err="1"/>
              <a:t>MySQL</a:t>
            </a:r>
            <a:r>
              <a:rPr lang="hu-HU" sz="1500" dirty="0"/>
              <a:t> egy nyílt forráskódú, </a:t>
            </a:r>
            <a:r>
              <a:rPr lang="hu-HU" sz="1500" b="1" dirty="0"/>
              <a:t>relációs adatbázis-kezelő rendszer</a:t>
            </a:r>
            <a:r>
              <a:rPr lang="hu-HU" sz="1500" dirty="0"/>
              <a:t>, amelyet az alkalmazások számára ideális adatkezelés biztosít. A projektünkben a </a:t>
            </a:r>
            <a:r>
              <a:rPr lang="hu-HU" sz="1500" dirty="0" err="1"/>
              <a:t>MySQL</a:t>
            </a:r>
            <a:r>
              <a:rPr lang="hu-HU" sz="1500" dirty="0"/>
              <a:t> adatbázist használjuk a különböző adataink tárolására és kezelésére. Az adatbázisban a </a:t>
            </a:r>
            <a:r>
              <a:rPr lang="hu-HU" sz="1500" b="1" dirty="0" err="1"/>
              <a:t>filmfokusz</a:t>
            </a:r>
            <a:r>
              <a:rPr lang="hu-HU" sz="1500" dirty="0"/>
              <a:t> néven egy központi adatbázist hoztunk létre, amely 5 táblát tartalmaz:</a:t>
            </a:r>
          </a:p>
          <a:p>
            <a:pPr marL="0" indent="0">
              <a:buNone/>
            </a:pPr>
            <a:r>
              <a:rPr lang="hu-HU" sz="1500" b="1" dirty="0"/>
              <a:t>filmek: </a:t>
            </a:r>
            <a:r>
              <a:rPr lang="hu-HU" sz="1500" dirty="0"/>
              <a:t>a filmek adatait tárolja</a:t>
            </a:r>
          </a:p>
          <a:p>
            <a:pPr marL="0" indent="0">
              <a:buNone/>
            </a:pPr>
            <a:r>
              <a:rPr lang="hu-HU" sz="1500" b="1" dirty="0"/>
              <a:t>sorozatok: </a:t>
            </a:r>
            <a:r>
              <a:rPr lang="hu-HU" sz="1500" dirty="0"/>
              <a:t>A sorozatok adatait tárolja.</a:t>
            </a:r>
          </a:p>
          <a:p>
            <a:pPr marL="0" indent="0">
              <a:buNone/>
            </a:pPr>
            <a:r>
              <a:rPr lang="hu-HU" sz="1500" b="1" dirty="0" err="1"/>
              <a:t>film_velemenyek</a:t>
            </a:r>
            <a:r>
              <a:rPr lang="hu-HU" sz="1500" dirty="0"/>
              <a:t>: A filmekhez kapcsolódó vélemények és értékelések.</a:t>
            </a:r>
          </a:p>
          <a:p>
            <a:pPr marL="0" indent="0">
              <a:buNone/>
            </a:pPr>
            <a:r>
              <a:rPr lang="hu-HU" sz="1500" b="1" dirty="0" err="1"/>
              <a:t>sorozat_velemenyek</a:t>
            </a:r>
            <a:r>
              <a:rPr lang="hu-HU" sz="1500" dirty="0"/>
              <a:t>: A sorozatokhoz kapcsolódó vélemények és értékelések.</a:t>
            </a:r>
          </a:p>
          <a:p>
            <a:pPr marL="0" indent="0">
              <a:buNone/>
            </a:pPr>
            <a:r>
              <a:rPr lang="hu-HU" sz="1500" b="1" dirty="0" err="1"/>
              <a:t>user</a:t>
            </a:r>
            <a:r>
              <a:rPr lang="hu-HU" sz="1500" dirty="0"/>
              <a:t>: A felhasználók adatai, beleértve a bejelentkezési adatokat és a profilokat.</a:t>
            </a:r>
          </a:p>
          <a:p>
            <a:pPr marL="0" indent="0">
              <a:buNone/>
            </a:pPr>
            <a:r>
              <a:rPr lang="hu-HU" sz="1500" dirty="0"/>
              <a:t>Az adatbázis biztosítja az adatok </a:t>
            </a:r>
            <a:r>
              <a:rPr lang="hu-HU" sz="1500" b="1" dirty="0"/>
              <a:t>biztonságos tárolását</a:t>
            </a:r>
            <a:r>
              <a:rPr lang="hu-HU" sz="1500" dirty="0"/>
              <a:t>, </a:t>
            </a:r>
            <a:r>
              <a:rPr lang="hu-HU" sz="1500" b="1" dirty="0"/>
              <a:t>gyors hozzáférését</a:t>
            </a:r>
            <a:r>
              <a:rPr lang="hu-HU" sz="1500" dirty="0"/>
              <a:t>, és lehetőséget ad a könnyű </a:t>
            </a:r>
            <a:r>
              <a:rPr lang="hu-HU" sz="1500" b="1" dirty="0"/>
              <a:t>lekérdezésre és módosításra</a:t>
            </a:r>
            <a:r>
              <a:rPr lang="hu-HU" sz="1500" dirty="0"/>
              <a:t>.</a:t>
            </a:r>
          </a:p>
          <a:p>
            <a:pPr marL="0" indent="0">
              <a:buNone/>
            </a:pPr>
            <a:endParaRPr lang="hu-HU" sz="1500" dirty="0"/>
          </a:p>
          <a:p>
            <a:pPr marL="0" indent="0">
              <a:buNone/>
            </a:pPr>
            <a:r>
              <a:rPr lang="hu-HU" sz="1800" b="1" u="sng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 </a:t>
            </a:r>
            <a:r>
              <a:rPr lang="hu-HU" sz="1800" b="1" u="sng" dirty="0" err="1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Database</a:t>
            </a:r>
            <a:r>
              <a:rPr lang="hu-HU" sz="1800" b="1" u="sng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link</a:t>
            </a:r>
            <a:endParaRPr lang="hu-HU" sz="1800" b="1" u="sng" dirty="0">
              <a:solidFill>
                <a:schemeClr val="accent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9" name="Kép 8">
            <a:extLst>
              <a:ext uri="{FF2B5EF4-FFF2-40B4-BE49-F238E27FC236}">
                <a16:creationId xmlns:a16="http://schemas.microsoft.com/office/drawing/2014/main" id="{9174A993-288D-8BB7-1191-33FA6C448F6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0365" r="18946"/>
          <a:stretch/>
        </p:blipFill>
        <p:spPr>
          <a:xfrm>
            <a:off x="7675658" y="2093976"/>
            <a:ext cx="3941064" cy="40965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4753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4AC5506-6312-4701-8D3C-40187889A9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1752"/>
            <a:ext cx="12192000" cy="73655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3DF6DA05-D736-EA50-3128-289D62D772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532" y="643467"/>
            <a:ext cx="11210925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200" kern="12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Adatbázis Kapcsolat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2C22DC3E-654F-D3D2-5719-59CF77BEF3D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43467" y="2127516"/>
            <a:ext cx="10905066" cy="34896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93993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53B475F8-50AE-46A0-9943-B2B63183D5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5A07EA7B-D8EC-DD80-E93E-ED9DBDA4A7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365125"/>
            <a:ext cx="6986015" cy="1776484"/>
          </a:xfrm>
        </p:spPr>
        <p:txBody>
          <a:bodyPr anchor="b">
            <a:normAutofit/>
          </a:bodyPr>
          <a:lstStyle/>
          <a:p>
            <a:r>
              <a:rPr lang="en-US" sz="5400"/>
              <a:t>Frontend (React, JSX, CSS, API kapcsolat)</a:t>
            </a:r>
            <a:endParaRPr lang="hu-HU" sz="5400"/>
          </a:p>
        </p:txBody>
      </p:sp>
      <p:pic>
        <p:nvPicPr>
          <p:cNvPr id="7" name="Kép 6" descr="A képen szimbólum, képernyőkép, Acélkék, Grafika látható&#10;&#10;Előfordulhat, hogy a mesterséges intelligencia által létrehozott tartalom helytelen.">
            <a:extLst>
              <a:ext uri="{FF2B5EF4-FFF2-40B4-BE49-F238E27FC236}">
                <a16:creationId xmlns:a16="http://schemas.microsoft.com/office/drawing/2014/main" id="{EF1C4823-8FD9-EAC1-0311-CB0968AABAD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33251" y="261991"/>
            <a:ext cx="3024352" cy="1890220"/>
          </a:xfrm>
          <a:prstGeom prst="rect">
            <a:avLst/>
          </a:prstGeom>
        </p:spPr>
      </p:pic>
      <p:sp>
        <p:nvSpPr>
          <p:cNvPr id="25" name="sketch line">
            <a:extLst>
              <a:ext uri="{FF2B5EF4-FFF2-40B4-BE49-F238E27FC236}">
                <a16:creationId xmlns:a16="http://schemas.microsoft.com/office/drawing/2014/main" id="{75F6FDB4-2351-48C2-A863-2364A02343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38200" y="2315691"/>
            <a:ext cx="4343400" cy="18288"/>
          </a:xfrm>
          <a:custGeom>
            <a:avLst/>
            <a:gdLst>
              <a:gd name="connsiteX0" fmla="*/ 0 w 4343400"/>
              <a:gd name="connsiteY0" fmla="*/ 0 h 18288"/>
              <a:gd name="connsiteX1" fmla="*/ 577052 w 4343400"/>
              <a:gd name="connsiteY1" fmla="*/ 0 h 18288"/>
              <a:gd name="connsiteX2" fmla="*/ 1067235 w 4343400"/>
              <a:gd name="connsiteY2" fmla="*/ 0 h 18288"/>
              <a:gd name="connsiteX3" fmla="*/ 1600853 w 4343400"/>
              <a:gd name="connsiteY3" fmla="*/ 0 h 18288"/>
              <a:gd name="connsiteX4" fmla="*/ 2264773 w 4343400"/>
              <a:gd name="connsiteY4" fmla="*/ 0 h 18288"/>
              <a:gd name="connsiteX5" fmla="*/ 2841825 w 4343400"/>
              <a:gd name="connsiteY5" fmla="*/ 0 h 18288"/>
              <a:gd name="connsiteX6" fmla="*/ 3375442 w 4343400"/>
              <a:gd name="connsiteY6" fmla="*/ 0 h 18288"/>
              <a:gd name="connsiteX7" fmla="*/ 4343400 w 4343400"/>
              <a:gd name="connsiteY7" fmla="*/ 0 h 18288"/>
              <a:gd name="connsiteX8" fmla="*/ 4343400 w 4343400"/>
              <a:gd name="connsiteY8" fmla="*/ 18288 h 18288"/>
              <a:gd name="connsiteX9" fmla="*/ 3722914 w 4343400"/>
              <a:gd name="connsiteY9" fmla="*/ 18288 h 18288"/>
              <a:gd name="connsiteX10" fmla="*/ 3189297 w 4343400"/>
              <a:gd name="connsiteY10" fmla="*/ 18288 h 18288"/>
              <a:gd name="connsiteX11" fmla="*/ 2481943 w 4343400"/>
              <a:gd name="connsiteY11" fmla="*/ 18288 h 18288"/>
              <a:gd name="connsiteX12" fmla="*/ 1904891 w 4343400"/>
              <a:gd name="connsiteY12" fmla="*/ 18288 h 18288"/>
              <a:gd name="connsiteX13" fmla="*/ 1414707 w 4343400"/>
              <a:gd name="connsiteY13" fmla="*/ 18288 h 18288"/>
              <a:gd name="connsiteX14" fmla="*/ 750788 w 4343400"/>
              <a:gd name="connsiteY14" fmla="*/ 18288 h 18288"/>
              <a:gd name="connsiteX15" fmla="*/ 0 w 4343400"/>
              <a:gd name="connsiteY15" fmla="*/ 18288 h 18288"/>
              <a:gd name="connsiteX16" fmla="*/ 0 w 434340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343400" h="18288" fill="none" extrusionOk="0">
                <a:moveTo>
                  <a:pt x="0" y="0"/>
                </a:moveTo>
                <a:cubicBezTo>
                  <a:pt x="233209" y="-19550"/>
                  <a:pt x="330816" y="19068"/>
                  <a:pt x="577052" y="0"/>
                </a:cubicBezTo>
                <a:cubicBezTo>
                  <a:pt x="823288" y="-19068"/>
                  <a:pt x="875077" y="10360"/>
                  <a:pt x="1067235" y="0"/>
                </a:cubicBezTo>
                <a:cubicBezTo>
                  <a:pt x="1259393" y="-10360"/>
                  <a:pt x="1410699" y="2939"/>
                  <a:pt x="1600853" y="0"/>
                </a:cubicBezTo>
                <a:cubicBezTo>
                  <a:pt x="1791007" y="-2939"/>
                  <a:pt x="2101644" y="-26225"/>
                  <a:pt x="2264773" y="0"/>
                </a:cubicBezTo>
                <a:cubicBezTo>
                  <a:pt x="2427902" y="26225"/>
                  <a:pt x="2690426" y="-27726"/>
                  <a:pt x="2841825" y="0"/>
                </a:cubicBezTo>
                <a:cubicBezTo>
                  <a:pt x="2993224" y="27726"/>
                  <a:pt x="3172320" y="-18569"/>
                  <a:pt x="3375442" y="0"/>
                </a:cubicBezTo>
                <a:cubicBezTo>
                  <a:pt x="3578564" y="18569"/>
                  <a:pt x="4003119" y="21909"/>
                  <a:pt x="4343400" y="0"/>
                </a:cubicBezTo>
                <a:cubicBezTo>
                  <a:pt x="4343798" y="7429"/>
                  <a:pt x="4343380" y="10822"/>
                  <a:pt x="4343400" y="18288"/>
                </a:cubicBezTo>
                <a:cubicBezTo>
                  <a:pt x="4109047" y="14709"/>
                  <a:pt x="3996986" y="7919"/>
                  <a:pt x="3722914" y="18288"/>
                </a:cubicBezTo>
                <a:cubicBezTo>
                  <a:pt x="3448842" y="28657"/>
                  <a:pt x="3340973" y="29252"/>
                  <a:pt x="3189297" y="18288"/>
                </a:cubicBezTo>
                <a:cubicBezTo>
                  <a:pt x="3037621" y="7324"/>
                  <a:pt x="2636891" y="-9539"/>
                  <a:pt x="2481943" y="18288"/>
                </a:cubicBezTo>
                <a:cubicBezTo>
                  <a:pt x="2326995" y="46115"/>
                  <a:pt x="2131632" y="740"/>
                  <a:pt x="1904891" y="18288"/>
                </a:cubicBezTo>
                <a:cubicBezTo>
                  <a:pt x="1678150" y="35836"/>
                  <a:pt x="1575362" y="-3381"/>
                  <a:pt x="1414707" y="18288"/>
                </a:cubicBezTo>
                <a:cubicBezTo>
                  <a:pt x="1254052" y="39957"/>
                  <a:pt x="1051093" y="-335"/>
                  <a:pt x="750788" y="18288"/>
                </a:cubicBezTo>
                <a:cubicBezTo>
                  <a:pt x="450483" y="36911"/>
                  <a:pt x="293781" y="22900"/>
                  <a:pt x="0" y="18288"/>
                </a:cubicBezTo>
                <a:cubicBezTo>
                  <a:pt x="-591" y="13205"/>
                  <a:pt x="-663" y="6329"/>
                  <a:pt x="0" y="0"/>
                </a:cubicBezTo>
                <a:close/>
              </a:path>
              <a:path w="4343400" h="18288" stroke="0" extrusionOk="0">
                <a:moveTo>
                  <a:pt x="0" y="0"/>
                </a:moveTo>
                <a:cubicBezTo>
                  <a:pt x="212719" y="-28531"/>
                  <a:pt x="340561" y="-1164"/>
                  <a:pt x="577052" y="0"/>
                </a:cubicBezTo>
                <a:cubicBezTo>
                  <a:pt x="813543" y="1164"/>
                  <a:pt x="866967" y="-9376"/>
                  <a:pt x="1067235" y="0"/>
                </a:cubicBezTo>
                <a:cubicBezTo>
                  <a:pt x="1267503" y="9376"/>
                  <a:pt x="1485778" y="-20470"/>
                  <a:pt x="1774589" y="0"/>
                </a:cubicBezTo>
                <a:cubicBezTo>
                  <a:pt x="2063400" y="20470"/>
                  <a:pt x="2090152" y="-14502"/>
                  <a:pt x="2351641" y="0"/>
                </a:cubicBezTo>
                <a:cubicBezTo>
                  <a:pt x="2613130" y="14502"/>
                  <a:pt x="2802864" y="19125"/>
                  <a:pt x="2928693" y="0"/>
                </a:cubicBezTo>
                <a:cubicBezTo>
                  <a:pt x="3054522" y="-19125"/>
                  <a:pt x="3482611" y="-2038"/>
                  <a:pt x="3636046" y="0"/>
                </a:cubicBezTo>
                <a:cubicBezTo>
                  <a:pt x="3789481" y="2038"/>
                  <a:pt x="4012363" y="973"/>
                  <a:pt x="4343400" y="0"/>
                </a:cubicBezTo>
                <a:cubicBezTo>
                  <a:pt x="4342514" y="5429"/>
                  <a:pt x="4344221" y="14046"/>
                  <a:pt x="4343400" y="18288"/>
                </a:cubicBezTo>
                <a:cubicBezTo>
                  <a:pt x="4078870" y="-6138"/>
                  <a:pt x="4015967" y="29658"/>
                  <a:pt x="3809782" y="18288"/>
                </a:cubicBezTo>
                <a:cubicBezTo>
                  <a:pt x="3603597" y="6918"/>
                  <a:pt x="3495552" y="24439"/>
                  <a:pt x="3189297" y="18288"/>
                </a:cubicBezTo>
                <a:cubicBezTo>
                  <a:pt x="2883042" y="12137"/>
                  <a:pt x="2850610" y="32583"/>
                  <a:pt x="2568811" y="18288"/>
                </a:cubicBezTo>
                <a:cubicBezTo>
                  <a:pt x="2287012" y="3993"/>
                  <a:pt x="2279820" y="23580"/>
                  <a:pt x="1991759" y="18288"/>
                </a:cubicBezTo>
                <a:cubicBezTo>
                  <a:pt x="1703698" y="12996"/>
                  <a:pt x="1616455" y="23157"/>
                  <a:pt x="1284405" y="18288"/>
                </a:cubicBezTo>
                <a:cubicBezTo>
                  <a:pt x="952355" y="13419"/>
                  <a:pt x="783530" y="16053"/>
                  <a:pt x="577052" y="18288"/>
                </a:cubicBezTo>
                <a:cubicBezTo>
                  <a:pt x="370574" y="20523"/>
                  <a:pt x="173929" y="5195"/>
                  <a:pt x="0" y="18288"/>
                </a:cubicBezTo>
                <a:cubicBezTo>
                  <a:pt x="668" y="13665"/>
                  <a:pt x="578" y="5675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1CF1265-A0DC-571E-0841-4D60B0CE6F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8" y="2504819"/>
            <a:ext cx="6986016" cy="3672144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hu-HU" sz="2000" dirty="0"/>
              <a:t>A </a:t>
            </a:r>
            <a:r>
              <a:rPr lang="hu-HU" sz="2000" b="1" dirty="0"/>
              <a:t>frontend</a:t>
            </a:r>
            <a:r>
              <a:rPr lang="hu-HU" sz="2000" dirty="0"/>
              <a:t> fejlesztéséhez a következő technológiákat használtuk:</a:t>
            </a:r>
          </a:p>
          <a:p>
            <a:pPr marL="0" indent="0">
              <a:buNone/>
            </a:pPr>
            <a:r>
              <a:rPr lang="hu-HU" sz="2000" b="1" dirty="0" err="1"/>
              <a:t>React</a:t>
            </a:r>
            <a:r>
              <a:rPr lang="hu-HU" sz="2000" dirty="0"/>
              <a:t>: Egy népszerű JavaScript könyvtár, amely lehetővé teszi dinamikus, </a:t>
            </a:r>
            <a:r>
              <a:rPr lang="hu-HU" sz="2000" dirty="0" err="1"/>
              <a:t>újrahasználható</a:t>
            </a:r>
            <a:r>
              <a:rPr lang="hu-HU" sz="2000" dirty="0"/>
              <a:t> felhasználói felületek készítését.</a:t>
            </a:r>
          </a:p>
          <a:p>
            <a:pPr marL="0" indent="0">
              <a:buNone/>
            </a:pPr>
            <a:r>
              <a:rPr lang="hu-HU" sz="2000" b="1" dirty="0"/>
              <a:t>JSX</a:t>
            </a:r>
            <a:r>
              <a:rPr lang="hu-HU" sz="2000" dirty="0"/>
              <a:t>: A </a:t>
            </a:r>
            <a:r>
              <a:rPr lang="hu-HU" sz="2000" dirty="0" err="1"/>
              <a:t>React</a:t>
            </a:r>
            <a:r>
              <a:rPr lang="hu-HU" sz="2000" dirty="0"/>
              <a:t> egyedi szintaxisa, amely lehetővé teszi, hogy HTML-szerű kódot használjunk JavaScript-ben. Ez egyszerűsíti a komponensek kezelését és a DOM manipulálást.</a:t>
            </a:r>
          </a:p>
          <a:p>
            <a:pPr marL="0" indent="0">
              <a:buNone/>
            </a:pPr>
            <a:r>
              <a:rPr lang="hu-HU" sz="2000" b="1" dirty="0"/>
              <a:t>CSS</a:t>
            </a:r>
            <a:r>
              <a:rPr lang="hu-HU" sz="2000" dirty="0"/>
              <a:t>: A webalkalmazás vizuális megjelenésének kialakításáért felelős stíluslapok. A CSS segítségével testre szabhatjuk a felhasználói felület kinézetét és elrendezését.</a:t>
            </a:r>
          </a:p>
          <a:p>
            <a:pPr marL="0" indent="0">
              <a:buNone/>
            </a:pPr>
            <a:endParaRPr lang="hu-HU" sz="2000" dirty="0"/>
          </a:p>
          <a:p>
            <a:pPr marL="0" indent="0">
              <a:buNone/>
            </a:pPr>
            <a:r>
              <a:rPr lang="hu-HU" sz="2000" b="1" u="sng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 </a:t>
            </a:r>
            <a:r>
              <a:rPr lang="hu-HU" sz="2000" b="1" u="sng" dirty="0" err="1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FrontEnd</a:t>
            </a:r>
            <a:r>
              <a:rPr lang="hu-HU" sz="2000" b="1" u="sng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link</a:t>
            </a:r>
            <a:endParaRPr lang="hu-HU" sz="2000" b="1" u="sng" dirty="0">
              <a:solidFill>
                <a:schemeClr val="accent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5" name="Kép 14" descr="A képen Grafika, embléma, Betűtípus, Acélkék látható&#10;&#10;Előfordulhat, hogy a mesterséges intelligencia által létrehozott tartalom helytelen.">
            <a:extLst>
              <a:ext uri="{FF2B5EF4-FFF2-40B4-BE49-F238E27FC236}">
                <a16:creationId xmlns:a16="http://schemas.microsoft.com/office/drawing/2014/main" id="{2AD2C764-4A85-156F-6A25-A5FABC007FB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01180" y="2310086"/>
            <a:ext cx="1890220" cy="1890220"/>
          </a:xfrm>
          <a:prstGeom prst="rect">
            <a:avLst/>
          </a:prstGeom>
        </p:spPr>
      </p:pic>
      <p:pic>
        <p:nvPicPr>
          <p:cNvPr id="5" name="Kép 4" descr="A képen Grafika, Betűtípus, embléma, Grafikus tervezés látható&#10;&#10;Előfordulhat, hogy a mesterséges intelligencia által létrehozott tartalom helytelen.">
            <a:extLst>
              <a:ext uri="{FF2B5EF4-FFF2-40B4-BE49-F238E27FC236}">
                <a16:creationId xmlns:a16="http://schemas.microsoft.com/office/drawing/2014/main" id="{AC21F068-9D8F-49A5-9D3E-7D295F2D105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01180" y="4358181"/>
            <a:ext cx="1890220" cy="1890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792575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3" name="Rectangle 42">
            <a:extLst>
              <a:ext uri="{FF2B5EF4-FFF2-40B4-BE49-F238E27FC236}">
                <a16:creationId xmlns:a16="http://schemas.microsoft.com/office/drawing/2014/main" id="{352BEC0E-22F8-46D0-9632-375DB541B0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D7E32A8C-CC6B-53AD-EB26-8EEC68BD19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9184"/>
            <a:ext cx="6894576" cy="1783080"/>
          </a:xfrm>
        </p:spPr>
        <p:txBody>
          <a:bodyPr anchor="b">
            <a:normAutofit/>
          </a:bodyPr>
          <a:lstStyle/>
          <a:p>
            <a:r>
              <a:rPr lang="hu-HU" sz="5400" dirty="0"/>
              <a:t>Egy példa az API hívásra</a:t>
            </a:r>
          </a:p>
        </p:txBody>
      </p:sp>
      <p:sp>
        <p:nvSpPr>
          <p:cNvPr id="45" name="sketch line">
            <a:extLst>
              <a:ext uri="{FF2B5EF4-FFF2-40B4-BE49-F238E27FC236}">
                <a16:creationId xmlns:a16="http://schemas.microsoft.com/office/drawing/2014/main" id="{3FCFB1DE-0B7E-48CC-BA90-B2AB0889F9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8952" y="2395728"/>
            <a:ext cx="4243589" cy="18288"/>
          </a:xfrm>
          <a:custGeom>
            <a:avLst/>
            <a:gdLst>
              <a:gd name="connsiteX0" fmla="*/ 0 w 4243589"/>
              <a:gd name="connsiteY0" fmla="*/ 0 h 18288"/>
              <a:gd name="connsiteX1" fmla="*/ 478919 w 4243589"/>
              <a:gd name="connsiteY1" fmla="*/ 0 h 18288"/>
              <a:gd name="connsiteX2" fmla="*/ 957839 w 4243589"/>
              <a:gd name="connsiteY2" fmla="*/ 0 h 18288"/>
              <a:gd name="connsiteX3" fmla="*/ 1521630 w 4243589"/>
              <a:gd name="connsiteY3" fmla="*/ 0 h 18288"/>
              <a:gd name="connsiteX4" fmla="*/ 2212729 w 4243589"/>
              <a:gd name="connsiteY4" fmla="*/ 0 h 18288"/>
              <a:gd name="connsiteX5" fmla="*/ 2734084 w 4243589"/>
              <a:gd name="connsiteY5" fmla="*/ 0 h 18288"/>
              <a:gd name="connsiteX6" fmla="*/ 3255439 w 4243589"/>
              <a:gd name="connsiteY6" fmla="*/ 0 h 18288"/>
              <a:gd name="connsiteX7" fmla="*/ 4243589 w 4243589"/>
              <a:gd name="connsiteY7" fmla="*/ 0 h 18288"/>
              <a:gd name="connsiteX8" fmla="*/ 4243589 w 4243589"/>
              <a:gd name="connsiteY8" fmla="*/ 18288 h 18288"/>
              <a:gd name="connsiteX9" fmla="*/ 3594926 w 4243589"/>
              <a:gd name="connsiteY9" fmla="*/ 18288 h 18288"/>
              <a:gd name="connsiteX10" fmla="*/ 3073571 w 4243589"/>
              <a:gd name="connsiteY10" fmla="*/ 18288 h 18288"/>
              <a:gd name="connsiteX11" fmla="*/ 2552216 w 4243589"/>
              <a:gd name="connsiteY11" fmla="*/ 18288 h 18288"/>
              <a:gd name="connsiteX12" fmla="*/ 1903553 w 4243589"/>
              <a:gd name="connsiteY12" fmla="*/ 18288 h 18288"/>
              <a:gd name="connsiteX13" fmla="*/ 1212454 w 4243589"/>
              <a:gd name="connsiteY13" fmla="*/ 18288 h 18288"/>
              <a:gd name="connsiteX14" fmla="*/ 733535 w 4243589"/>
              <a:gd name="connsiteY14" fmla="*/ 18288 h 18288"/>
              <a:gd name="connsiteX15" fmla="*/ 0 w 4243589"/>
              <a:gd name="connsiteY15" fmla="*/ 18288 h 18288"/>
              <a:gd name="connsiteX16" fmla="*/ 0 w 4243589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213395" y="-21006"/>
                  <a:pt x="307421" y="-18116"/>
                  <a:pt x="478919" y="0"/>
                </a:cubicBezTo>
                <a:cubicBezTo>
                  <a:pt x="650417" y="18116"/>
                  <a:pt x="831092" y="-21237"/>
                  <a:pt x="957839" y="0"/>
                </a:cubicBezTo>
                <a:cubicBezTo>
                  <a:pt x="1084586" y="21237"/>
                  <a:pt x="1301682" y="25124"/>
                  <a:pt x="1521630" y="0"/>
                </a:cubicBezTo>
                <a:cubicBezTo>
                  <a:pt x="1741578" y="-25124"/>
                  <a:pt x="1970269" y="-29139"/>
                  <a:pt x="2212729" y="0"/>
                </a:cubicBezTo>
                <a:cubicBezTo>
                  <a:pt x="2455189" y="29139"/>
                  <a:pt x="2558847" y="-4796"/>
                  <a:pt x="2734084" y="0"/>
                </a:cubicBezTo>
                <a:cubicBezTo>
                  <a:pt x="2909321" y="4796"/>
                  <a:pt x="3097217" y="-13409"/>
                  <a:pt x="3255439" y="0"/>
                </a:cubicBezTo>
                <a:cubicBezTo>
                  <a:pt x="3413662" y="13409"/>
                  <a:pt x="3979999" y="-10121"/>
                  <a:pt x="4243589" y="0"/>
                </a:cubicBezTo>
                <a:cubicBezTo>
                  <a:pt x="4244484" y="8974"/>
                  <a:pt x="4243043" y="9359"/>
                  <a:pt x="4243589" y="18288"/>
                </a:cubicBezTo>
                <a:cubicBezTo>
                  <a:pt x="4058777" y="31246"/>
                  <a:pt x="3910348" y="3158"/>
                  <a:pt x="3594926" y="18288"/>
                </a:cubicBezTo>
                <a:cubicBezTo>
                  <a:pt x="3279504" y="33418"/>
                  <a:pt x="3319955" y="-3977"/>
                  <a:pt x="3073571" y="18288"/>
                </a:cubicBezTo>
                <a:cubicBezTo>
                  <a:pt x="2827187" y="40553"/>
                  <a:pt x="2767387" y="1863"/>
                  <a:pt x="2552216" y="18288"/>
                </a:cubicBezTo>
                <a:cubicBezTo>
                  <a:pt x="2337046" y="34713"/>
                  <a:pt x="2181871" y="19527"/>
                  <a:pt x="1903553" y="18288"/>
                </a:cubicBezTo>
                <a:cubicBezTo>
                  <a:pt x="1625235" y="17049"/>
                  <a:pt x="1557672" y="24174"/>
                  <a:pt x="1212454" y="18288"/>
                </a:cubicBezTo>
                <a:cubicBezTo>
                  <a:pt x="867236" y="12402"/>
                  <a:pt x="874382" y="15627"/>
                  <a:pt x="733535" y="18288"/>
                </a:cubicBezTo>
                <a:cubicBezTo>
                  <a:pt x="592688" y="20949"/>
                  <a:pt x="183477" y="14753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43690" y="16630"/>
                  <a:pt x="266667" y="14847"/>
                  <a:pt x="521355" y="0"/>
                </a:cubicBezTo>
                <a:cubicBezTo>
                  <a:pt x="776043" y="-14847"/>
                  <a:pt x="814491" y="-17363"/>
                  <a:pt x="1000275" y="0"/>
                </a:cubicBezTo>
                <a:cubicBezTo>
                  <a:pt x="1186059" y="17363"/>
                  <a:pt x="1352504" y="-23507"/>
                  <a:pt x="1521630" y="0"/>
                </a:cubicBezTo>
                <a:cubicBezTo>
                  <a:pt x="1690756" y="23507"/>
                  <a:pt x="1889525" y="5871"/>
                  <a:pt x="2127857" y="0"/>
                </a:cubicBezTo>
                <a:cubicBezTo>
                  <a:pt x="2366189" y="-5871"/>
                  <a:pt x="2620628" y="-27997"/>
                  <a:pt x="2776520" y="0"/>
                </a:cubicBezTo>
                <a:cubicBezTo>
                  <a:pt x="2932412" y="27997"/>
                  <a:pt x="3131683" y="-25073"/>
                  <a:pt x="3467618" y="0"/>
                </a:cubicBezTo>
                <a:cubicBezTo>
                  <a:pt x="3803553" y="25073"/>
                  <a:pt x="4017371" y="3071"/>
                  <a:pt x="4243589" y="0"/>
                </a:cubicBezTo>
                <a:cubicBezTo>
                  <a:pt x="4243134" y="6162"/>
                  <a:pt x="4243492" y="11775"/>
                  <a:pt x="4243589" y="18288"/>
                </a:cubicBezTo>
                <a:cubicBezTo>
                  <a:pt x="4017834" y="-5779"/>
                  <a:pt x="3834586" y="13376"/>
                  <a:pt x="3594926" y="18288"/>
                </a:cubicBezTo>
                <a:cubicBezTo>
                  <a:pt x="3355266" y="23200"/>
                  <a:pt x="3204179" y="2869"/>
                  <a:pt x="2903827" y="18288"/>
                </a:cubicBezTo>
                <a:cubicBezTo>
                  <a:pt x="2603475" y="33707"/>
                  <a:pt x="2526187" y="46187"/>
                  <a:pt x="2212729" y="18288"/>
                </a:cubicBezTo>
                <a:cubicBezTo>
                  <a:pt x="1899271" y="-9611"/>
                  <a:pt x="1966289" y="29692"/>
                  <a:pt x="1733809" y="18288"/>
                </a:cubicBezTo>
                <a:cubicBezTo>
                  <a:pt x="1501329" y="6884"/>
                  <a:pt x="1343612" y="12492"/>
                  <a:pt x="1085146" y="18288"/>
                </a:cubicBezTo>
                <a:cubicBezTo>
                  <a:pt x="826680" y="24084"/>
                  <a:pt x="778184" y="35607"/>
                  <a:pt x="521355" y="18288"/>
                </a:cubicBezTo>
                <a:cubicBezTo>
                  <a:pt x="264526" y="969"/>
                  <a:pt x="120277" y="4268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3">
            <a:extLst>
              <a:ext uri="{FF2B5EF4-FFF2-40B4-BE49-F238E27FC236}">
                <a16:creationId xmlns:a16="http://schemas.microsoft.com/office/drawing/2014/main" id="{872D32DB-BB0C-C350-41FA-D5B363E3BB98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40080" y="2706624"/>
            <a:ext cx="6894576" cy="3483864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hu-HU" altLang="hu-HU" sz="19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Az </a:t>
            </a:r>
            <a:r>
              <a:rPr kumimoji="0" lang="hu-HU" altLang="hu-HU" sz="1900" b="0" i="0" u="none" strike="noStrike" cap="none" normalizeH="0" baseline="0">
                <a:ln>
                  <a:noFill/>
                </a:ln>
                <a:effectLst/>
                <a:latin typeface="Arial Unicode MS"/>
              </a:rPr>
              <a:t>useEffect</a:t>
            </a:r>
            <a:r>
              <a:rPr kumimoji="0" lang="hu-HU" altLang="hu-HU" sz="1900" b="0" i="0" u="none" strike="noStrike" cap="none" normalizeH="0" baseline="0">
                <a:ln>
                  <a:noFill/>
                </a:ln>
                <a:effectLst/>
              </a:rPr>
              <a:t> hook a komponens első renderelésekor végzi el az API hívást. </a:t>
            </a:r>
            <a:endParaRPr lang="hu-HU" altLang="hu-HU" sz="1900"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hu-HU" altLang="hu-HU" sz="1900" b="0" i="0" u="none" strike="noStrike" cap="none" normalizeH="0" baseline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hu-HU" altLang="hu-HU" sz="1900" b="0" i="0" u="none" strike="noStrike" cap="none" normalizeH="0" baseline="0">
                <a:ln>
                  <a:noFill/>
                </a:ln>
                <a:effectLst/>
              </a:rPr>
              <a:t>A fetch API segítségével kérjük le az adatokat a http://localhost:5104/api/filmek/${token} URL-ről.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lang="hu-HU" altLang="hu-HU" sz="1900"/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hu-HU" altLang="hu-HU" sz="1900" b="0" i="0" u="none" strike="noStrike" cap="none" normalizeH="0" baseline="0">
                <a:ln>
                  <a:noFill/>
                </a:ln>
                <a:effectLst/>
              </a:rPr>
              <a:t>A válaszként kapott adatokat JSON formátumban dolgozzuk fel, majd az setMovies függvénnyel elmentjük a movies állapotba, amely tartalmazza a filmeket.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hu-HU" altLang="hu-HU" sz="1900" b="0" i="0" u="none" strike="noStrike" cap="none" normalizeH="0" baseline="0">
                <a:ln>
                  <a:noFill/>
                </a:ln>
                <a:effectLst/>
              </a:rPr>
              <a:t>Ha az adatok betöltődtek, azokat a felhasználó számára megjelenítjük.</a:t>
            </a:r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F448DD6F-C6A4-C8ED-171F-AE0959D0D0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7704" y="329184"/>
            <a:ext cx="4349496" cy="3164258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C0F5F87A-AE2B-1FD0-E023-C6CFB579F3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4656" y="3611880"/>
            <a:ext cx="4328971" cy="31276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09544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9">
            <a:extLst>
              <a:ext uri="{FF2B5EF4-FFF2-40B4-BE49-F238E27FC236}">
                <a16:creationId xmlns:a16="http://schemas.microsoft.com/office/drawing/2014/main" id="{45D37F4E-DDB4-456B-97E0-9937730A03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993C7DFF-16B2-D6E3-5C18-148E305FA1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493" y="238539"/>
            <a:ext cx="11018520" cy="1434415"/>
          </a:xfrm>
        </p:spPr>
        <p:txBody>
          <a:bodyPr anchor="b">
            <a:normAutofit/>
          </a:bodyPr>
          <a:lstStyle/>
          <a:p>
            <a:r>
              <a:rPr lang="hu-HU" sz="5400"/>
              <a:t>WPF Alkalmazás</a:t>
            </a:r>
          </a:p>
        </p:txBody>
      </p:sp>
      <p:sp>
        <p:nvSpPr>
          <p:cNvPr id="15" name="sketchy line">
            <a:extLst>
              <a:ext uri="{FF2B5EF4-FFF2-40B4-BE49-F238E27FC236}">
                <a16:creationId xmlns:a16="http://schemas.microsoft.com/office/drawing/2014/main" id="{B2DD41CD-8F47-4F56-AD12-4E2FF76969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2493" y="1681544"/>
            <a:ext cx="10972800" cy="18288"/>
          </a:xfrm>
          <a:custGeom>
            <a:avLst/>
            <a:gdLst>
              <a:gd name="connsiteX0" fmla="*/ 0 w 10972800"/>
              <a:gd name="connsiteY0" fmla="*/ 0 h 18288"/>
              <a:gd name="connsiteX1" fmla="*/ 356616 w 10972800"/>
              <a:gd name="connsiteY1" fmla="*/ 0 h 18288"/>
              <a:gd name="connsiteX2" fmla="*/ 1042416 w 10972800"/>
              <a:gd name="connsiteY2" fmla="*/ 0 h 18288"/>
              <a:gd name="connsiteX3" fmla="*/ 1947672 w 10972800"/>
              <a:gd name="connsiteY3" fmla="*/ 0 h 18288"/>
              <a:gd name="connsiteX4" fmla="*/ 2633472 w 10972800"/>
              <a:gd name="connsiteY4" fmla="*/ 0 h 18288"/>
              <a:gd name="connsiteX5" fmla="*/ 2990088 w 10972800"/>
              <a:gd name="connsiteY5" fmla="*/ 0 h 18288"/>
              <a:gd name="connsiteX6" fmla="*/ 3456432 w 10972800"/>
              <a:gd name="connsiteY6" fmla="*/ 0 h 18288"/>
              <a:gd name="connsiteX7" fmla="*/ 4361688 w 10972800"/>
              <a:gd name="connsiteY7" fmla="*/ 0 h 18288"/>
              <a:gd name="connsiteX8" fmla="*/ 5266944 w 10972800"/>
              <a:gd name="connsiteY8" fmla="*/ 0 h 18288"/>
              <a:gd name="connsiteX9" fmla="*/ 6172200 w 10972800"/>
              <a:gd name="connsiteY9" fmla="*/ 0 h 18288"/>
              <a:gd name="connsiteX10" fmla="*/ 6528816 w 10972800"/>
              <a:gd name="connsiteY10" fmla="*/ 0 h 18288"/>
              <a:gd name="connsiteX11" fmla="*/ 7214616 w 10972800"/>
              <a:gd name="connsiteY11" fmla="*/ 0 h 18288"/>
              <a:gd name="connsiteX12" fmla="*/ 7790688 w 10972800"/>
              <a:gd name="connsiteY12" fmla="*/ 0 h 18288"/>
              <a:gd name="connsiteX13" fmla="*/ 8147304 w 10972800"/>
              <a:gd name="connsiteY13" fmla="*/ 0 h 18288"/>
              <a:gd name="connsiteX14" fmla="*/ 9052560 w 10972800"/>
              <a:gd name="connsiteY14" fmla="*/ 0 h 18288"/>
              <a:gd name="connsiteX15" fmla="*/ 9409176 w 10972800"/>
              <a:gd name="connsiteY15" fmla="*/ 0 h 18288"/>
              <a:gd name="connsiteX16" fmla="*/ 9765792 w 10972800"/>
              <a:gd name="connsiteY16" fmla="*/ 0 h 18288"/>
              <a:gd name="connsiteX17" fmla="*/ 10341864 w 10972800"/>
              <a:gd name="connsiteY17" fmla="*/ 0 h 18288"/>
              <a:gd name="connsiteX18" fmla="*/ 10972800 w 10972800"/>
              <a:gd name="connsiteY18" fmla="*/ 0 h 18288"/>
              <a:gd name="connsiteX19" fmla="*/ 10972800 w 10972800"/>
              <a:gd name="connsiteY19" fmla="*/ 18288 h 18288"/>
              <a:gd name="connsiteX20" fmla="*/ 10177272 w 10972800"/>
              <a:gd name="connsiteY20" fmla="*/ 18288 h 18288"/>
              <a:gd name="connsiteX21" fmla="*/ 9820656 w 10972800"/>
              <a:gd name="connsiteY21" fmla="*/ 18288 h 18288"/>
              <a:gd name="connsiteX22" fmla="*/ 9464040 w 10972800"/>
              <a:gd name="connsiteY22" fmla="*/ 18288 h 18288"/>
              <a:gd name="connsiteX23" fmla="*/ 8778240 w 10972800"/>
              <a:gd name="connsiteY23" fmla="*/ 18288 h 18288"/>
              <a:gd name="connsiteX24" fmla="*/ 8421624 w 10972800"/>
              <a:gd name="connsiteY24" fmla="*/ 18288 h 18288"/>
              <a:gd name="connsiteX25" fmla="*/ 7735824 w 10972800"/>
              <a:gd name="connsiteY25" fmla="*/ 18288 h 18288"/>
              <a:gd name="connsiteX26" fmla="*/ 6940296 w 10972800"/>
              <a:gd name="connsiteY26" fmla="*/ 18288 h 18288"/>
              <a:gd name="connsiteX27" fmla="*/ 6254496 w 10972800"/>
              <a:gd name="connsiteY27" fmla="*/ 18288 h 18288"/>
              <a:gd name="connsiteX28" fmla="*/ 5458968 w 10972800"/>
              <a:gd name="connsiteY28" fmla="*/ 18288 h 18288"/>
              <a:gd name="connsiteX29" fmla="*/ 4663440 w 10972800"/>
              <a:gd name="connsiteY29" fmla="*/ 18288 h 18288"/>
              <a:gd name="connsiteX30" fmla="*/ 4306824 w 10972800"/>
              <a:gd name="connsiteY30" fmla="*/ 18288 h 18288"/>
              <a:gd name="connsiteX31" fmla="*/ 3840480 w 10972800"/>
              <a:gd name="connsiteY31" fmla="*/ 18288 h 18288"/>
              <a:gd name="connsiteX32" fmla="*/ 3264408 w 10972800"/>
              <a:gd name="connsiteY32" fmla="*/ 18288 h 18288"/>
              <a:gd name="connsiteX33" fmla="*/ 2578608 w 10972800"/>
              <a:gd name="connsiteY33" fmla="*/ 18288 h 18288"/>
              <a:gd name="connsiteX34" fmla="*/ 1673352 w 10972800"/>
              <a:gd name="connsiteY34" fmla="*/ 18288 h 18288"/>
              <a:gd name="connsiteX35" fmla="*/ 877824 w 10972800"/>
              <a:gd name="connsiteY35" fmla="*/ 18288 h 18288"/>
              <a:gd name="connsiteX36" fmla="*/ 0 w 10972800"/>
              <a:gd name="connsiteY36" fmla="*/ 18288 h 18288"/>
              <a:gd name="connsiteX37" fmla="*/ 0 w 10972800"/>
              <a:gd name="connsiteY37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</a:cxnLst>
            <a:rect l="l" t="t" r="r" b="b"/>
            <a:pathLst>
              <a:path w="10972800" h="18288" fill="none" extrusionOk="0">
                <a:moveTo>
                  <a:pt x="0" y="0"/>
                </a:moveTo>
                <a:cubicBezTo>
                  <a:pt x="165916" y="-1866"/>
                  <a:pt x="188720" y="13756"/>
                  <a:pt x="356616" y="0"/>
                </a:cubicBezTo>
                <a:cubicBezTo>
                  <a:pt x="524512" y="-13756"/>
                  <a:pt x="734781" y="8922"/>
                  <a:pt x="1042416" y="0"/>
                </a:cubicBezTo>
                <a:cubicBezTo>
                  <a:pt x="1350051" y="-8922"/>
                  <a:pt x="1595982" y="-26315"/>
                  <a:pt x="1947672" y="0"/>
                </a:cubicBezTo>
                <a:cubicBezTo>
                  <a:pt x="2299362" y="26315"/>
                  <a:pt x="2292691" y="-19526"/>
                  <a:pt x="2633472" y="0"/>
                </a:cubicBezTo>
                <a:cubicBezTo>
                  <a:pt x="2974253" y="19526"/>
                  <a:pt x="2857309" y="10773"/>
                  <a:pt x="2990088" y="0"/>
                </a:cubicBezTo>
                <a:cubicBezTo>
                  <a:pt x="3122867" y="-10773"/>
                  <a:pt x="3359343" y="7194"/>
                  <a:pt x="3456432" y="0"/>
                </a:cubicBezTo>
                <a:cubicBezTo>
                  <a:pt x="3553521" y="-7194"/>
                  <a:pt x="4136258" y="5108"/>
                  <a:pt x="4361688" y="0"/>
                </a:cubicBezTo>
                <a:cubicBezTo>
                  <a:pt x="4587118" y="-5108"/>
                  <a:pt x="4992424" y="-42958"/>
                  <a:pt x="5266944" y="0"/>
                </a:cubicBezTo>
                <a:cubicBezTo>
                  <a:pt x="5541464" y="42958"/>
                  <a:pt x="5882966" y="-3430"/>
                  <a:pt x="6172200" y="0"/>
                </a:cubicBezTo>
                <a:cubicBezTo>
                  <a:pt x="6461434" y="3430"/>
                  <a:pt x="6432127" y="6688"/>
                  <a:pt x="6528816" y="0"/>
                </a:cubicBezTo>
                <a:cubicBezTo>
                  <a:pt x="6625505" y="-6688"/>
                  <a:pt x="6916805" y="-436"/>
                  <a:pt x="7214616" y="0"/>
                </a:cubicBezTo>
                <a:cubicBezTo>
                  <a:pt x="7512427" y="436"/>
                  <a:pt x="7626159" y="-6909"/>
                  <a:pt x="7790688" y="0"/>
                </a:cubicBezTo>
                <a:cubicBezTo>
                  <a:pt x="7955217" y="6909"/>
                  <a:pt x="8048891" y="15307"/>
                  <a:pt x="8147304" y="0"/>
                </a:cubicBezTo>
                <a:cubicBezTo>
                  <a:pt x="8245717" y="-15307"/>
                  <a:pt x="8645618" y="-11734"/>
                  <a:pt x="9052560" y="0"/>
                </a:cubicBezTo>
                <a:cubicBezTo>
                  <a:pt x="9459502" y="11734"/>
                  <a:pt x="9320584" y="8388"/>
                  <a:pt x="9409176" y="0"/>
                </a:cubicBezTo>
                <a:cubicBezTo>
                  <a:pt x="9497768" y="-8388"/>
                  <a:pt x="9644192" y="8379"/>
                  <a:pt x="9765792" y="0"/>
                </a:cubicBezTo>
                <a:cubicBezTo>
                  <a:pt x="9887392" y="-8379"/>
                  <a:pt x="10105220" y="-12663"/>
                  <a:pt x="10341864" y="0"/>
                </a:cubicBezTo>
                <a:cubicBezTo>
                  <a:pt x="10578508" y="12663"/>
                  <a:pt x="10773103" y="-5786"/>
                  <a:pt x="10972800" y="0"/>
                </a:cubicBezTo>
                <a:cubicBezTo>
                  <a:pt x="10972146" y="8818"/>
                  <a:pt x="10972240" y="13823"/>
                  <a:pt x="10972800" y="18288"/>
                </a:cubicBezTo>
                <a:cubicBezTo>
                  <a:pt x="10588778" y="31598"/>
                  <a:pt x="10543381" y="-12698"/>
                  <a:pt x="10177272" y="18288"/>
                </a:cubicBezTo>
                <a:cubicBezTo>
                  <a:pt x="9811163" y="49274"/>
                  <a:pt x="9996817" y="25662"/>
                  <a:pt x="9820656" y="18288"/>
                </a:cubicBezTo>
                <a:cubicBezTo>
                  <a:pt x="9644495" y="10914"/>
                  <a:pt x="9607007" y="31631"/>
                  <a:pt x="9464040" y="18288"/>
                </a:cubicBezTo>
                <a:cubicBezTo>
                  <a:pt x="9321073" y="4945"/>
                  <a:pt x="9114189" y="28940"/>
                  <a:pt x="8778240" y="18288"/>
                </a:cubicBezTo>
                <a:cubicBezTo>
                  <a:pt x="8442291" y="7636"/>
                  <a:pt x="8594763" y="987"/>
                  <a:pt x="8421624" y="18288"/>
                </a:cubicBezTo>
                <a:cubicBezTo>
                  <a:pt x="8248485" y="35589"/>
                  <a:pt x="7929515" y="37573"/>
                  <a:pt x="7735824" y="18288"/>
                </a:cubicBezTo>
                <a:cubicBezTo>
                  <a:pt x="7542133" y="-997"/>
                  <a:pt x="7252504" y="33858"/>
                  <a:pt x="6940296" y="18288"/>
                </a:cubicBezTo>
                <a:cubicBezTo>
                  <a:pt x="6628088" y="2718"/>
                  <a:pt x="6528503" y="48389"/>
                  <a:pt x="6254496" y="18288"/>
                </a:cubicBezTo>
                <a:cubicBezTo>
                  <a:pt x="5980489" y="-11813"/>
                  <a:pt x="5695784" y="-3740"/>
                  <a:pt x="5458968" y="18288"/>
                </a:cubicBezTo>
                <a:cubicBezTo>
                  <a:pt x="5222152" y="40316"/>
                  <a:pt x="5010751" y="19095"/>
                  <a:pt x="4663440" y="18288"/>
                </a:cubicBezTo>
                <a:cubicBezTo>
                  <a:pt x="4316129" y="17481"/>
                  <a:pt x="4425552" y="1606"/>
                  <a:pt x="4306824" y="18288"/>
                </a:cubicBezTo>
                <a:cubicBezTo>
                  <a:pt x="4188096" y="34970"/>
                  <a:pt x="3941535" y="7481"/>
                  <a:pt x="3840480" y="18288"/>
                </a:cubicBezTo>
                <a:cubicBezTo>
                  <a:pt x="3739425" y="29095"/>
                  <a:pt x="3402388" y="17641"/>
                  <a:pt x="3264408" y="18288"/>
                </a:cubicBezTo>
                <a:cubicBezTo>
                  <a:pt x="3126428" y="18935"/>
                  <a:pt x="2776779" y="9983"/>
                  <a:pt x="2578608" y="18288"/>
                </a:cubicBezTo>
                <a:cubicBezTo>
                  <a:pt x="2380437" y="26593"/>
                  <a:pt x="1909468" y="25818"/>
                  <a:pt x="1673352" y="18288"/>
                </a:cubicBezTo>
                <a:cubicBezTo>
                  <a:pt x="1437236" y="10758"/>
                  <a:pt x="1131180" y="49884"/>
                  <a:pt x="877824" y="18288"/>
                </a:cubicBezTo>
                <a:cubicBezTo>
                  <a:pt x="624468" y="-13308"/>
                  <a:pt x="206753" y="2195"/>
                  <a:pt x="0" y="18288"/>
                </a:cubicBezTo>
                <a:cubicBezTo>
                  <a:pt x="313" y="10654"/>
                  <a:pt x="-263" y="4056"/>
                  <a:pt x="0" y="0"/>
                </a:cubicBezTo>
                <a:close/>
              </a:path>
              <a:path w="10972800" h="18288" stroke="0" extrusionOk="0">
                <a:moveTo>
                  <a:pt x="0" y="0"/>
                </a:moveTo>
                <a:cubicBezTo>
                  <a:pt x="164017" y="-17675"/>
                  <a:pt x="309425" y="9913"/>
                  <a:pt x="466344" y="0"/>
                </a:cubicBezTo>
                <a:cubicBezTo>
                  <a:pt x="623263" y="-9913"/>
                  <a:pt x="659300" y="-14524"/>
                  <a:pt x="822960" y="0"/>
                </a:cubicBezTo>
                <a:cubicBezTo>
                  <a:pt x="986620" y="14524"/>
                  <a:pt x="1105222" y="-16481"/>
                  <a:pt x="1289304" y="0"/>
                </a:cubicBezTo>
                <a:cubicBezTo>
                  <a:pt x="1473386" y="16481"/>
                  <a:pt x="1693223" y="26161"/>
                  <a:pt x="1975104" y="0"/>
                </a:cubicBezTo>
                <a:cubicBezTo>
                  <a:pt x="2256985" y="-26161"/>
                  <a:pt x="2435781" y="23061"/>
                  <a:pt x="2770632" y="0"/>
                </a:cubicBezTo>
                <a:cubicBezTo>
                  <a:pt x="3105483" y="-23061"/>
                  <a:pt x="3247479" y="-44011"/>
                  <a:pt x="3675888" y="0"/>
                </a:cubicBezTo>
                <a:cubicBezTo>
                  <a:pt x="4104297" y="44011"/>
                  <a:pt x="4280918" y="4017"/>
                  <a:pt x="4581144" y="0"/>
                </a:cubicBezTo>
                <a:cubicBezTo>
                  <a:pt x="4881370" y="-4017"/>
                  <a:pt x="5021699" y="-11889"/>
                  <a:pt x="5157216" y="0"/>
                </a:cubicBezTo>
                <a:cubicBezTo>
                  <a:pt x="5292733" y="11889"/>
                  <a:pt x="5603398" y="-17698"/>
                  <a:pt x="5952744" y="0"/>
                </a:cubicBezTo>
                <a:cubicBezTo>
                  <a:pt x="6302090" y="17698"/>
                  <a:pt x="6353093" y="-11909"/>
                  <a:pt x="6638544" y="0"/>
                </a:cubicBezTo>
                <a:cubicBezTo>
                  <a:pt x="6923995" y="11909"/>
                  <a:pt x="7053404" y="21630"/>
                  <a:pt x="7214616" y="0"/>
                </a:cubicBezTo>
                <a:cubicBezTo>
                  <a:pt x="7375828" y="-21630"/>
                  <a:pt x="7837963" y="3886"/>
                  <a:pt x="8010144" y="0"/>
                </a:cubicBezTo>
                <a:cubicBezTo>
                  <a:pt x="8182325" y="-3886"/>
                  <a:pt x="8224183" y="16009"/>
                  <a:pt x="8366760" y="0"/>
                </a:cubicBezTo>
                <a:cubicBezTo>
                  <a:pt x="8509337" y="-16009"/>
                  <a:pt x="8687920" y="-5720"/>
                  <a:pt x="8942832" y="0"/>
                </a:cubicBezTo>
                <a:cubicBezTo>
                  <a:pt x="9197744" y="5720"/>
                  <a:pt x="9368437" y="20479"/>
                  <a:pt x="9628632" y="0"/>
                </a:cubicBezTo>
                <a:cubicBezTo>
                  <a:pt x="9888827" y="-20479"/>
                  <a:pt x="10560858" y="-20746"/>
                  <a:pt x="10972800" y="0"/>
                </a:cubicBezTo>
                <a:cubicBezTo>
                  <a:pt x="10972186" y="5722"/>
                  <a:pt x="10972980" y="12495"/>
                  <a:pt x="10972800" y="18288"/>
                </a:cubicBezTo>
                <a:cubicBezTo>
                  <a:pt x="10786146" y="12536"/>
                  <a:pt x="10623717" y="14033"/>
                  <a:pt x="10506456" y="18288"/>
                </a:cubicBezTo>
                <a:cubicBezTo>
                  <a:pt x="10389195" y="22543"/>
                  <a:pt x="10296178" y="20107"/>
                  <a:pt x="10149840" y="18288"/>
                </a:cubicBezTo>
                <a:cubicBezTo>
                  <a:pt x="10003502" y="16469"/>
                  <a:pt x="9767530" y="28891"/>
                  <a:pt x="9464040" y="18288"/>
                </a:cubicBezTo>
                <a:cubicBezTo>
                  <a:pt x="9160550" y="7685"/>
                  <a:pt x="9229050" y="2659"/>
                  <a:pt x="8997696" y="18288"/>
                </a:cubicBezTo>
                <a:cubicBezTo>
                  <a:pt x="8766342" y="33917"/>
                  <a:pt x="8340136" y="34864"/>
                  <a:pt x="8092440" y="18288"/>
                </a:cubicBezTo>
                <a:cubicBezTo>
                  <a:pt x="7844744" y="1712"/>
                  <a:pt x="7863720" y="27405"/>
                  <a:pt x="7735824" y="18288"/>
                </a:cubicBezTo>
                <a:cubicBezTo>
                  <a:pt x="7607928" y="9171"/>
                  <a:pt x="7323619" y="461"/>
                  <a:pt x="7050024" y="18288"/>
                </a:cubicBezTo>
                <a:cubicBezTo>
                  <a:pt x="6776429" y="36115"/>
                  <a:pt x="6787899" y="28206"/>
                  <a:pt x="6693408" y="18288"/>
                </a:cubicBezTo>
                <a:cubicBezTo>
                  <a:pt x="6598917" y="8370"/>
                  <a:pt x="6395231" y="19114"/>
                  <a:pt x="6227064" y="18288"/>
                </a:cubicBezTo>
                <a:cubicBezTo>
                  <a:pt x="6058897" y="17462"/>
                  <a:pt x="5618582" y="1091"/>
                  <a:pt x="5431536" y="18288"/>
                </a:cubicBezTo>
                <a:cubicBezTo>
                  <a:pt x="5244490" y="35485"/>
                  <a:pt x="4729797" y="-9650"/>
                  <a:pt x="4526280" y="18288"/>
                </a:cubicBezTo>
                <a:cubicBezTo>
                  <a:pt x="4322763" y="46226"/>
                  <a:pt x="4216797" y="756"/>
                  <a:pt x="4059936" y="18288"/>
                </a:cubicBezTo>
                <a:cubicBezTo>
                  <a:pt x="3903075" y="35820"/>
                  <a:pt x="3537912" y="42098"/>
                  <a:pt x="3374136" y="18288"/>
                </a:cubicBezTo>
                <a:cubicBezTo>
                  <a:pt x="3210360" y="-5522"/>
                  <a:pt x="3126842" y="39135"/>
                  <a:pt x="2907792" y="18288"/>
                </a:cubicBezTo>
                <a:cubicBezTo>
                  <a:pt x="2688742" y="-2559"/>
                  <a:pt x="2490436" y="34100"/>
                  <a:pt x="2112264" y="18288"/>
                </a:cubicBezTo>
                <a:cubicBezTo>
                  <a:pt x="1734092" y="2476"/>
                  <a:pt x="1744622" y="-7274"/>
                  <a:pt x="1536192" y="18288"/>
                </a:cubicBezTo>
                <a:cubicBezTo>
                  <a:pt x="1327762" y="43850"/>
                  <a:pt x="1189025" y="6435"/>
                  <a:pt x="1069848" y="18288"/>
                </a:cubicBezTo>
                <a:cubicBezTo>
                  <a:pt x="950671" y="30141"/>
                  <a:pt x="858345" y="33684"/>
                  <a:pt x="713232" y="18288"/>
                </a:cubicBezTo>
                <a:cubicBezTo>
                  <a:pt x="568119" y="2892"/>
                  <a:pt x="250292" y="5410"/>
                  <a:pt x="0" y="18288"/>
                </a:cubicBezTo>
                <a:cubicBezTo>
                  <a:pt x="465" y="13062"/>
                  <a:pt x="-894" y="9029"/>
                  <a:pt x="0" y="0"/>
                </a:cubicBezTo>
                <a:close/>
              </a:path>
            </a:pathLst>
          </a:custGeom>
          <a:solidFill>
            <a:schemeClr val="accent2">
              <a:alpha val="75000"/>
            </a:schemeClr>
          </a:solidFill>
          <a:ln w="44450" cap="rnd">
            <a:solidFill>
              <a:schemeClr val="accent2">
                <a:alpha val="75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1CE294EA-FF59-47B6-BAA8-F3FF47EB9C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2493" y="2071316"/>
            <a:ext cx="6713552" cy="4119172"/>
          </a:xfrm>
        </p:spPr>
        <p:txBody>
          <a:bodyPr anchor="t">
            <a:normAutofit fontScale="92500" lnSpcReduction="10000"/>
          </a:bodyPr>
          <a:lstStyle/>
          <a:p>
            <a:r>
              <a:rPr lang="hu-HU" sz="2000" dirty="0"/>
              <a:t>A WPF (Windows </a:t>
            </a:r>
            <a:r>
              <a:rPr lang="hu-HU" sz="2000" dirty="0" err="1"/>
              <a:t>Presentation</a:t>
            </a:r>
            <a:r>
              <a:rPr lang="hu-HU" sz="2000" dirty="0"/>
              <a:t> </a:t>
            </a:r>
            <a:r>
              <a:rPr lang="hu-HU" sz="2000" dirty="0" err="1"/>
              <a:t>Foundation</a:t>
            </a:r>
            <a:r>
              <a:rPr lang="hu-HU" sz="2000" dirty="0"/>
              <a:t>) alkalmazás célja, hogy adminisztrációs funkciókat biztosítson az alkalmazás rendszergazdái számára. A rendszeradminisztrátorok segítségével az adminisztrátorok képesek kezelni a </a:t>
            </a:r>
            <a:r>
              <a:rPr lang="hu-HU" sz="2000" dirty="0" err="1"/>
              <a:t>FilmFókusz</a:t>
            </a:r>
            <a:r>
              <a:rPr lang="hu-HU" sz="2000" dirty="0"/>
              <a:t> adatbázisban található filmeket, </a:t>
            </a:r>
            <a:r>
              <a:rPr lang="hu-HU" sz="2000" dirty="0" err="1"/>
              <a:t>sorozatokat</a:t>
            </a:r>
            <a:r>
              <a:rPr lang="hu-HU" sz="2000" dirty="0"/>
              <a:t>, felhasználói adatokat, valamint a felhasználói véleményeket (fejlesztés alatt).</a:t>
            </a:r>
          </a:p>
          <a:p>
            <a:endParaRPr lang="hu-HU" sz="2000" dirty="0"/>
          </a:p>
          <a:p>
            <a:pPr>
              <a:buNone/>
            </a:pPr>
            <a:r>
              <a:rPr lang="hu-HU" sz="2000" b="1" dirty="0"/>
              <a:t>Használt technológiák és nyelvek: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hu-HU" sz="2000" b="1" dirty="0"/>
              <a:t>C#</a:t>
            </a:r>
            <a:r>
              <a:rPr lang="hu-HU" sz="2000" dirty="0"/>
              <a:t>: A WPF alkalmazás fő programozási nyelve. A C# segítségével kezeljük az adatbázis műveleteket, az alkalmazás logikáját és az eseményeket.</a:t>
            </a:r>
          </a:p>
          <a:p>
            <a:pPr>
              <a:buFont typeface="Arial" panose="020B0604020202020204" pitchFamily="34" charset="0"/>
              <a:buChar char="•"/>
            </a:pPr>
            <a:endParaRPr lang="hu-HU" sz="2000" dirty="0"/>
          </a:p>
          <a:p>
            <a:pPr marL="0" indent="0">
              <a:buNone/>
            </a:pPr>
            <a:r>
              <a:rPr lang="hu-HU" sz="2200" b="1" u="sng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 </a:t>
            </a:r>
            <a:r>
              <a:rPr lang="hu-HU" sz="2200" b="1" u="sng" dirty="0" err="1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AsztaliApp</a:t>
            </a:r>
            <a:r>
              <a:rPr lang="hu-HU" sz="2200" b="1" u="sng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link</a:t>
            </a:r>
            <a:endParaRPr lang="hu-HU" sz="2200" b="1" u="sng" dirty="0">
              <a:solidFill>
                <a:schemeClr val="accent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Kép 4" descr="A képen Grafika, lila, Orgona, Színesség látható&#10;&#10;Előfordulhat, hogy a mesterséges intelligencia által létrehozott tartalom helytelen.">
            <a:extLst>
              <a:ext uri="{FF2B5EF4-FFF2-40B4-BE49-F238E27FC236}">
                <a16:creationId xmlns:a16="http://schemas.microsoft.com/office/drawing/2014/main" id="{73F5E68D-319A-48ED-8083-6C3A32B9A69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95" r="-3" b="-3"/>
          <a:stretch/>
        </p:blipFill>
        <p:spPr>
          <a:xfrm>
            <a:off x="7675658" y="2093976"/>
            <a:ext cx="3941064" cy="40965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450509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own Arrow 7">
            <a:extLst>
              <a:ext uri="{FF2B5EF4-FFF2-40B4-BE49-F238E27FC236}">
                <a16:creationId xmlns:a16="http://schemas.microsoft.com/office/drawing/2014/main" id="{D4771268-CB57-404A-9271-370EB28F60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00100" y="1491343"/>
            <a:ext cx="3333749" cy="3499103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9E94520E-9AEC-5E8D-62B9-555B16A9C1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700" y="1967266"/>
            <a:ext cx="2628900" cy="2547257"/>
          </a:xfrm>
          <a:noFill/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25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WPF AdminDashboard főoldala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B705D90D-8368-ADBD-45DF-7A82435666E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777316" y="1402101"/>
            <a:ext cx="6780700" cy="40514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313227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50DF6B93-F3AC-40E0-8651-89582E5E87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8027539-FDC1-4BD7-ABD3-2C96884650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15300" cy="6858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746EFA5-E6C7-4867-8011-E729148E8D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5799" y="685800"/>
            <a:ext cx="6742953" cy="5486400"/>
          </a:xfrm>
          <a:prstGeom prst="rect">
            <a:avLst/>
          </a:prstGeom>
          <a:solidFill>
            <a:schemeClr val="bg1"/>
          </a:solidFill>
          <a:ln w="1270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B6495F37-B5B7-CE41-E108-CBC897C7D5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5799" y="1137685"/>
            <a:ext cx="5461225" cy="223282"/>
          </a:xfrm>
        </p:spPr>
        <p:txBody>
          <a:bodyPr anchor="b">
            <a:normAutofit fontScale="90000"/>
          </a:bodyPr>
          <a:lstStyle/>
          <a:p>
            <a:pPr algn="ctr"/>
            <a:r>
              <a:rPr lang="hu-HU" sz="3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GitHub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33BA7ED5-C03E-2212-9F43-F008AAE4F4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35799" y="1360967"/>
            <a:ext cx="5461225" cy="4811232"/>
          </a:xfrm>
        </p:spPr>
        <p:txBody>
          <a:bodyPr anchor="t">
            <a:noAutofit/>
          </a:bodyPr>
          <a:lstStyle/>
          <a:p>
            <a:pPr marL="0" indent="0">
              <a:buNone/>
            </a:pPr>
            <a:r>
              <a:rPr lang="hu-HU" sz="1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 GitHub a projekt verziókezelésére és csapatmunka támogatására szolgált. A csapat különböző funkciók és feladatok megvalósítása során különböző </a:t>
            </a:r>
            <a:r>
              <a:rPr lang="hu-HU" sz="1400" b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branch-eket</a:t>
            </a:r>
            <a:r>
              <a:rPr lang="hu-HU" sz="1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hoztunk létre, hogy mindenki a saját munkáját párhuzamosan végezhesse anélkül, hogy összeütközések lépnének fel.</a:t>
            </a:r>
          </a:p>
          <a:p>
            <a:pPr marL="0" indent="0">
              <a:buNone/>
            </a:pPr>
            <a:r>
              <a:rPr lang="hu-HU" sz="1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main </a:t>
            </a:r>
            <a:r>
              <a:rPr lang="hu-HU" sz="14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branch</a:t>
            </a:r>
            <a:r>
              <a:rPr lang="hu-HU" sz="1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: Itt van a [Trello link], amely összeköti a feladatokat és a teendőket a csapattagok között.</a:t>
            </a:r>
          </a:p>
          <a:p>
            <a:pPr marL="0" indent="0">
              <a:buNone/>
            </a:pPr>
            <a:endParaRPr lang="hu-HU" sz="14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pPr marL="0" indent="0">
              <a:buNone/>
            </a:pPr>
            <a:r>
              <a:rPr lang="hu-HU" sz="14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AsztaliApp</a:t>
            </a:r>
            <a:r>
              <a:rPr lang="hu-HU" sz="1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</a:t>
            </a:r>
            <a:r>
              <a:rPr lang="hu-HU" sz="14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branch</a:t>
            </a:r>
            <a:r>
              <a:rPr lang="hu-HU" sz="1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: A WPF alkalmazás fejlesztése zajlott ezen az ágon. </a:t>
            </a:r>
          </a:p>
          <a:p>
            <a:pPr marL="0" indent="0">
              <a:buNone/>
            </a:pPr>
            <a:r>
              <a:rPr lang="hu-HU" sz="14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BackEnd</a:t>
            </a:r>
            <a:r>
              <a:rPr lang="hu-HU" sz="1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</a:t>
            </a:r>
            <a:r>
              <a:rPr lang="hu-HU" sz="14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branch</a:t>
            </a:r>
            <a:r>
              <a:rPr lang="hu-HU" sz="1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: A backend fejlesztésével kapcsolatos összes munkát itt végeztük,.</a:t>
            </a:r>
          </a:p>
          <a:p>
            <a:pPr marL="0" indent="0">
              <a:buNone/>
            </a:pPr>
            <a:r>
              <a:rPr lang="hu-HU" sz="14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DataBase</a:t>
            </a:r>
            <a:r>
              <a:rPr lang="hu-HU" sz="1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</a:t>
            </a:r>
            <a:r>
              <a:rPr lang="hu-HU" sz="14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branch</a:t>
            </a:r>
            <a:r>
              <a:rPr lang="hu-HU" sz="1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: Az adatbázissal kapcsolatos feladatokat ebben az ágon kezeltük.</a:t>
            </a:r>
          </a:p>
          <a:p>
            <a:pPr marL="0" indent="0">
              <a:buNone/>
            </a:pPr>
            <a:r>
              <a:rPr lang="hu-HU" sz="14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Documents</a:t>
            </a:r>
            <a:r>
              <a:rPr lang="hu-HU" sz="1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</a:t>
            </a:r>
            <a:r>
              <a:rPr lang="hu-HU" sz="14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branch</a:t>
            </a:r>
            <a:r>
              <a:rPr lang="hu-HU" sz="1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: A dokumentációval kapcsolatos feladatokat itt végeztük.</a:t>
            </a:r>
          </a:p>
          <a:p>
            <a:pPr marL="0" indent="0">
              <a:buNone/>
            </a:pPr>
            <a:r>
              <a:rPr lang="hu-HU" sz="1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Frontend </a:t>
            </a:r>
            <a:r>
              <a:rPr lang="hu-HU" sz="14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branch</a:t>
            </a:r>
            <a:r>
              <a:rPr lang="hu-HU" sz="1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: A frontend fejlesztéséhez tartozó ág, amely tartalmazza a </a:t>
            </a:r>
            <a:r>
              <a:rPr lang="hu-HU" sz="14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React</a:t>
            </a:r>
            <a:r>
              <a:rPr lang="hu-HU" sz="1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alapú alkalmazás fejlesztését.</a:t>
            </a:r>
          </a:p>
        </p:txBody>
      </p:sp>
      <p:pic>
        <p:nvPicPr>
          <p:cNvPr id="8" name="Kép 7" descr="A képen macska, clipart, Grafika látható&#10;&#10;Előfordulhat, hogy a mesterséges intelligencia által létrehozott tartalom helytelen.">
            <a:extLst>
              <a:ext uri="{FF2B5EF4-FFF2-40B4-BE49-F238E27FC236}">
                <a16:creationId xmlns:a16="http://schemas.microsoft.com/office/drawing/2014/main" id="{C68DD382-1BB5-0C7F-5AB8-47F99B4F56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131" r="5" b="7054"/>
          <a:stretch/>
        </p:blipFill>
        <p:spPr>
          <a:xfrm>
            <a:off x="8779933" y="685798"/>
            <a:ext cx="2726267" cy="2421467"/>
          </a:xfrm>
          <a:prstGeom prst="rect">
            <a:avLst/>
          </a:prstGeom>
        </p:spPr>
      </p:pic>
      <p:pic>
        <p:nvPicPr>
          <p:cNvPr id="10" name="Kép 9">
            <a:extLst>
              <a:ext uri="{FF2B5EF4-FFF2-40B4-BE49-F238E27FC236}">
                <a16:creationId xmlns:a16="http://schemas.microsoft.com/office/drawing/2014/main" id="{F9A47FF1-E2D2-6F4F-FFB4-12896E2F296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" b="33388"/>
          <a:stretch/>
        </p:blipFill>
        <p:spPr>
          <a:xfrm>
            <a:off x="8779933" y="3750732"/>
            <a:ext cx="2726267" cy="2421467"/>
          </a:xfrm>
          <a:prstGeom prst="rect">
            <a:avLst/>
          </a:prstGeom>
        </p:spPr>
      </p:pic>
      <p:sp>
        <p:nvSpPr>
          <p:cNvPr id="4" name="Szövegdoboz 3">
            <a:extLst>
              <a:ext uri="{FF2B5EF4-FFF2-40B4-BE49-F238E27FC236}">
                <a16:creationId xmlns:a16="http://schemas.microsoft.com/office/drawing/2014/main" id="{B2DD057A-AEE2-0E2A-FFEF-92B569FEFD7E}"/>
              </a:ext>
            </a:extLst>
          </p:cNvPr>
          <p:cNvSpPr txBox="1"/>
          <p:nvPr/>
        </p:nvSpPr>
        <p:spPr>
          <a:xfrm>
            <a:off x="685798" y="6172199"/>
            <a:ext cx="67429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1800" b="1" u="sng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 link</a:t>
            </a:r>
            <a:endParaRPr lang="hu-HU" sz="1800" b="1" u="sng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1960785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31DA8D78-1AEE-CF2F-C0BB-5D40862C6D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40080"/>
            <a:ext cx="4818888" cy="1481328"/>
          </a:xfrm>
        </p:spPr>
        <p:txBody>
          <a:bodyPr anchor="b">
            <a:normAutofit/>
          </a:bodyPr>
          <a:lstStyle/>
          <a:p>
            <a:r>
              <a:rPr lang="hu-HU" sz="5400" dirty="0"/>
              <a:t>Trello</a:t>
            </a:r>
          </a:p>
        </p:txBody>
      </p:sp>
      <p:sp>
        <p:nvSpPr>
          <p:cNvPr id="19" name="sketch line">
            <a:extLst>
              <a:ext uri="{FF2B5EF4-FFF2-40B4-BE49-F238E27FC236}">
                <a16:creationId xmlns:a16="http://schemas.microsoft.com/office/drawing/2014/main" id="{71877DBC-BB60-40F0-AC93-2ACDBAAE6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372868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5CA87948-4677-F527-9886-F9FC7A6389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660904"/>
            <a:ext cx="4818888" cy="4087368"/>
          </a:xfrm>
        </p:spPr>
        <p:txBody>
          <a:bodyPr anchor="t">
            <a:normAutofit/>
          </a:bodyPr>
          <a:lstStyle/>
          <a:p>
            <a:pPr marL="0" indent="0">
              <a:buNone/>
            </a:pPr>
            <a:r>
              <a:rPr lang="hu-HU" sz="1700" dirty="0"/>
              <a:t>A </a:t>
            </a:r>
            <a:r>
              <a:rPr lang="hu-HU" sz="1700" b="1" dirty="0"/>
              <a:t>Trello</a:t>
            </a:r>
            <a:r>
              <a:rPr lang="hu-HU" sz="1700" dirty="0"/>
              <a:t> egy online projektmenedzsment eszköz, amely lehetővé tette a csapat számára, hogy nyomon kövesse a projekt állapotát és kezelje a feladatokat. Minden csapattag láthatta, hogy mely feladatok vannak folyamatban, melyek vannak kész, és melyek várnak még elvégzésre.</a:t>
            </a:r>
          </a:p>
          <a:p>
            <a:pPr marL="0" indent="0">
              <a:buNone/>
            </a:pPr>
            <a:r>
              <a:rPr lang="hu-HU" sz="1700" dirty="0"/>
              <a:t>A Trello táblán a feladatok </a:t>
            </a:r>
            <a:r>
              <a:rPr lang="hu-HU" sz="1700" b="1" dirty="0"/>
              <a:t>kártyák</a:t>
            </a:r>
            <a:r>
              <a:rPr lang="hu-HU" sz="1700" dirty="0"/>
              <a:t> formájában voltak elhelyezve, amelyeket átmozgathattunk a megfelelő oszlopokba, attól függően, hogy hol tartottak a munkában.</a:t>
            </a:r>
            <a:br>
              <a:rPr lang="hu-HU" sz="1700" dirty="0"/>
            </a:br>
            <a:br>
              <a:rPr lang="hu-HU" sz="1700" dirty="0"/>
            </a:br>
            <a:r>
              <a:rPr lang="hu-HU" sz="1700" dirty="0"/>
              <a:t>Az egész éves projektet 3 sprintben hoztuk létre.</a:t>
            </a:r>
          </a:p>
          <a:p>
            <a:pPr marL="0" indent="0">
              <a:buNone/>
            </a:pPr>
            <a:endParaRPr lang="hu-HU" sz="1700" dirty="0"/>
          </a:p>
          <a:p>
            <a:pPr marL="0" indent="0">
              <a:buNone/>
            </a:pPr>
            <a:r>
              <a:rPr lang="hu-HU" sz="2000" b="1" u="sng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Trello link</a:t>
            </a:r>
            <a:endParaRPr lang="hu-HU" sz="2000" b="1" u="sng" dirty="0">
              <a:solidFill>
                <a:schemeClr val="accent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Kép 4" descr="A képen képernyőkép, Betűtípus, Grafika, embléma látható&#10;&#10;Előfordulhat, hogy a mesterséges intelligencia által létrehozott tartalom helytelen.">
            <a:extLst>
              <a:ext uri="{FF2B5EF4-FFF2-40B4-BE49-F238E27FC236}">
                <a16:creationId xmlns:a16="http://schemas.microsoft.com/office/drawing/2014/main" id="{54984C2B-3B43-C3A7-E79F-1267A783F92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9048" y="1893665"/>
            <a:ext cx="5458968" cy="30706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480414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7C98A213-5994-475E-B327-DC6EC27FBA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8008EBFE-FE64-1D03-8D91-B45CB867E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670218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/>
              <a:t>Munkatér és Sprintek</a:t>
            </a:r>
          </a:p>
        </p:txBody>
      </p:sp>
      <p:sp>
        <p:nvSpPr>
          <p:cNvPr id="16" name="sketch line">
            <a:extLst>
              <a:ext uri="{FF2B5EF4-FFF2-40B4-BE49-F238E27FC236}">
                <a16:creationId xmlns:a16="http://schemas.microsoft.com/office/drawing/2014/main" id="{4B030A0D-0DAD-4A99-89BB-419527D6A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389376" y="1800088"/>
            <a:ext cx="5410200" cy="18288"/>
          </a:xfrm>
          <a:custGeom>
            <a:avLst/>
            <a:gdLst>
              <a:gd name="connsiteX0" fmla="*/ 0 w 5410200"/>
              <a:gd name="connsiteY0" fmla="*/ 0 h 18288"/>
              <a:gd name="connsiteX1" fmla="*/ 568071 w 5410200"/>
              <a:gd name="connsiteY1" fmla="*/ 0 h 18288"/>
              <a:gd name="connsiteX2" fmla="*/ 1298448 w 5410200"/>
              <a:gd name="connsiteY2" fmla="*/ 0 h 18288"/>
              <a:gd name="connsiteX3" fmla="*/ 1920621 w 5410200"/>
              <a:gd name="connsiteY3" fmla="*/ 0 h 18288"/>
              <a:gd name="connsiteX4" fmla="*/ 2488692 w 5410200"/>
              <a:gd name="connsiteY4" fmla="*/ 0 h 18288"/>
              <a:gd name="connsiteX5" fmla="*/ 3219069 w 5410200"/>
              <a:gd name="connsiteY5" fmla="*/ 0 h 18288"/>
              <a:gd name="connsiteX6" fmla="*/ 3895344 w 5410200"/>
              <a:gd name="connsiteY6" fmla="*/ 0 h 18288"/>
              <a:gd name="connsiteX7" fmla="*/ 4571619 w 5410200"/>
              <a:gd name="connsiteY7" fmla="*/ 0 h 18288"/>
              <a:gd name="connsiteX8" fmla="*/ 5410200 w 5410200"/>
              <a:gd name="connsiteY8" fmla="*/ 0 h 18288"/>
              <a:gd name="connsiteX9" fmla="*/ 5410200 w 5410200"/>
              <a:gd name="connsiteY9" fmla="*/ 18288 h 18288"/>
              <a:gd name="connsiteX10" fmla="*/ 4842129 w 5410200"/>
              <a:gd name="connsiteY10" fmla="*/ 18288 h 18288"/>
              <a:gd name="connsiteX11" fmla="*/ 4328160 w 5410200"/>
              <a:gd name="connsiteY11" fmla="*/ 18288 h 18288"/>
              <a:gd name="connsiteX12" fmla="*/ 3597783 w 5410200"/>
              <a:gd name="connsiteY12" fmla="*/ 18288 h 18288"/>
              <a:gd name="connsiteX13" fmla="*/ 3029712 w 5410200"/>
              <a:gd name="connsiteY13" fmla="*/ 18288 h 18288"/>
              <a:gd name="connsiteX14" fmla="*/ 2299335 w 5410200"/>
              <a:gd name="connsiteY14" fmla="*/ 18288 h 18288"/>
              <a:gd name="connsiteX15" fmla="*/ 1514856 w 5410200"/>
              <a:gd name="connsiteY15" fmla="*/ 18288 h 18288"/>
              <a:gd name="connsiteX16" fmla="*/ 892683 w 5410200"/>
              <a:gd name="connsiteY16" fmla="*/ 18288 h 18288"/>
              <a:gd name="connsiteX17" fmla="*/ 0 w 5410200"/>
              <a:gd name="connsiteY17" fmla="*/ 18288 h 18288"/>
              <a:gd name="connsiteX18" fmla="*/ 0 w 5410200"/>
              <a:gd name="connsiteY18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5410200" h="18288" fill="none" extrusionOk="0">
                <a:moveTo>
                  <a:pt x="0" y="0"/>
                </a:moveTo>
                <a:cubicBezTo>
                  <a:pt x="163050" y="-18707"/>
                  <a:pt x="319321" y="-16364"/>
                  <a:pt x="568071" y="0"/>
                </a:cubicBezTo>
                <a:cubicBezTo>
                  <a:pt x="816821" y="16364"/>
                  <a:pt x="1013224" y="-7268"/>
                  <a:pt x="1298448" y="0"/>
                </a:cubicBezTo>
                <a:cubicBezTo>
                  <a:pt x="1583672" y="7268"/>
                  <a:pt x="1631711" y="-3367"/>
                  <a:pt x="1920621" y="0"/>
                </a:cubicBezTo>
                <a:cubicBezTo>
                  <a:pt x="2209531" y="3367"/>
                  <a:pt x="2364420" y="-19184"/>
                  <a:pt x="2488692" y="0"/>
                </a:cubicBezTo>
                <a:cubicBezTo>
                  <a:pt x="2612964" y="19184"/>
                  <a:pt x="3023298" y="-34627"/>
                  <a:pt x="3219069" y="0"/>
                </a:cubicBezTo>
                <a:cubicBezTo>
                  <a:pt x="3414840" y="34627"/>
                  <a:pt x="3656810" y="24043"/>
                  <a:pt x="3895344" y="0"/>
                </a:cubicBezTo>
                <a:cubicBezTo>
                  <a:pt x="4133879" y="-24043"/>
                  <a:pt x="4393984" y="-19577"/>
                  <a:pt x="4571619" y="0"/>
                </a:cubicBezTo>
                <a:cubicBezTo>
                  <a:pt x="4749255" y="19577"/>
                  <a:pt x="5179928" y="-6281"/>
                  <a:pt x="5410200" y="0"/>
                </a:cubicBezTo>
                <a:cubicBezTo>
                  <a:pt x="5410730" y="6954"/>
                  <a:pt x="5410934" y="12839"/>
                  <a:pt x="5410200" y="18288"/>
                </a:cubicBezTo>
                <a:cubicBezTo>
                  <a:pt x="5139060" y="6751"/>
                  <a:pt x="5121593" y="31035"/>
                  <a:pt x="4842129" y="18288"/>
                </a:cubicBezTo>
                <a:cubicBezTo>
                  <a:pt x="4562665" y="5541"/>
                  <a:pt x="4448273" y="9487"/>
                  <a:pt x="4328160" y="18288"/>
                </a:cubicBezTo>
                <a:cubicBezTo>
                  <a:pt x="4208047" y="27089"/>
                  <a:pt x="3760936" y="22567"/>
                  <a:pt x="3597783" y="18288"/>
                </a:cubicBezTo>
                <a:cubicBezTo>
                  <a:pt x="3434630" y="14009"/>
                  <a:pt x="3299718" y="33213"/>
                  <a:pt x="3029712" y="18288"/>
                </a:cubicBezTo>
                <a:cubicBezTo>
                  <a:pt x="2759706" y="3363"/>
                  <a:pt x="2640159" y="27394"/>
                  <a:pt x="2299335" y="18288"/>
                </a:cubicBezTo>
                <a:cubicBezTo>
                  <a:pt x="1958511" y="9182"/>
                  <a:pt x="1801186" y="28985"/>
                  <a:pt x="1514856" y="18288"/>
                </a:cubicBezTo>
                <a:cubicBezTo>
                  <a:pt x="1228526" y="7591"/>
                  <a:pt x="1063509" y="-5305"/>
                  <a:pt x="892683" y="18288"/>
                </a:cubicBezTo>
                <a:cubicBezTo>
                  <a:pt x="721857" y="41881"/>
                  <a:pt x="186945" y="-20897"/>
                  <a:pt x="0" y="18288"/>
                </a:cubicBezTo>
                <a:cubicBezTo>
                  <a:pt x="-570" y="9279"/>
                  <a:pt x="132" y="5100"/>
                  <a:pt x="0" y="0"/>
                </a:cubicBezTo>
                <a:close/>
              </a:path>
              <a:path w="5410200" h="18288" stroke="0" extrusionOk="0">
                <a:moveTo>
                  <a:pt x="0" y="0"/>
                </a:moveTo>
                <a:cubicBezTo>
                  <a:pt x="285096" y="-4925"/>
                  <a:pt x="376456" y="22268"/>
                  <a:pt x="622173" y="0"/>
                </a:cubicBezTo>
                <a:cubicBezTo>
                  <a:pt x="867890" y="-22268"/>
                  <a:pt x="1031392" y="7228"/>
                  <a:pt x="1136142" y="0"/>
                </a:cubicBezTo>
                <a:cubicBezTo>
                  <a:pt x="1240892" y="-7228"/>
                  <a:pt x="1561853" y="9877"/>
                  <a:pt x="1920621" y="0"/>
                </a:cubicBezTo>
                <a:cubicBezTo>
                  <a:pt x="2279389" y="-9877"/>
                  <a:pt x="2367255" y="19546"/>
                  <a:pt x="2542794" y="0"/>
                </a:cubicBezTo>
                <a:cubicBezTo>
                  <a:pt x="2718333" y="-19546"/>
                  <a:pt x="2866732" y="-22226"/>
                  <a:pt x="3164967" y="0"/>
                </a:cubicBezTo>
                <a:cubicBezTo>
                  <a:pt x="3463202" y="22226"/>
                  <a:pt x="3568055" y="-2765"/>
                  <a:pt x="3949446" y="0"/>
                </a:cubicBezTo>
                <a:cubicBezTo>
                  <a:pt x="4330837" y="2765"/>
                  <a:pt x="4287895" y="10557"/>
                  <a:pt x="4517517" y="0"/>
                </a:cubicBezTo>
                <a:cubicBezTo>
                  <a:pt x="4747139" y="-10557"/>
                  <a:pt x="5149588" y="8716"/>
                  <a:pt x="5410200" y="0"/>
                </a:cubicBezTo>
                <a:cubicBezTo>
                  <a:pt x="5409517" y="5414"/>
                  <a:pt x="5409480" y="12510"/>
                  <a:pt x="5410200" y="18288"/>
                </a:cubicBezTo>
                <a:cubicBezTo>
                  <a:pt x="5163327" y="41494"/>
                  <a:pt x="5008749" y="10693"/>
                  <a:pt x="4842129" y="18288"/>
                </a:cubicBezTo>
                <a:cubicBezTo>
                  <a:pt x="4675509" y="25883"/>
                  <a:pt x="4433401" y="-615"/>
                  <a:pt x="4165854" y="18288"/>
                </a:cubicBezTo>
                <a:cubicBezTo>
                  <a:pt x="3898308" y="37191"/>
                  <a:pt x="3809032" y="-8710"/>
                  <a:pt x="3543681" y="18288"/>
                </a:cubicBezTo>
                <a:cubicBezTo>
                  <a:pt x="3278330" y="45286"/>
                  <a:pt x="3073876" y="-15917"/>
                  <a:pt x="2759202" y="18288"/>
                </a:cubicBezTo>
                <a:cubicBezTo>
                  <a:pt x="2444528" y="52493"/>
                  <a:pt x="2204144" y="3372"/>
                  <a:pt x="1974723" y="18288"/>
                </a:cubicBezTo>
                <a:cubicBezTo>
                  <a:pt x="1745302" y="33204"/>
                  <a:pt x="1602335" y="31490"/>
                  <a:pt x="1406652" y="18288"/>
                </a:cubicBezTo>
                <a:cubicBezTo>
                  <a:pt x="1210969" y="5086"/>
                  <a:pt x="923948" y="3161"/>
                  <a:pt x="730377" y="18288"/>
                </a:cubicBezTo>
                <a:cubicBezTo>
                  <a:pt x="536806" y="33415"/>
                  <a:pt x="336496" y="-141"/>
                  <a:pt x="0" y="18288"/>
                </a:cubicBezTo>
                <a:cubicBezTo>
                  <a:pt x="-306" y="11061"/>
                  <a:pt x="-655" y="7751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110E1FB1-FE50-A1D4-A876-24E68EED2E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3160813"/>
            <a:ext cx="3758184" cy="2517982"/>
          </a:xfrm>
          <a:prstGeom prst="rect">
            <a:avLst/>
          </a:prstGeom>
        </p:spPr>
      </p:pic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00820824-C48C-63A1-2B4B-AA4272C97F1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4216908" y="3179604"/>
            <a:ext cx="3758184" cy="2480401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E4EBE176-5FEA-7EFB-EE27-576CD36F65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41208" y="3268861"/>
            <a:ext cx="3758184" cy="23018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424961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167271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CFCBB3AD-7F9A-8D0B-7AA1-51AA027084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6834" y="1153572"/>
            <a:ext cx="3200400" cy="4461163"/>
          </a:xfrm>
        </p:spPr>
        <p:txBody>
          <a:bodyPr>
            <a:normAutofit/>
          </a:bodyPr>
          <a:lstStyle/>
          <a:p>
            <a:r>
              <a:rPr lang="hu-HU">
                <a:solidFill>
                  <a:srgbClr val="FFFFFF"/>
                </a:solidFill>
              </a:rPr>
              <a:t>Jövőbeli fejlesztések és tervek</a:t>
            </a: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537EB08A-B85E-FD2D-090D-A51A86CCE5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7308" y="591344"/>
            <a:ext cx="6906491" cy="5585619"/>
          </a:xfrm>
        </p:spPr>
        <p:txBody>
          <a:bodyPr anchor="ctr">
            <a:normAutofit/>
          </a:bodyPr>
          <a:lstStyle/>
          <a:p>
            <a:r>
              <a:rPr lang="hu-HU" dirty="0"/>
              <a:t>Milyen funkciókat tervezünk a jövőben?</a:t>
            </a:r>
          </a:p>
          <a:p>
            <a:pPr>
              <a:buNone/>
            </a:pPr>
            <a:r>
              <a:rPr lang="hu-HU" dirty="0"/>
              <a:t>A </a:t>
            </a:r>
            <a:r>
              <a:rPr lang="hu-HU" dirty="0" err="1"/>
              <a:t>FilmFókusz</a:t>
            </a:r>
            <a:r>
              <a:rPr lang="hu-HU" dirty="0"/>
              <a:t> folyamatosan fejlődni fog, és számos új funkció bevezetését tervezzük: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hu-HU" b="1" dirty="0"/>
              <a:t>Értékelési rendszer</a:t>
            </a:r>
            <a:r>
              <a:rPr lang="hu-HU" dirty="0"/>
              <a:t>: A felhasználók értékelhetik a filmeket és </a:t>
            </a:r>
            <a:r>
              <a:rPr lang="hu-HU" dirty="0" err="1"/>
              <a:t>sorozatokat</a:t>
            </a:r>
            <a:r>
              <a:rPr lang="hu-HU" dirty="0"/>
              <a:t>, segítve ezzel másokat a választásban.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hu-HU" b="1" dirty="0" err="1"/>
              <a:t>Kommentelési</a:t>
            </a:r>
            <a:r>
              <a:rPr lang="hu-HU" b="1" dirty="0"/>
              <a:t> lehetőség</a:t>
            </a:r>
            <a:r>
              <a:rPr lang="hu-HU" dirty="0"/>
              <a:t>: A felhasználók véleményezhetik az egyes filmeket és </a:t>
            </a:r>
            <a:r>
              <a:rPr lang="hu-HU" dirty="0" err="1"/>
              <a:t>sorozatokat</a:t>
            </a:r>
            <a:r>
              <a:rPr lang="hu-HU" dirty="0"/>
              <a:t>, ezáltal interakcióba léphetnek másokkal.</a:t>
            </a:r>
          </a:p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80724499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45D37F4E-DDB4-456B-97E0-9937730A03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F23ABCF7-31AB-EF1A-3680-0FE33EA4A9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493" y="238539"/>
            <a:ext cx="11018520" cy="1434415"/>
          </a:xfrm>
        </p:spPr>
        <p:txBody>
          <a:bodyPr anchor="b">
            <a:normAutofit/>
          </a:bodyPr>
          <a:lstStyle/>
          <a:p>
            <a:r>
              <a:rPr lang="hu-HU" sz="5400"/>
              <a:t>Összegzés</a:t>
            </a:r>
          </a:p>
        </p:txBody>
      </p:sp>
      <p:sp>
        <p:nvSpPr>
          <p:cNvPr id="17" name="sketchy line">
            <a:extLst>
              <a:ext uri="{FF2B5EF4-FFF2-40B4-BE49-F238E27FC236}">
                <a16:creationId xmlns:a16="http://schemas.microsoft.com/office/drawing/2014/main" id="{B2DD41CD-8F47-4F56-AD12-4E2FF76969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2493" y="1681544"/>
            <a:ext cx="10972800" cy="18288"/>
          </a:xfrm>
          <a:custGeom>
            <a:avLst/>
            <a:gdLst>
              <a:gd name="connsiteX0" fmla="*/ 0 w 10972800"/>
              <a:gd name="connsiteY0" fmla="*/ 0 h 18288"/>
              <a:gd name="connsiteX1" fmla="*/ 356616 w 10972800"/>
              <a:gd name="connsiteY1" fmla="*/ 0 h 18288"/>
              <a:gd name="connsiteX2" fmla="*/ 1042416 w 10972800"/>
              <a:gd name="connsiteY2" fmla="*/ 0 h 18288"/>
              <a:gd name="connsiteX3" fmla="*/ 1947672 w 10972800"/>
              <a:gd name="connsiteY3" fmla="*/ 0 h 18288"/>
              <a:gd name="connsiteX4" fmla="*/ 2633472 w 10972800"/>
              <a:gd name="connsiteY4" fmla="*/ 0 h 18288"/>
              <a:gd name="connsiteX5" fmla="*/ 2990088 w 10972800"/>
              <a:gd name="connsiteY5" fmla="*/ 0 h 18288"/>
              <a:gd name="connsiteX6" fmla="*/ 3456432 w 10972800"/>
              <a:gd name="connsiteY6" fmla="*/ 0 h 18288"/>
              <a:gd name="connsiteX7" fmla="*/ 4361688 w 10972800"/>
              <a:gd name="connsiteY7" fmla="*/ 0 h 18288"/>
              <a:gd name="connsiteX8" fmla="*/ 5266944 w 10972800"/>
              <a:gd name="connsiteY8" fmla="*/ 0 h 18288"/>
              <a:gd name="connsiteX9" fmla="*/ 6172200 w 10972800"/>
              <a:gd name="connsiteY9" fmla="*/ 0 h 18288"/>
              <a:gd name="connsiteX10" fmla="*/ 6528816 w 10972800"/>
              <a:gd name="connsiteY10" fmla="*/ 0 h 18288"/>
              <a:gd name="connsiteX11" fmla="*/ 7214616 w 10972800"/>
              <a:gd name="connsiteY11" fmla="*/ 0 h 18288"/>
              <a:gd name="connsiteX12" fmla="*/ 7790688 w 10972800"/>
              <a:gd name="connsiteY12" fmla="*/ 0 h 18288"/>
              <a:gd name="connsiteX13" fmla="*/ 8147304 w 10972800"/>
              <a:gd name="connsiteY13" fmla="*/ 0 h 18288"/>
              <a:gd name="connsiteX14" fmla="*/ 9052560 w 10972800"/>
              <a:gd name="connsiteY14" fmla="*/ 0 h 18288"/>
              <a:gd name="connsiteX15" fmla="*/ 9409176 w 10972800"/>
              <a:gd name="connsiteY15" fmla="*/ 0 h 18288"/>
              <a:gd name="connsiteX16" fmla="*/ 9765792 w 10972800"/>
              <a:gd name="connsiteY16" fmla="*/ 0 h 18288"/>
              <a:gd name="connsiteX17" fmla="*/ 10341864 w 10972800"/>
              <a:gd name="connsiteY17" fmla="*/ 0 h 18288"/>
              <a:gd name="connsiteX18" fmla="*/ 10972800 w 10972800"/>
              <a:gd name="connsiteY18" fmla="*/ 0 h 18288"/>
              <a:gd name="connsiteX19" fmla="*/ 10972800 w 10972800"/>
              <a:gd name="connsiteY19" fmla="*/ 18288 h 18288"/>
              <a:gd name="connsiteX20" fmla="*/ 10177272 w 10972800"/>
              <a:gd name="connsiteY20" fmla="*/ 18288 h 18288"/>
              <a:gd name="connsiteX21" fmla="*/ 9820656 w 10972800"/>
              <a:gd name="connsiteY21" fmla="*/ 18288 h 18288"/>
              <a:gd name="connsiteX22" fmla="*/ 9464040 w 10972800"/>
              <a:gd name="connsiteY22" fmla="*/ 18288 h 18288"/>
              <a:gd name="connsiteX23" fmla="*/ 8778240 w 10972800"/>
              <a:gd name="connsiteY23" fmla="*/ 18288 h 18288"/>
              <a:gd name="connsiteX24" fmla="*/ 8421624 w 10972800"/>
              <a:gd name="connsiteY24" fmla="*/ 18288 h 18288"/>
              <a:gd name="connsiteX25" fmla="*/ 7735824 w 10972800"/>
              <a:gd name="connsiteY25" fmla="*/ 18288 h 18288"/>
              <a:gd name="connsiteX26" fmla="*/ 6940296 w 10972800"/>
              <a:gd name="connsiteY26" fmla="*/ 18288 h 18288"/>
              <a:gd name="connsiteX27" fmla="*/ 6254496 w 10972800"/>
              <a:gd name="connsiteY27" fmla="*/ 18288 h 18288"/>
              <a:gd name="connsiteX28" fmla="*/ 5458968 w 10972800"/>
              <a:gd name="connsiteY28" fmla="*/ 18288 h 18288"/>
              <a:gd name="connsiteX29" fmla="*/ 4663440 w 10972800"/>
              <a:gd name="connsiteY29" fmla="*/ 18288 h 18288"/>
              <a:gd name="connsiteX30" fmla="*/ 4306824 w 10972800"/>
              <a:gd name="connsiteY30" fmla="*/ 18288 h 18288"/>
              <a:gd name="connsiteX31" fmla="*/ 3840480 w 10972800"/>
              <a:gd name="connsiteY31" fmla="*/ 18288 h 18288"/>
              <a:gd name="connsiteX32" fmla="*/ 3264408 w 10972800"/>
              <a:gd name="connsiteY32" fmla="*/ 18288 h 18288"/>
              <a:gd name="connsiteX33" fmla="*/ 2578608 w 10972800"/>
              <a:gd name="connsiteY33" fmla="*/ 18288 h 18288"/>
              <a:gd name="connsiteX34" fmla="*/ 1673352 w 10972800"/>
              <a:gd name="connsiteY34" fmla="*/ 18288 h 18288"/>
              <a:gd name="connsiteX35" fmla="*/ 877824 w 10972800"/>
              <a:gd name="connsiteY35" fmla="*/ 18288 h 18288"/>
              <a:gd name="connsiteX36" fmla="*/ 0 w 10972800"/>
              <a:gd name="connsiteY36" fmla="*/ 18288 h 18288"/>
              <a:gd name="connsiteX37" fmla="*/ 0 w 10972800"/>
              <a:gd name="connsiteY37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</a:cxnLst>
            <a:rect l="l" t="t" r="r" b="b"/>
            <a:pathLst>
              <a:path w="10972800" h="18288" fill="none" extrusionOk="0">
                <a:moveTo>
                  <a:pt x="0" y="0"/>
                </a:moveTo>
                <a:cubicBezTo>
                  <a:pt x="165916" y="-1866"/>
                  <a:pt x="188720" y="13756"/>
                  <a:pt x="356616" y="0"/>
                </a:cubicBezTo>
                <a:cubicBezTo>
                  <a:pt x="524512" y="-13756"/>
                  <a:pt x="734781" y="8922"/>
                  <a:pt x="1042416" y="0"/>
                </a:cubicBezTo>
                <a:cubicBezTo>
                  <a:pt x="1350051" y="-8922"/>
                  <a:pt x="1595982" y="-26315"/>
                  <a:pt x="1947672" y="0"/>
                </a:cubicBezTo>
                <a:cubicBezTo>
                  <a:pt x="2299362" y="26315"/>
                  <a:pt x="2292691" y="-19526"/>
                  <a:pt x="2633472" y="0"/>
                </a:cubicBezTo>
                <a:cubicBezTo>
                  <a:pt x="2974253" y="19526"/>
                  <a:pt x="2857309" y="10773"/>
                  <a:pt x="2990088" y="0"/>
                </a:cubicBezTo>
                <a:cubicBezTo>
                  <a:pt x="3122867" y="-10773"/>
                  <a:pt x="3359343" y="7194"/>
                  <a:pt x="3456432" y="0"/>
                </a:cubicBezTo>
                <a:cubicBezTo>
                  <a:pt x="3553521" y="-7194"/>
                  <a:pt x="4136258" y="5108"/>
                  <a:pt x="4361688" y="0"/>
                </a:cubicBezTo>
                <a:cubicBezTo>
                  <a:pt x="4587118" y="-5108"/>
                  <a:pt x="4992424" y="-42958"/>
                  <a:pt x="5266944" y="0"/>
                </a:cubicBezTo>
                <a:cubicBezTo>
                  <a:pt x="5541464" y="42958"/>
                  <a:pt x="5882966" y="-3430"/>
                  <a:pt x="6172200" y="0"/>
                </a:cubicBezTo>
                <a:cubicBezTo>
                  <a:pt x="6461434" y="3430"/>
                  <a:pt x="6432127" y="6688"/>
                  <a:pt x="6528816" y="0"/>
                </a:cubicBezTo>
                <a:cubicBezTo>
                  <a:pt x="6625505" y="-6688"/>
                  <a:pt x="6916805" y="-436"/>
                  <a:pt x="7214616" y="0"/>
                </a:cubicBezTo>
                <a:cubicBezTo>
                  <a:pt x="7512427" y="436"/>
                  <a:pt x="7626159" y="-6909"/>
                  <a:pt x="7790688" y="0"/>
                </a:cubicBezTo>
                <a:cubicBezTo>
                  <a:pt x="7955217" y="6909"/>
                  <a:pt x="8048891" y="15307"/>
                  <a:pt x="8147304" y="0"/>
                </a:cubicBezTo>
                <a:cubicBezTo>
                  <a:pt x="8245717" y="-15307"/>
                  <a:pt x="8645618" y="-11734"/>
                  <a:pt x="9052560" y="0"/>
                </a:cubicBezTo>
                <a:cubicBezTo>
                  <a:pt x="9459502" y="11734"/>
                  <a:pt x="9320584" y="8388"/>
                  <a:pt x="9409176" y="0"/>
                </a:cubicBezTo>
                <a:cubicBezTo>
                  <a:pt x="9497768" y="-8388"/>
                  <a:pt x="9644192" y="8379"/>
                  <a:pt x="9765792" y="0"/>
                </a:cubicBezTo>
                <a:cubicBezTo>
                  <a:pt x="9887392" y="-8379"/>
                  <a:pt x="10105220" y="-12663"/>
                  <a:pt x="10341864" y="0"/>
                </a:cubicBezTo>
                <a:cubicBezTo>
                  <a:pt x="10578508" y="12663"/>
                  <a:pt x="10773103" y="-5786"/>
                  <a:pt x="10972800" y="0"/>
                </a:cubicBezTo>
                <a:cubicBezTo>
                  <a:pt x="10972146" y="8818"/>
                  <a:pt x="10972240" y="13823"/>
                  <a:pt x="10972800" y="18288"/>
                </a:cubicBezTo>
                <a:cubicBezTo>
                  <a:pt x="10588778" y="31598"/>
                  <a:pt x="10543381" y="-12698"/>
                  <a:pt x="10177272" y="18288"/>
                </a:cubicBezTo>
                <a:cubicBezTo>
                  <a:pt x="9811163" y="49274"/>
                  <a:pt x="9996817" y="25662"/>
                  <a:pt x="9820656" y="18288"/>
                </a:cubicBezTo>
                <a:cubicBezTo>
                  <a:pt x="9644495" y="10914"/>
                  <a:pt x="9607007" y="31631"/>
                  <a:pt x="9464040" y="18288"/>
                </a:cubicBezTo>
                <a:cubicBezTo>
                  <a:pt x="9321073" y="4945"/>
                  <a:pt x="9114189" y="28940"/>
                  <a:pt x="8778240" y="18288"/>
                </a:cubicBezTo>
                <a:cubicBezTo>
                  <a:pt x="8442291" y="7636"/>
                  <a:pt x="8594763" y="987"/>
                  <a:pt x="8421624" y="18288"/>
                </a:cubicBezTo>
                <a:cubicBezTo>
                  <a:pt x="8248485" y="35589"/>
                  <a:pt x="7929515" y="37573"/>
                  <a:pt x="7735824" y="18288"/>
                </a:cubicBezTo>
                <a:cubicBezTo>
                  <a:pt x="7542133" y="-997"/>
                  <a:pt x="7252504" y="33858"/>
                  <a:pt x="6940296" y="18288"/>
                </a:cubicBezTo>
                <a:cubicBezTo>
                  <a:pt x="6628088" y="2718"/>
                  <a:pt x="6528503" y="48389"/>
                  <a:pt x="6254496" y="18288"/>
                </a:cubicBezTo>
                <a:cubicBezTo>
                  <a:pt x="5980489" y="-11813"/>
                  <a:pt x="5695784" y="-3740"/>
                  <a:pt x="5458968" y="18288"/>
                </a:cubicBezTo>
                <a:cubicBezTo>
                  <a:pt x="5222152" y="40316"/>
                  <a:pt x="5010751" y="19095"/>
                  <a:pt x="4663440" y="18288"/>
                </a:cubicBezTo>
                <a:cubicBezTo>
                  <a:pt x="4316129" y="17481"/>
                  <a:pt x="4425552" y="1606"/>
                  <a:pt x="4306824" y="18288"/>
                </a:cubicBezTo>
                <a:cubicBezTo>
                  <a:pt x="4188096" y="34970"/>
                  <a:pt x="3941535" y="7481"/>
                  <a:pt x="3840480" y="18288"/>
                </a:cubicBezTo>
                <a:cubicBezTo>
                  <a:pt x="3739425" y="29095"/>
                  <a:pt x="3402388" y="17641"/>
                  <a:pt x="3264408" y="18288"/>
                </a:cubicBezTo>
                <a:cubicBezTo>
                  <a:pt x="3126428" y="18935"/>
                  <a:pt x="2776779" y="9983"/>
                  <a:pt x="2578608" y="18288"/>
                </a:cubicBezTo>
                <a:cubicBezTo>
                  <a:pt x="2380437" y="26593"/>
                  <a:pt x="1909468" y="25818"/>
                  <a:pt x="1673352" y="18288"/>
                </a:cubicBezTo>
                <a:cubicBezTo>
                  <a:pt x="1437236" y="10758"/>
                  <a:pt x="1131180" y="49884"/>
                  <a:pt x="877824" y="18288"/>
                </a:cubicBezTo>
                <a:cubicBezTo>
                  <a:pt x="624468" y="-13308"/>
                  <a:pt x="206753" y="2195"/>
                  <a:pt x="0" y="18288"/>
                </a:cubicBezTo>
                <a:cubicBezTo>
                  <a:pt x="313" y="10654"/>
                  <a:pt x="-263" y="4056"/>
                  <a:pt x="0" y="0"/>
                </a:cubicBezTo>
                <a:close/>
              </a:path>
              <a:path w="10972800" h="18288" stroke="0" extrusionOk="0">
                <a:moveTo>
                  <a:pt x="0" y="0"/>
                </a:moveTo>
                <a:cubicBezTo>
                  <a:pt x="164017" y="-17675"/>
                  <a:pt x="309425" y="9913"/>
                  <a:pt x="466344" y="0"/>
                </a:cubicBezTo>
                <a:cubicBezTo>
                  <a:pt x="623263" y="-9913"/>
                  <a:pt x="659300" y="-14524"/>
                  <a:pt x="822960" y="0"/>
                </a:cubicBezTo>
                <a:cubicBezTo>
                  <a:pt x="986620" y="14524"/>
                  <a:pt x="1105222" y="-16481"/>
                  <a:pt x="1289304" y="0"/>
                </a:cubicBezTo>
                <a:cubicBezTo>
                  <a:pt x="1473386" y="16481"/>
                  <a:pt x="1693223" y="26161"/>
                  <a:pt x="1975104" y="0"/>
                </a:cubicBezTo>
                <a:cubicBezTo>
                  <a:pt x="2256985" y="-26161"/>
                  <a:pt x="2435781" y="23061"/>
                  <a:pt x="2770632" y="0"/>
                </a:cubicBezTo>
                <a:cubicBezTo>
                  <a:pt x="3105483" y="-23061"/>
                  <a:pt x="3247479" y="-44011"/>
                  <a:pt x="3675888" y="0"/>
                </a:cubicBezTo>
                <a:cubicBezTo>
                  <a:pt x="4104297" y="44011"/>
                  <a:pt x="4280918" y="4017"/>
                  <a:pt x="4581144" y="0"/>
                </a:cubicBezTo>
                <a:cubicBezTo>
                  <a:pt x="4881370" y="-4017"/>
                  <a:pt x="5021699" y="-11889"/>
                  <a:pt x="5157216" y="0"/>
                </a:cubicBezTo>
                <a:cubicBezTo>
                  <a:pt x="5292733" y="11889"/>
                  <a:pt x="5603398" y="-17698"/>
                  <a:pt x="5952744" y="0"/>
                </a:cubicBezTo>
                <a:cubicBezTo>
                  <a:pt x="6302090" y="17698"/>
                  <a:pt x="6353093" y="-11909"/>
                  <a:pt x="6638544" y="0"/>
                </a:cubicBezTo>
                <a:cubicBezTo>
                  <a:pt x="6923995" y="11909"/>
                  <a:pt x="7053404" y="21630"/>
                  <a:pt x="7214616" y="0"/>
                </a:cubicBezTo>
                <a:cubicBezTo>
                  <a:pt x="7375828" y="-21630"/>
                  <a:pt x="7837963" y="3886"/>
                  <a:pt x="8010144" y="0"/>
                </a:cubicBezTo>
                <a:cubicBezTo>
                  <a:pt x="8182325" y="-3886"/>
                  <a:pt x="8224183" y="16009"/>
                  <a:pt x="8366760" y="0"/>
                </a:cubicBezTo>
                <a:cubicBezTo>
                  <a:pt x="8509337" y="-16009"/>
                  <a:pt x="8687920" y="-5720"/>
                  <a:pt x="8942832" y="0"/>
                </a:cubicBezTo>
                <a:cubicBezTo>
                  <a:pt x="9197744" y="5720"/>
                  <a:pt x="9368437" y="20479"/>
                  <a:pt x="9628632" y="0"/>
                </a:cubicBezTo>
                <a:cubicBezTo>
                  <a:pt x="9888827" y="-20479"/>
                  <a:pt x="10560858" y="-20746"/>
                  <a:pt x="10972800" y="0"/>
                </a:cubicBezTo>
                <a:cubicBezTo>
                  <a:pt x="10972186" y="5722"/>
                  <a:pt x="10972980" y="12495"/>
                  <a:pt x="10972800" y="18288"/>
                </a:cubicBezTo>
                <a:cubicBezTo>
                  <a:pt x="10786146" y="12536"/>
                  <a:pt x="10623717" y="14033"/>
                  <a:pt x="10506456" y="18288"/>
                </a:cubicBezTo>
                <a:cubicBezTo>
                  <a:pt x="10389195" y="22543"/>
                  <a:pt x="10296178" y="20107"/>
                  <a:pt x="10149840" y="18288"/>
                </a:cubicBezTo>
                <a:cubicBezTo>
                  <a:pt x="10003502" y="16469"/>
                  <a:pt x="9767530" y="28891"/>
                  <a:pt x="9464040" y="18288"/>
                </a:cubicBezTo>
                <a:cubicBezTo>
                  <a:pt x="9160550" y="7685"/>
                  <a:pt x="9229050" y="2659"/>
                  <a:pt x="8997696" y="18288"/>
                </a:cubicBezTo>
                <a:cubicBezTo>
                  <a:pt x="8766342" y="33917"/>
                  <a:pt x="8340136" y="34864"/>
                  <a:pt x="8092440" y="18288"/>
                </a:cubicBezTo>
                <a:cubicBezTo>
                  <a:pt x="7844744" y="1712"/>
                  <a:pt x="7863720" y="27405"/>
                  <a:pt x="7735824" y="18288"/>
                </a:cubicBezTo>
                <a:cubicBezTo>
                  <a:pt x="7607928" y="9171"/>
                  <a:pt x="7323619" y="461"/>
                  <a:pt x="7050024" y="18288"/>
                </a:cubicBezTo>
                <a:cubicBezTo>
                  <a:pt x="6776429" y="36115"/>
                  <a:pt x="6787899" y="28206"/>
                  <a:pt x="6693408" y="18288"/>
                </a:cubicBezTo>
                <a:cubicBezTo>
                  <a:pt x="6598917" y="8370"/>
                  <a:pt x="6395231" y="19114"/>
                  <a:pt x="6227064" y="18288"/>
                </a:cubicBezTo>
                <a:cubicBezTo>
                  <a:pt x="6058897" y="17462"/>
                  <a:pt x="5618582" y="1091"/>
                  <a:pt x="5431536" y="18288"/>
                </a:cubicBezTo>
                <a:cubicBezTo>
                  <a:pt x="5244490" y="35485"/>
                  <a:pt x="4729797" y="-9650"/>
                  <a:pt x="4526280" y="18288"/>
                </a:cubicBezTo>
                <a:cubicBezTo>
                  <a:pt x="4322763" y="46226"/>
                  <a:pt x="4216797" y="756"/>
                  <a:pt x="4059936" y="18288"/>
                </a:cubicBezTo>
                <a:cubicBezTo>
                  <a:pt x="3903075" y="35820"/>
                  <a:pt x="3537912" y="42098"/>
                  <a:pt x="3374136" y="18288"/>
                </a:cubicBezTo>
                <a:cubicBezTo>
                  <a:pt x="3210360" y="-5522"/>
                  <a:pt x="3126842" y="39135"/>
                  <a:pt x="2907792" y="18288"/>
                </a:cubicBezTo>
                <a:cubicBezTo>
                  <a:pt x="2688742" y="-2559"/>
                  <a:pt x="2490436" y="34100"/>
                  <a:pt x="2112264" y="18288"/>
                </a:cubicBezTo>
                <a:cubicBezTo>
                  <a:pt x="1734092" y="2476"/>
                  <a:pt x="1744622" y="-7274"/>
                  <a:pt x="1536192" y="18288"/>
                </a:cubicBezTo>
                <a:cubicBezTo>
                  <a:pt x="1327762" y="43850"/>
                  <a:pt x="1189025" y="6435"/>
                  <a:pt x="1069848" y="18288"/>
                </a:cubicBezTo>
                <a:cubicBezTo>
                  <a:pt x="950671" y="30141"/>
                  <a:pt x="858345" y="33684"/>
                  <a:pt x="713232" y="18288"/>
                </a:cubicBezTo>
                <a:cubicBezTo>
                  <a:pt x="568119" y="2892"/>
                  <a:pt x="250292" y="5410"/>
                  <a:pt x="0" y="18288"/>
                </a:cubicBezTo>
                <a:cubicBezTo>
                  <a:pt x="465" y="13062"/>
                  <a:pt x="-894" y="9029"/>
                  <a:pt x="0" y="0"/>
                </a:cubicBezTo>
                <a:close/>
              </a:path>
            </a:pathLst>
          </a:custGeom>
          <a:solidFill>
            <a:schemeClr val="accent2">
              <a:alpha val="75000"/>
            </a:schemeClr>
          </a:solidFill>
          <a:ln w="44450" cap="rnd">
            <a:solidFill>
              <a:schemeClr val="accent2">
                <a:alpha val="75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F0D38A2-6703-AF20-7ECD-C37F1B097D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2493" y="2071316"/>
            <a:ext cx="6713552" cy="4119172"/>
          </a:xfrm>
        </p:spPr>
        <p:txBody>
          <a:bodyPr anchor="t">
            <a:normAutofit/>
          </a:bodyPr>
          <a:lstStyle/>
          <a:p>
            <a:pPr marL="0" indent="0">
              <a:buNone/>
            </a:pPr>
            <a:r>
              <a:rPr lang="hu-HU" sz="2000" b="1" dirty="0"/>
              <a:t>Mit tud a </a:t>
            </a:r>
            <a:r>
              <a:rPr lang="hu-HU" sz="2000" b="1"/>
              <a:t>FilmFókusz</a:t>
            </a:r>
            <a:r>
              <a:rPr lang="hu-HU" sz="2000" dirty="0"/>
              <a:t>:</a:t>
            </a:r>
          </a:p>
          <a:p>
            <a:pPr marL="0" indent="0">
              <a:buNone/>
            </a:pPr>
            <a:r>
              <a:rPr lang="hu-HU" sz="2000" dirty="0"/>
              <a:t>A </a:t>
            </a:r>
            <a:r>
              <a:rPr lang="hu-HU" sz="2000"/>
              <a:t>FilmFókusz</a:t>
            </a:r>
            <a:r>
              <a:rPr lang="hu-HU" sz="2000" dirty="0"/>
              <a:t> egy dinamikus alkalmazás, amely lehetővé teszi a felhasználók számára, hogy filmeket és </a:t>
            </a:r>
            <a:r>
              <a:rPr lang="hu-HU" sz="2000"/>
              <a:t>sorozatokat</a:t>
            </a:r>
            <a:r>
              <a:rPr lang="hu-HU" sz="2000" dirty="0"/>
              <a:t> keresgéljenek, értékeljenek és véleményezzenek.</a:t>
            </a:r>
          </a:p>
          <a:p>
            <a:pPr marL="0" indent="0">
              <a:buNone/>
            </a:pPr>
            <a:endParaRPr lang="hu-HU" sz="2000" dirty="0"/>
          </a:p>
          <a:p>
            <a:pPr marL="0" indent="0">
              <a:buNone/>
            </a:pPr>
            <a:r>
              <a:rPr lang="hu-HU" sz="2000" dirty="0"/>
              <a:t>Az alkalmazás különböző szűrők segítségével kereshet a felhasználó, valamint bemutatja a régi műsoroktól kezdve a mai filmeket és </a:t>
            </a:r>
            <a:r>
              <a:rPr lang="hu-HU" sz="2000"/>
              <a:t>sorozatokat</a:t>
            </a:r>
            <a:r>
              <a:rPr lang="hu-HU" sz="2000" dirty="0"/>
              <a:t>.</a:t>
            </a:r>
          </a:p>
          <a:p>
            <a:pPr marL="0" indent="0">
              <a:buNone/>
            </a:pPr>
            <a:endParaRPr lang="hu-HU" sz="2000" dirty="0"/>
          </a:p>
          <a:p>
            <a:pPr marL="0" indent="0">
              <a:buNone/>
            </a:pPr>
            <a:r>
              <a:rPr lang="hu-HU" sz="2000" dirty="0"/>
              <a:t>Külön adminisztrációs felülettel rendelkezik, amely lehetővé teszi az adminisztrátorok számára az adatok kezelését és módosítását.</a:t>
            </a:r>
          </a:p>
        </p:txBody>
      </p:sp>
      <p:pic>
        <p:nvPicPr>
          <p:cNvPr id="6" name="Kép 5" descr="A képen szöveg, embléma, Betűtípus, szimbólum látható&#10;&#10;Előfordulhat, hogy a mesterséges intelligencia által létrehozott tartalom helytelen.">
            <a:extLst>
              <a:ext uri="{FF2B5EF4-FFF2-40B4-BE49-F238E27FC236}">
                <a16:creationId xmlns:a16="http://schemas.microsoft.com/office/drawing/2014/main" id="{3E4BD0A9-BAF9-F304-D76B-6EB9FC41F5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624" r="8160" b="3"/>
          <a:stretch/>
        </p:blipFill>
        <p:spPr>
          <a:xfrm>
            <a:off x="7675658" y="2093976"/>
            <a:ext cx="3941064" cy="40965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003854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F13C74B1-5B17-4795-BED0-7140497B44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sketchy line">
            <a:extLst>
              <a:ext uri="{FF2B5EF4-FFF2-40B4-BE49-F238E27FC236}">
                <a16:creationId xmlns:a16="http://schemas.microsoft.com/office/drawing/2014/main" id="{D4974D33-8DC5-464E-8C6D-BE58F0669C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80" y="2586994"/>
            <a:ext cx="3474720" cy="18288"/>
          </a:xfrm>
          <a:custGeom>
            <a:avLst/>
            <a:gdLst>
              <a:gd name="connsiteX0" fmla="*/ 0 w 3474720"/>
              <a:gd name="connsiteY0" fmla="*/ 0 h 18288"/>
              <a:gd name="connsiteX1" fmla="*/ 694944 w 3474720"/>
              <a:gd name="connsiteY1" fmla="*/ 0 h 18288"/>
              <a:gd name="connsiteX2" fmla="*/ 1355141 w 3474720"/>
              <a:gd name="connsiteY2" fmla="*/ 0 h 18288"/>
              <a:gd name="connsiteX3" fmla="*/ 2015338 w 3474720"/>
              <a:gd name="connsiteY3" fmla="*/ 0 h 18288"/>
              <a:gd name="connsiteX4" fmla="*/ 2779776 w 3474720"/>
              <a:gd name="connsiteY4" fmla="*/ 0 h 18288"/>
              <a:gd name="connsiteX5" fmla="*/ 3474720 w 3474720"/>
              <a:gd name="connsiteY5" fmla="*/ 0 h 18288"/>
              <a:gd name="connsiteX6" fmla="*/ 3474720 w 3474720"/>
              <a:gd name="connsiteY6" fmla="*/ 18288 h 18288"/>
              <a:gd name="connsiteX7" fmla="*/ 2779776 w 3474720"/>
              <a:gd name="connsiteY7" fmla="*/ 18288 h 18288"/>
              <a:gd name="connsiteX8" fmla="*/ 2189074 w 3474720"/>
              <a:gd name="connsiteY8" fmla="*/ 18288 h 18288"/>
              <a:gd name="connsiteX9" fmla="*/ 1528877 w 3474720"/>
              <a:gd name="connsiteY9" fmla="*/ 18288 h 18288"/>
              <a:gd name="connsiteX10" fmla="*/ 868680 w 3474720"/>
              <a:gd name="connsiteY10" fmla="*/ 18288 h 18288"/>
              <a:gd name="connsiteX11" fmla="*/ 0 w 3474720"/>
              <a:gd name="connsiteY11" fmla="*/ 18288 h 18288"/>
              <a:gd name="connsiteX12" fmla="*/ 0 w 3474720"/>
              <a:gd name="connsiteY12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474720" h="18288" fill="none" extrusionOk="0">
                <a:moveTo>
                  <a:pt x="0" y="0"/>
                </a:moveTo>
                <a:cubicBezTo>
                  <a:pt x="224454" y="-14544"/>
                  <a:pt x="495407" y="26540"/>
                  <a:pt x="694944" y="0"/>
                </a:cubicBezTo>
                <a:cubicBezTo>
                  <a:pt x="894481" y="-26540"/>
                  <a:pt x="1130063" y="24713"/>
                  <a:pt x="1355141" y="0"/>
                </a:cubicBezTo>
                <a:cubicBezTo>
                  <a:pt x="1580219" y="-24713"/>
                  <a:pt x="1820099" y="26695"/>
                  <a:pt x="2015338" y="0"/>
                </a:cubicBezTo>
                <a:cubicBezTo>
                  <a:pt x="2210577" y="-26695"/>
                  <a:pt x="2402045" y="165"/>
                  <a:pt x="2779776" y="0"/>
                </a:cubicBezTo>
                <a:cubicBezTo>
                  <a:pt x="3157507" y="-165"/>
                  <a:pt x="3286859" y="-15571"/>
                  <a:pt x="3474720" y="0"/>
                </a:cubicBezTo>
                <a:cubicBezTo>
                  <a:pt x="3474286" y="7551"/>
                  <a:pt x="3474253" y="9822"/>
                  <a:pt x="3474720" y="18288"/>
                </a:cubicBezTo>
                <a:cubicBezTo>
                  <a:pt x="3233904" y="29845"/>
                  <a:pt x="2945134" y="-5256"/>
                  <a:pt x="2779776" y="18288"/>
                </a:cubicBezTo>
                <a:cubicBezTo>
                  <a:pt x="2614418" y="41832"/>
                  <a:pt x="2339768" y="22709"/>
                  <a:pt x="2189074" y="18288"/>
                </a:cubicBezTo>
                <a:cubicBezTo>
                  <a:pt x="2038380" y="13867"/>
                  <a:pt x="1817434" y="-4947"/>
                  <a:pt x="1528877" y="18288"/>
                </a:cubicBezTo>
                <a:cubicBezTo>
                  <a:pt x="1240320" y="41523"/>
                  <a:pt x="1042447" y="37198"/>
                  <a:pt x="868680" y="18288"/>
                </a:cubicBezTo>
                <a:cubicBezTo>
                  <a:pt x="694913" y="-622"/>
                  <a:pt x="233232" y="44909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474720" h="18288" stroke="0" extrusionOk="0">
                <a:moveTo>
                  <a:pt x="0" y="0"/>
                </a:moveTo>
                <a:cubicBezTo>
                  <a:pt x="202328" y="-14716"/>
                  <a:pt x="332722" y="-11499"/>
                  <a:pt x="625450" y="0"/>
                </a:cubicBezTo>
                <a:cubicBezTo>
                  <a:pt x="918178" y="11499"/>
                  <a:pt x="1096688" y="5123"/>
                  <a:pt x="1389888" y="0"/>
                </a:cubicBezTo>
                <a:cubicBezTo>
                  <a:pt x="1683088" y="-5123"/>
                  <a:pt x="1835981" y="-14038"/>
                  <a:pt x="1980590" y="0"/>
                </a:cubicBezTo>
                <a:cubicBezTo>
                  <a:pt x="2125199" y="14038"/>
                  <a:pt x="2396099" y="-7203"/>
                  <a:pt x="2571293" y="0"/>
                </a:cubicBezTo>
                <a:cubicBezTo>
                  <a:pt x="2746487" y="7203"/>
                  <a:pt x="3041609" y="-12036"/>
                  <a:pt x="3474720" y="0"/>
                </a:cubicBezTo>
                <a:cubicBezTo>
                  <a:pt x="3474638" y="4406"/>
                  <a:pt x="3474631" y="9982"/>
                  <a:pt x="3474720" y="18288"/>
                </a:cubicBezTo>
                <a:cubicBezTo>
                  <a:pt x="3324873" y="21876"/>
                  <a:pt x="3136771" y="12587"/>
                  <a:pt x="2814523" y="18288"/>
                </a:cubicBezTo>
                <a:cubicBezTo>
                  <a:pt x="2492275" y="23989"/>
                  <a:pt x="2294402" y="47111"/>
                  <a:pt x="2154326" y="18288"/>
                </a:cubicBezTo>
                <a:cubicBezTo>
                  <a:pt x="2014250" y="-10535"/>
                  <a:pt x="1820317" y="33903"/>
                  <a:pt x="1494130" y="18288"/>
                </a:cubicBezTo>
                <a:cubicBezTo>
                  <a:pt x="1167943" y="2673"/>
                  <a:pt x="948432" y="14868"/>
                  <a:pt x="729691" y="18288"/>
                </a:cubicBezTo>
                <a:cubicBezTo>
                  <a:pt x="510950" y="21708"/>
                  <a:pt x="264032" y="24354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5D08124D-3BAC-4E16-BB94-4E4D7368DE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3192" y="2049939"/>
            <a:ext cx="4243589" cy="55534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hu-HU" b="1" dirty="0">
                <a:latin typeface="Arial" panose="020B0604020202020204" pitchFamily="34" charset="0"/>
                <a:cs typeface="Arial" panose="020B0604020202020204" pitchFamily="34" charset="0"/>
              </a:rPr>
              <a:t>Köszönjük a figyelmet!</a:t>
            </a:r>
          </a:p>
          <a:p>
            <a:pPr marL="0" indent="0">
              <a:buNone/>
            </a:pPr>
            <a:endParaRPr lang="hu-HU" sz="2200" dirty="0"/>
          </a:p>
        </p:txBody>
      </p:sp>
      <p:pic>
        <p:nvPicPr>
          <p:cNvPr id="5" name="Kép 4" descr="A képen szöveg, embléma, Betűtípus, szimbólum látható&#10;&#10;Előfordulhat, hogy a mesterséges intelligencia által létrehozott tartalom helytelen.">
            <a:extLst>
              <a:ext uri="{FF2B5EF4-FFF2-40B4-BE49-F238E27FC236}">
                <a16:creationId xmlns:a16="http://schemas.microsoft.com/office/drawing/2014/main" id="{D12BA1D3-E6E2-8DCB-0660-A85257A258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852" r="6386" b="1"/>
          <a:stretch/>
        </p:blipFill>
        <p:spPr>
          <a:xfrm>
            <a:off x="5311702" y="10"/>
            <a:ext cx="6878775" cy="6857990"/>
          </a:xfrm>
          <a:custGeom>
            <a:avLst/>
            <a:gdLst/>
            <a:ahLst/>
            <a:cxnLst/>
            <a:rect l="l" t="t" r="r" b="b"/>
            <a:pathLst>
              <a:path w="6878775" h="6858000">
                <a:moveTo>
                  <a:pt x="1102973" y="0"/>
                </a:moveTo>
                <a:lnTo>
                  <a:pt x="1160688" y="0"/>
                </a:lnTo>
                <a:lnTo>
                  <a:pt x="983189" y="331786"/>
                </a:lnTo>
                <a:cubicBezTo>
                  <a:pt x="914866" y="469145"/>
                  <a:pt x="850355" y="608712"/>
                  <a:pt x="789261" y="750263"/>
                </a:cubicBezTo>
                <a:cubicBezTo>
                  <a:pt x="774307" y="784928"/>
                  <a:pt x="759992" y="819849"/>
                  <a:pt x="745295" y="854514"/>
                </a:cubicBezTo>
                <a:cubicBezTo>
                  <a:pt x="756682" y="845393"/>
                  <a:pt x="765489" y="833492"/>
                  <a:pt x="770857" y="819975"/>
                </a:cubicBezTo>
                <a:cubicBezTo>
                  <a:pt x="879943" y="589569"/>
                  <a:pt x="999605" y="365513"/>
                  <a:pt x="1131329" y="148742"/>
                </a:cubicBezTo>
                <a:lnTo>
                  <a:pt x="1227589" y="0"/>
                </a:lnTo>
                <a:lnTo>
                  <a:pt x="6878775" y="0"/>
                </a:lnTo>
                <a:lnTo>
                  <a:pt x="6878775" y="6858000"/>
                </a:lnTo>
                <a:lnTo>
                  <a:pt x="713521" y="6858000"/>
                </a:lnTo>
                <a:lnTo>
                  <a:pt x="625642" y="6670527"/>
                </a:lnTo>
                <a:cubicBezTo>
                  <a:pt x="507232" y="6398531"/>
                  <a:pt x="403083" y="6118381"/>
                  <a:pt x="312785" y="5830359"/>
                </a:cubicBezTo>
                <a:cubicBezTo>
                  <a:pt x="278149" y="5719759"/>
                  <a:pt x="248879" y="5607635"/>
                  <a:pt x="212198" y="5480401"/>
                </a:cubicBezTo>
                <a:cubicBezTo>
                  <a:pt x="212208" y="5491601"/>
                  <a:pt x="212803" y="5502788"/>
                  <a:pt x="213988" y="5513923"/>
                </a:cubicBezTo>
                <a:cubicBezTo>
                  <a:pt x="264089" y="5723695"/>
                  <a:pt x="307290" y="5935370"/>
                  <a:pt x="365826" y="6142729"/>
                </a:cubicBezTo>
                <a:cubicBezTo>
                  <a:pt x="433152" y="6380817"/>
                  <a:pt x="510068" y="6614016"/>
                  <a:pt x="597975" y="6841549"/>
                </a:cubicBezTo>
                <a:lnTo>
                  <a:pt x="604824" y="6858000"/>
                </a:lnTo>
                <a:lnTo>
                  <a:pt x="552056" y="6858000"/>
                </a:lnTo>
                <a:lnTo>
                  <a:pt x="539576" y="6828295"/>
                </a:lnTo>
                <a:cubicBezTo>
                  <a:pt x="380597" y="6414594"/>
                  <a:pt x="260223" y="5988893"/>
                  <a:pt x="171555" y="5552906"/>
                </a:cubicBezTo>
                <a:cubicBezTo>
                  <a:pt x="91163" y="5157998"/>
                  <a:pt x="43746" y="4758899"/>
                  <a:pt x="12305" y="4357388"/>
                </a:cubicBezTo>
                <a:cubicBezTo>
                  <a:pt x="-14281" y="4013908"/>
                  <a:pt x="4507" y="3672965"/>
                  <a:pt x="46684" y="3331516"/>
                </a:cubicBezTo>
                <a:cubicBezTo>
                  <a:pt x="127203" y="2664286"/>
                  <a:pt x="277819" y="2007265"/>
                  <a:pt x="496065" y="1371196"/>
                </a:cubicBezTo>
                <a:cubicBezTo>
                  <a:pt x="636273" y="966066"/>
                  <a:pt x="800445" y="573253"/>
                  <a:pt x="995723" y="196614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9079203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-téma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538D9D"/>
      </a:hlink>
      <a:folHlink>
        <a:srgbClr val="A5738E"/>
      </a:folHlink>
    </a:clrScheme>
    <a:fontScheme name="Office-téma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-téma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3A418E6B-C5F0-4B95-8D77-61E3EF3B5DF5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142</TotalTime>
  <Words>1482</Words>
  <Application>Microsoft Office PowerPoint</Application>
  <PresentationFormat>Szélesvásznú</PresentationFormat>
  <Paragraphs>132</Paragraphs>
  <Slides>23</Slides>
  <Notes>1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4</vt:i4>
      </vt:variant>
      <vt:variant>
        <vt:lpstr>Téma</vt:lpstr>
      </vt:variant>
      <vt:variant>
        <vt:i4>1</vt:i4>
      </vt:variant>
      <vt:variant>
        <vt:lpstr>Diacímek</vt:lpstr>
      </vt:variant>
      <vt:variant>
        <vt:i4>23</vt:i4>
      </vt:variant>
    </vt:vector>
  </HeadingPairs>
  <TitlesOfParts>
    <vt:vector size="28" baseType="lpstr">
      <vt:lpstr>Aptos</vt:lpstr>
      <vt:lpstr>Aptos Display</vt:lpstr>
      <vt:lpstr>Arial</vt:lpstr>
      <vt:lpstr>Arial Unicode MS</vt:lpstr>
      <vt:lpstr>Office Theme</vt:lpstr>
      <vt:lpstr>FilmFókusz – Film- és Sorozat ajánló weboldal</vt:lpstr>
      <vt:lpstr>Bevezetés – A projekt célja</vt:lpstr>
      <vt:lpstr>Kik a célcsoport?</vt:lpstr>
      <vt:lpstr>Mit kínál az oldal?</vt:lpstr>
      <vt:lpstr>Funkciók és Extrák</vt:lpstr>
      <vt:lpstr>Műfajok, Profil Ablak, Film/Sorozat Évtized szerint, Quiz</vt:lpstr>
      <vt:lpstr>Irányelvek, Rólunk, Kijelentkezés funkciók</vt:lpstr>
      <vt:lpstr>Bejelentkezés és Regisztráció</vt:lpstr>
      <vt:lpstr>A technológiák kiválasztása</vt:lpstr>
      <vt:lpstr>Backend (ASP.NET Core Web API)</vt:lpstr>
      <vt:lpstr>Példa egy API végpontra</vt:lpstr>
      <vt:lpstr>MySQL Adatbázis</vt:lpstr>
      <vt:lpstr>Adatbázis Kapcsolat</vt:lpstr>
      <vt:lpstr>Frontend (React, JSX, CSS, API kapcsolat)</vt:lpstr>
      <vt:lpstr>Egy példa az API hívásra</vt:lpstr>
      <vt:lpstr>WPF Alkalmazás</vt:lpstr>
      <vt:lpstr>WPF AdminDashboard főoldala</vt:lpstr>
      <vt:lpstr>GitHub</vt:lpstr>
      <vt:lpstr>Trello</vt:lpstr>
      <vt:lpstr>Munkatér és Sprintek</vt:lpstr>
      <vt:lpstr>Jövőbeli fejlesztések és tervek</vt:lpstr>
      <vt:lpstr>Összegzés</vt:lpstr>
      <vt:lpstr>PowerPoint-bemutató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Szitai Bence Márk</dc:creator>
  <cp:lastModifiedBy>Miklós Merse</cp:lastModifiedBy>
  <cp:revision>4</cp:revision>
  <dcterms:created xsi:type="dcterms:W3CDTF">2025-03-24T10:06:29Z</dcterms:created>
  <dcterms:modified xsi:type="dcterms:W3CDTF">2025-04-01T06:56:16Z</dcterms:modified>
</cp:coreProperties>
</file>