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294BFA-A757-452A-A54A-113C6B41B36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858624-49A3-4460-BDEA-C0574A2E9474}">
      <dgm:prSet/>
      <dgm:spPr/>
      <dgm:t>
        <a:bodyPr/>
        <a:lstStyle/>
        <a:p>
          <a:r>
            <a:rPr lang="en-US"/>
            <a:t>Login &amp; Registration System</a:t>
          </a:r>
        </a:p>
      </dgm:t>
    </dgm:pt>
    <dgm:pt modelId="{5C67EFEC-FD4F-4FE6-B17B-94483ACFF9FA}" type="parTrans" cxnId="{5A311493-F982-4395-9E40-09079F5F07B5}">
      <dgm:prSet/>
      <dgm:spPr/>
      <dgm:t>
        <a:bodyPr/>
        <a:lstStyle/>
        <a:p>
          <a:endParaRPr lang="en-US"/>
        </a:p>
      </dgm:t>
    </dgm:pt>
    <dgm:pt modelId="{9A10E7DF-90C3-45C8-BD63-89F2E78A43FD}" type="sibTrans" cxnId="{5A311493-F982-4395-9E40-09079F5F07B5}">
      <dgm:prSet/>
      <dgm:spPr/>
      <dgm:t>
        <a:bodyPr/>
        <a:lstStyle/>
        <a:p>
          <a:endParaRPr lang="en-US"/>
        </a:p>
      </dgm:t>
    </dgm:pt>
    <dgm:pt modelId="{24E65AB7-4589-4527-803D-0144841E3576}">
      <dgm:prSet/>
      <dgm:spPr/>
      <dgm:t>
        <a:bodyPr/>
        <a:lstStyle/>
        <a:p>
          <a:r>
            <a:rPr lang="en-US"/>
            <a:t>Search Bar &amp; Navigation</a:t>
          </a:r>
        </a:p>
      </dgm:t>
    </dgm:pt>
    <dgm:pt modelId="{C5BD35BE-DFF8-485B-8AF9-68338C68EC71}" type="parTrans" cxnId="{6BDBDBEA-AE07-43EF-8B7C-725B9E5E9ECB}">
      <dgm:prSet/>
      <dgm:spPr/>
      <dgm:t>
        <a:bodyPr/>
        <a:lstStyle/>
        <a:p>
          <a:endParaRPr lang="en-US"/>
        </a:p>
      </dgm:t>
    </dgm:pt>
    <dgm:pt modelId="{F286388B-251E-4384-9DF5-3327F015FC6B}" type="sibTrans" cxnId="{6BDBDBEA-AE07-43EF-8B7C-725B9E5E9ECB}">
      <dgm:prSet/>
      <dgm:spPr/>
      <dgm:t>
        <a:bodyPr/>
        <a:lstStyle/>
        <a:p>
          <a:endParaRPr lang="en-US"/>
        </a:p>
      </dgm:t>
    </dgm:pt>
    <dgm:pt modelId="{964ECA28-379E-435B-9C05-851BECAD9C78}">
      <dgm:prSet/>
      <dgm:spPr/>
      <dgm:t>
        <a:bodyPr/>
        <a:lstStyle/>
        <a:p>
          <a:r>
            <a:rPr lang="en-US"/>
            <a:t>Dropdown Menus for Genres</a:t>
          </a:r>
        </a:p>
      </dgm:t>
    </dgm:pt>
    <dgm:pt modelId="{35FD1B9B-293F-4062-B121-792393CAB97F}" type="parTrans" cxnId="{43AA5B6C-B6DB-4DA5-A522-1D58528DA57A}">
      <dgm:prSet/>
      <dgm:spPr/>
      <dgm:t>
        <a:bodyPr/>
        <a:lstStyle/>
        <a:p>
          <a:endParaRPr lang="en-US"/>
        </a:p>
      </dgm:t>
    </dgm:pt>
    <dgm:pt modelId="{2D802F38-A46E-47E9-BD10-5AA7E9D11836}" type="sibTrans" cxnId="{43AA5B6C-B6DB-4DA5-A522-1D58528DA57A}">
      <dgm:prSet/>
      <dgm:spPr/>
      <dgm:t>
        <a:bodyPr/>
        <a:lstStyle/>
        <a:p>
          <a:endParaRPr lang="en-US"/>
        </a:p>
      </dgm:t>
    </dgm:pt>
    <dgm:pt modelId="{032AFCBE-14FD-4DFA-B30A-15B66688BC16}">
      <dgm:prSet/>
      <dgm:spPr/>
      <dgm:t>
        <a:bodyPr/>
        <a:lstStyle/>
        <a:p>
          <a:r>
            <a:rPr lang="en-US"/>
            <a:t>Profile Picture Update &amp; Logout</a:t>
          </a:r>
        </a:p>
      </dgm:t>
    </dgm:pt>
    <dgm:pt modelId="{59059059-980F-4B65-9B41-7EBA85516F4E}" type="parTrans" cxnId="{07E08B28-3F27-45FA-A4E6-63B9F9EFD97D}">
      <dgm:prSet/>
      <dgm:spPr/>
      <dgm:t>
        <a:bodyPr/>
        <a:lstStyle/>
        <a:p>
          <a:endParaRPr lang="en-US"/>
        </a:p>
      </dgm:t>
    </dgm:pt>
    <dgm:pt modelId="{536B7FEA-A4F2-4DCC-8C1B-7EEDD347936B}" type="sibTrans" cxnId="{07E08B28-3F27-45FA-A4E6-63B9F9EFD97D}">
      <dgm:prSet/>
      <dgm:spPr/>
      <dgm:t>
        <a:bodyPr/>
        <a:lstStyle/>
        <a:p>
          <a:endParaRPr lang="en-US"/>
        </a:p>
      </dgm:t>
    </dgm:pt>
    <dgm:pt modelId="{3E29835C-8907-44C6-9B9A-4BD4EC68BA5B}">
      <dgm:prSet/>
      <dgm:spPr/>
      <dgm:t>
        <a:bodyPr/>
        <a:lstStyle/>
        <a:p>
          <a:r>
            <a:rPr lang="en-US"/>
            <a:t>Animated UI Elements</a:t>
          </a:r>
        </a:p>
      </dgm:t>
    </dgm:pt>
    <dgm:pt modelId="{13D0E2BF-BF49-45A6-BB4F-457B6E3181A2}" type="parTrans" cxnId="{15D1B343-C8FD-4E95-8CD7-D3C04959C9E3}">
      <dgm:prSet/>
      <dgm:spPr/>
      <dgm:t>
        <a:bodyPr/>
        <a:lstStyle/>
        <a:p>
          <a:endParaRPr lang="en-US"/>
        </a:p>
      </dgm:t>
    </dgm:pt>
    <dgm:pt modelId="{BF49CA5D-0DF9-4D43-B12C-0591FCCDF64A}" type="sibTrans" cxnId="{15D1B343-C8FD-4E95-8CD7-D3C04959C9E3}">
      <dgm:prSet/>
      <dgm:spPr/>
      <dgm:t>
        <a:bodyPr/>
        <a:lstStyle/>
        <a:p>
          <a:endParaRPr lang="en-US"/>
        </a:p>
      </dgm:t>
    </dgm:pt>
    <dgm:pt modelId="{75586E0E-716D-4DD6-B936-42EC0DC54032}" type="pres">
      <dgm:prSet presAssocID="{95294BFA-A757-452A-A54A-113C6B41B366}" presName="outerComposite" presStyleCnt="0">
        <dgm:presLayoutVars>
          <dgm:chMax val="5"/>
          <dgm:dir/>
          <dgm:resizeHandles val="exact"/>
        </dgm:presLayoutVars>
      </dgm:prSet>
      <dgm:spPr/>
    </dgm:pt>
    <dgm:pt modelId="{B1C215E6-CAB9-430F-937B-CA8F92AAADF0}" type="pres">
      <dgm:prSet presAssocID="{95294BFA-A757-452A-A54A-113C6B41B366}" presName="dummyMaxCanvas" presStyleCnt="0">
        <dgm:presLayoutVars/>
      </dgm:prSet>
      <dgm:spPr/>
    </dgm:pt>
    <dgm:pt modelId="{AF9320BC-7DE4-4EFF-82BD-70E8E99E24E5}" type="pres">
      <dgm:prSet presAssocID="{95294BFA-A757-452A-A54A-113C6B41B366}" presName="FiveNodes_1" presStyleLbl="node1" presStyleIdx="0" presStyleCnt="5">
        <dgm:presLayoutVars>
          <dgm:bulletEnabled val="1"/>
        </dgm:presLayoutVars>
      </dgm:prSet>
      <dgm:spPr/>
    </dgm:pt>
    <dgm:pt modelId="{84634CBA-3F38-4401-81A1-188E757F5149}" type="pres">
      <dgm:prSet presAssocID="{95294BFA-A757-452A-A54A-113C6B41B366}" presName="FiveNodes_2" presStyleLbl="node1" presStyleIdx="1" presStyleCnt="5">
        <dgm:presLayoutVars>
          <dgm:bulletEnabled val="1"/>
        </dgm:presLayoutVars>
      </dgm:prSet>
      <dgm:spPr/>
    </dgm:pt>
    <dgm:pt modelId="{7D3703F7-CC99-4041-8082-EB6449E33076}" type="pres">
      <dgm:prSet presAssocID="{95294BFA-A757-452A-A54A-113C6B41B366}" presName="FiveNodes_3" presStyleLbl="node1" presStyleIdx="2" presStyleCnt="5">
        <dgm:presLayoutVars>
          <dgm:bulletEnabled val="1"/>
        </dgm:presLayoutVars>
      </dgm:prSet>
      <dgm:spPr/>
    </dgm:pt>
    <dgm:pt modelId="{AB37E79F-8FFD-424C-A938-3607547E446F}" type="pres">
      <dgm:prSet presAssocID="{95294BFA-A757-452A-A54A-113C6B41B366}" presName="FiveNodes_4" presStyleLbl="node1" presStyleIdx="3" presStyleCnt="5">
        <dgm:presLayoutVars>
          <dgm:bulletEnabled val="1"/>
        </dgm:presLayoutVars>
      </dgm:prSet>
      <dgm:spPr/>
    </dgm:pt>
    <dgm:pt modelId="{E4B6405F-C79B-4F86-BEF7-DA97B5BFCCB6}" type="pres">
      <dgm:prSet presAssocID="{95294BFA-A757-452A-A54A-113C6B41B366}" presName="FiveNodes_5" presStyleLbl="node1" presStyleIdx="4" presStyleCnt="5">
        <dgm:presLayoutVars>
          <dgm:bulletEnabled val="1"/>
        </dgm:presLayoutVars>
      </dgm:prSet>
      <dgm:spPr/>
    </dgm:pt>
    <dgm:pt modelId="{1D14EC51-5BF2-4BC8-82CD-69BB399B455C}" type="pres">
      <dgm:prSet presAssocID="{95294BFA-A757-452A-A54A-113C6B41B366}" presName="FiveConn_1-2" presStyleLbl="fgAccFollowNode1" presStyleIdx="0" presStyleCnt="4">
        <dgm:presLayoutVars>
          <dgm:bulletEnabled val="1"/>
        </dgm:presLayoutVars>
      </dgm:prSet>
      <dgm:spPr/>
    </dgm:pt>
    <dgm:pt modelId="{1F0CE241-8548-49F8-818E-DF589A52187C}" type="pres">
      <dgm:prSet presAssocID="{95294BFA-A757-452A-A54A-113C6B41B366}" presName="FiveConn_2-3" presStyleLbl="fgAccFollowNode1" presStyleIdx="1" presStyleCnt="4">
        <dgm:presLayoutVars>
          <dgm:bulletEnabled val="1"/>
        </dgm:presLayoutVars>
      </dgm:prSet>
      <dgm:spPr/>
    </dgm:pt>
    <dgm:pt modelId="{3B19D2E1-BD05-4DF8-9F44-A1643F0662B2}" type="pres">
      <dgm:prSet presAssocID="{95294BFA-A757-452A-A54A-113C6B41B366}" presName="FiveConn_3-4" presStyleLbl="fgAccFollowNode1" presStyleIdx="2" presStyleCnt="4">
        <dgm:presLayoutVars>
          <dgm:bulletEnabled val="1"/>
        </dgm:presLayoutVars>
      </dgm:prSet>
      <dgm:spPr/>
    </dgm:pt>
    <dgm:pt modelId="{A3AD9C3F-8E90-4425-9FA7-733DA2AEEF26}" type="pres">
      <dgm:prSet presAssocID="{95294BFA-A757-452A-A54A-113C6B41B366}" presName="FiveConn_4-5" presStyleLbl="fgAccFollowNode1" presStyleIdx="3" presStyleCnt="4">
        <dgm:presLayoutVars>
          <dgm:bulletEnabled val="1"/>
        </dgm:presLayoutVars>
      </dgm:prSet>
      <dgm:spPr/>
    </dgm:pt>
    <dgm:pt modelId="{8A1E8FEF-8FA6-4F8B-A168-5C260E11C2A2}" type="pres">
      <dgm:prSet presAssocID="{95294BFA-A757-452A-A54A-113C6B41B366}" presName="FiveNodes_1_text" presStyleLbl="node1" presStyleIdx="4" presStyleCnt="5">
        <dgm:presLayoutVars>
          <dgm:bulletEnabled val="1"/>
        </dgm:presLayoutVars>
      </dgm:prSet>
      <dgm:spPr/>
    </dgm:pt>
    <dgm:pt modelId="{AE6ABA48-FE9C-4E61-8684-7B5F2687FB9E}" type="pres">
      <dgm:prSet presAssocID="{95294BFA-A757-452A-A54A-113C6B41B366}" presName="FiveNodes_2_text" presStyleLbl="node1" presStyleIdx="4" presStyleCnt="5">
        <dgm:presLayoutVars>
          <dgm:bulletEnabled val="1"/>
        </dgm:presLayoutVars>
      </dgm:prSet>
      <dgm:spPr/>
    </dgm:pt>
    <dgm:pt modelId="{A9B5882E-D700-46F5-8E1F-2957270C02E1}" type="pres">
      <dgm:prSet presAssocID="{95294BFA-A757-452A-A54A-113C6B41B366}" presName="FiveNodes_3_text" presStyleLbl="node1" presStyleIdx="4" presStyleCnt="5">
        <dgm:presLayoutVars>
          <dgm:bulletEnabled val="1"/>
        </dgm:presLayoutVars>
      </dgm:prSet>
      <dgm:spPr/>
    </dgm:pt>
    <dgm:pt modelId="{ED1E055F-9E27-4857-A04A-9FEE6DEB5118}" type="pres">
      <dgm:prSet presAssocID="{95294BFA-A757-452A-A54A-113C6B41B366}" presName="FiveNodes_4_text" presStyleLbl="node1" presStyleIdx="4" presStyleCnt="5">
        <dgm:presLayoutVars>
          <dgm:bulletEnabled val="1"/>
        </dgm:presLayoutVars>
      </dgm:prSet>
      <dgm:spPr/>
    </dgm:pt>
    <dgm:pt modelId="{A31BFD9B-B0B2-4613-B6B9-ADA6038B3D17}" type="pres">
      <dgm:prSet presAssocID="{95294BFA-A757-452A-A54A-113C6B41B36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47BAA05-D47C-4E8F-ADF8-42095988BEE4}" type="presOf" srcId="{31858624-49A3-4460-BDEA-C0574A2E9474}" destId="{8A1E8FEF-8FA6-4F8B-A168-5C260E11C2A2}" srcOrd="1" destOrd="0" presId="urn:microsoft.com/office/officeart/2005/8/layout/vProcess5"/>
    <dgm:cxn modelId="{5AAD4108-9452-4AAE-9976-3889F38BE338}" type="presOf" srcId="{032AFCBE-14FD-4DFA-B30A-15B66688BC16}" destId="{AB37E79F-8FFD-424C-A938-3607547E446F}" srcOrd="0" destOrd="0" presId="urn:microsoft.com/office/officeart/2005/8/layout/vProcess5"/>
    <dgm:cxn modelId="{069F3B25-2F6A-45CD-8EB2-5C8B57BE55BE}" type="presOf" srcId="{032AFCBE-14FD-4DFA-B30A-15B66688BC16}" destId="{ED1E055F-9E27-4857-A04A-9FEE6DEB5118}" srcOrd="1" destOrd="0" presId="urn:microsoft.com/office/officeart/2005/8/layout/vProcess5"/>
    <dgm:cxn modelId="{07E08B28-3F27-45FA-A4E6-63B9F9EFD97D}" srcId="{95294BFA-A757-452A-A54A-113C6B41B366}" destId="{032AFCBE-14FD-4DFA-B30A-15B66688BC16}" srcOrd="3" destOrd="0" parTransId="{59059059-980F-4B65-9B41-7EBA85516F4E}" sibTransId="{536B7FEA-A4F2-4DCC-8C1B-7EEDD347936B}"/>
    <dgm:cxn modelId="{AF80982D-5F22-4572-856C-62CE40FF40F1}" type="presOf" srcId="{24E65AB7-4589-4527-803D-0144841E3576}" destId="{84634CBA-3F38-4401-81A1-188E757F5149}" srcOrd="0" destOrd="0" presId="urn:microsoft.com/office/officeart/2005/8/layout/vProcess5"/>
    <dgm:cxn modelId="{BE78833F-B44B-4511-8B3D-7726C514B993}" type="presOf" srcId="{2D802F38-A46E-47E9-BD10-5AA7E9D11836}" destId="{3B19D2E1-BD05-4DF8-9F44-A1643F0662B2}" srcOrd="0" destOrd="0" presId="urn:microsoft.com/office/officeart/2005/8/layout/vProcess5"/>
    <dgm:cxn modelId="{15D1B343-C8FD-4E95-8CD7-D3C04959C9E3}" srcId="{95294BFA-A757-452A-A54A-113C6B41B366}" destId="{3E29835C-8907-44C6-9B9A-4BD4EC68BA5B}" srcOrd="4" destOrd="0" parTransId="{13D0E2BF-BF49-45A6-BB4F-457B6E3181A2}" sibTransId="{BF49CA5D-0DF9-4D43-B12C-0591FCCDF64A}"/>
    <dgm:cxn modelId="{43AA5B6C-B6DB-4DA5-A522-1D58528DA57A}" srcId="{95294BFA-A757-452A-A54A-113C6B41B366}" destId="{964ECA28-379E-435B-9C05-851BECAD9C78}" srcOrd="2" destOrd="0" parTransId="{35FD1B9B-293F-4062-B121-792393CAB97F}" sibTransId="{2D802F38-A46E-47E9-BD10-5AA7E9D11836}"/>
    <dgm:cxn modelId="{A76FBB85-433A-47D5-A8A1-CA7E92ED10C6}" type="presOf" srcId="{F286388B-251E-4384-9DF5-3327F015FC6B}" destId="{1F0CE241-8548-49F8-818E-DF589A52187C}" srcOrd="0" destOrd="0" presId="urn:microsoft.com/office/officeart/2005/8/layout/vProcess5"/>
    <dgm:cxn modelId="{5A311493-F982-4395-9E40-09079F5F07B5}" srcId="{95294BFA-A757-452A-A54A-113C6B41B366}" destId="{31858624-49A3-4460-BDEA-C0574A2E9474}" srcOrd="0" destOrd="0" parTransId="{5C67EFEC-FD4F-4FE6-B17B-94483ACFF9FA}" sibTransId="{9A10E7DF-90C3-45C8-BD63-89F2E78A43FD}"/>
    <dgm:cxn modelId="{F44AA395-EB44-49FB-9E1B-6EE629069EA7}" type="presOf" srcId="{536B7FEA-A4F2-4DCC-8C1B-7EEDD347936B}" destId="{A3AD9C3F-8E90-4425-9FA7-733DA2AEEF26}" srcOrd="0" destOrd="0" presId="urn:microsoft.com/office/officeart/2005/8/layout/vProcess5"/>
    <dgm:cxn modelId="{189D8CA1-23FF-430F-8545-BC273D6A4AE4}" type="presOf" srcId="{3E29835C-8907-44C6-9B9A-4BD4EC68BA5B}" destId="{A31BFD9B-B0B2-4613-B6B9-ADA6038B3D17}" srcOrd="1" destOrd="0" presId="urn:microsoft.com/office/officeart/2005/8/layout/vProcess5"/>
    <dgm:cxn modelId="{3E83EBB0-5F62-42CF-A4C7-6E0424F2FAE9}" type="presOf" srcId="{31858624-49A3-4460-BDEA-C0574A2E9474}" destId="{AF9320BC-7DE4-4EFF-82BD-70E8E99E24E5}" srcOrd="0" destOrd="0" presId="urn:microsoft.com/office/officeart/2005/8/layout/vProcess5"/>
    <dgm:cxn modelId="{EC1D34B3-BCCE-466D-BA7F-932B8C167891}" type="presOf" srcId="{3E29835C-8907-44C6-9B9A-4BD4EC68BA5B}" destId="{E4B6405F-C79B-4F86-BEF7-DA97B5BFCCB6}" srcOrd="0" destOrd="0" presId="urn:microsoft.com/office/officeart/2005/8/layout/vProcess5"/>
    <dgm:cxn modelId="{976A92B8-F825-4C80-BFB9-278ACBD8A941}" type="presOf" srcId="{95294BFA-A757-452A-A54A-113C6B41B366}" destId="{75586E0E-716D-4DD6-B936-42EC0DC54032}" srcOrd="0" destOrd="0" presId="urn:microsoft.com/office/officeart/2005/8/layout/vProcess5"/>
    <dgm:cxn modelId="{1C73C2C8-ABF6-4C35-AD17-3983400071C6}" type="presOf" srcId="{964ECA28-379E-435B-9C05-851BECAD9C78}" destId="{A9B5882E-D700-46F5-8E1F-2957270C02E1}" srcOrd="1" destOrd="0" presId="urn:microsoft.com/office/officeart/2005/8/layout/vProcess5"/>
    <dgm:cxn modelId="{5A593FDB-14B0-46A4-8999-ED3C7C66EEBB}" type="presOf" srcId="{24E65AB7-4589-4527-803D-0144841E3576}" destId="{AE6ABA48-FE9C-4E61-8684-7B5F2687FB9E}" srcOrd="1" destOrd="0" presId="urn:microsoft.com/office/officeart/2005/8/layout/vProcess5"/>
    <dgm:cxn modelId="{24D9ACDC-9C4E-49CE-83B5-E2CF30D08150}" type="presOf" srcId="{9A10E7DF-90C3-45C8-BD63-89F2E78A43FD}" destId="{1D14EC51-5BF2-4BC8-82CD-69BB399B455C}" srcOrd="0" destOrd="0" presId="urn:microsoft.com/office/officeart/2005/8/layout/vProcess5"/>
    <dgm:cxn modelId="{6BDBDBEA-AE07-43EF-8B7C-725B9E5E9ECB}" srcId="{95294BFA-A757-452A-A54A-113C6B41B366}" destId="{24E65AB7-4589-4527-803D-0144841E3576}" srcOrd="1" destOrd="0" parTransId="{C5BD35BE-DFF8-485B-8AF9-68338C68EC71}" sibTransId="{F286388B-251E-4384-9DF5-3327F015FC6B}"/>
    <dgm:cxn modelId="{2B4B33EF-FD5F-4321-ACDB-300D36628B19}" type="presOf" srcId="{964ECA28-379E-435B-9C05-851BECAD9C78}" destId="{7D3703F7-CC99-4041-8082-EB6449E33076}" srcOrd="0" destOrd="0" presId="urn:microsoft.com/office/officeart/2005/8/layout/vProcess5"/>
    <dgm:cxn modelId="{54793320-F268-4907-B0C3-C3E8EA7E7299}" type="presParOf" srcId="{75586E0E-716D-4DD6-B936-42EC0DC54032}" destId="{B1C215E6-CAB9-430F-937B-CA8F92AAADF0}" srcOrd="0" destOrd="0" presId="urn:microsoft.com/office/officeart/2005/8/layout/vProcess5"/>
    <dgm:cxn modelId="{9AA488ED-DDE4-4FD4-AB81-6CBB8799D76A}" type="presParOf" srcId="{75586E0E-716D-4DD6-B936-42EC0DC54032}" destId="{AF9320BC-7DE4-4EFF-82BD-70E8E99E24E5}" srcOrd="1" destOrd="0" presId="urn:microsoft.com/office/officeart/2005/8/layout/vProcess5"/>
    <dgm:cxn modelId="{8F37E22C-95C0-44F3-BD4C-DD386F7B7B44}" type="presParOf" srcId="{75586E0E-716D-4DD6-B936-42EC0DC54032}" destId="{84634CBA-3F38-4401-81A1-188E757F5149}" srcOrd="2" destOrd="0" presId="urn:microsoft.com/office/officeart/2005/8/layout/vProcess5"/>
    <dgm:cxn modelId="{968D99B3-66D7-411A-84E2-D61EA2C7B25D}" type="presParOf" srcId="{75586E0E-716D-4DD6-B936-42EC0DC54032}" destId="{7D3703F7-CC99-4041-8082-EB6449E33076}" srcOrd="3" destOrd="0" presId="urn:microsoft.com/office/officeart/2005/8/layout/vProcess5"/>
    <dgm:cxn modelId="{F226889C-41C0-4124-8A3E-7BD46EB385D2}" type="presParOf" srcId="{75586E0E-716D-4DD6-B936-42EC0DC54032}" destId="{AB37E79F-8FFD-424C-A938-3607547E446F}" srcOrd="4" destOrd="0" presId="urn:microsoft.com/office/officeart/2005/8/layout/vProcess5"/>
    <dgm:cxn modelId="{496316E3-FB91-41D8-BD47-3A2DF423F06D}" type="presParOf" srcId="{75586E0E-716D-4DD6-B936-42EC0DC54032}" destId="{E4B6405F-C79B-4F86-BEF7-DA97B5BFCCB6}" srcOrd="5" destOrd="0" presId="urn:microsoft.com/office/officeart/2005/8/layout/vProcess5"/>
    <dgm:cxn modelId="{CF5ABBAA-343F-4EE6-8263-EC5688C6BDEB}" type="presParOf" srcId="{75586E0E-716D-4DD6-B936-42EC0DC54032}" destId="{1D14EC51-5BF2-4BC8-82CD-69BB399B455C}" srcOrd="6" destOrd="0" presId="urn:microsoft.com/office/officeart/2005/8/layout/vProcess5"/>
    <dgm:cxn modelId="{C806CA7F-1588-46DB-B490-0849443500D2}" type="presParOf" srcId="{75586E0E-716D-4DD6-B936-42EC0DC54032}" destId="{1F0CE241-8548-49F8-818E-DF589A52187C}" srcOrd="7" destOrd="0" presId="urn:microsoft.com/office/officeart/2005/8/layout/vProcess5"/>
    <dgm:cxn modelId="{E2CCF358-AFB9-4136-BA1C-F6B14411BF25}" type="presParOf" srcId="{75586E0E-716D-4DD6-B936-42EC0DC54032}" destId="{3B19D2E1-BD05-4DF8-9F44-A1643F0662B2}" srcOrd="8" destOrd="0" presId="urn:microsoft.com/office/officeart/2005/8/layout/vProcess5"/>
    <dgm:cxn modelId="{58F13F02-E588-4FEC-B525-1A98EC95980A}" type="presParOf" srcId="{75586E0E-716D-4DD6-B936-42EC0DC54032}" destId="{A3AD9C3F-8E90-4425-9FA7-733DA2AEEF26}" srcOrd="9" destOrd="0" presId="urn:microsoft.com/office/officeart/2005/8/layout/vProcess5"/>
    <dgm:cxn modelId="{AF6C67E1-3E27-496A-914B-4B784A46342D}" type="presParOf" srcId="{75586E0E-716D-4DD6-B936-42EC0DC54032}" destId="{8A1E8FEF-8FA6-4F8B-A168-5C260E11C2A2}" srcOrd="10" destOrd="0" presId="urn:microsoft.com/office/officeart/2005/8/layout/vProcess5"/>
    <dgm:cxn modelId="{CD76F52A-9C31-4735-90F6-AF55E9E43233}" type="presParOf" srcId="{75586E0E-716D-4DD6-B936-42EC0DC54032}" destId="{AE6ABA48-FE9C-4E61-8684-7B5F2687FB9E}" srcOrd="11" destOrd="0" presId="urn:microsoft.com/office/officeart/2005/8/layout/vProcess5"/>
    <dgm:cxn modelId="{EF6A2786-9EBE-4916-86FD-4958B8547A48}" type="presParOf" srcId="{75586E0E-716D-4DD6-B936-42EC0DC54032}" destId="{A9B5882E-D700-46F5-8E1F-2957270C02E1}" srcOrd="12" destOrd="0" presId="urn:microsoft.com/office/officeart/2005/8/layout/vProcess5"/>
    <dgm:cxn modelId="{6973F5D5-1592-42F5-A2C6-7514F2F763CE}" type="presParOf" srcId="{75586E0E-716D-4DD6-B936-42EC0DC54032}" destId="{ED1E055F-9E27-4857-A04A-9FEE6DEB5118}" srcOrd="13" destOrd="0" presId="urn:microsoft.com/office/officeart/2005/8/layout/vProcess5"/>
    <dgm:cxn modelId="{AF561465-2340-43BB-9C56-254470038866}" type="presParOf" srcId="{75586E0E-716D-4DD6-B936-42EC0DC54032}" destId="{A31BFD9B-B0B2-4613-B6B9-ADA6038B3D1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C3BB05-E248-40BD-AE00-5164A3BA54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280781-9F66-4655-95B7-68FE77456F5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Developed using React.js</a:t>
          </a:r>
        </a:p>
      </dgm:t>
    </dgm:pt>
    <dgm:pt modelId="{AE4F10AE-D543-4EB9-89C3-9D0B991DBD49}" type="parTrans" cxnId="{9805BC57-9C03-49BF-B289-ABD26C19BD65}">
      <dgm:prSet/>
      <dgm:spPr/>
      <dgm:t>
        <a:bodyPr/>
        <a:lstStyle/>
        <a:p>
          <a:endParaRPr lang="en-US"/>
        </a:p>
      </dgm:t>
    </dgm:pt>
    <dgm:pt modelId="{D1461AE9-188C-4AB0-9AF7-2C7DD2AC295E}" type="sibTrans" cxnId="{9805BC57-9C03-49BF-B289-ABD26C19BD65}">
      <dgm:prSet/>
      <dgm:spPr/>
      <dgm:t>
        <a:bodyPr/>
        <a:lstStyle/>
        <a:p>
          <a:endParaRPr lang="en-US"/>
        </a:p>
      </dgm:t>
    </dgm:pt>
    <dgm:pt modelId="{C891F843-171B-4ADC-9755-0EAE7F1237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Dynamic &amp; Responsive UI</a:t>
          </a:r>
        </a:p>
      </dgm:t>
    </dgm:pt>
    <dgm:pt modelId="{FDB02ADB-70A2-4B2C-A1FD-5955193C5B7B}" type="parTrans" cxnId="{452F715D-A327-476B-8E9B-03D0AF040A0A}">
      <dgm:prSet/>
      <dgm:spPr/>
      <dgm:t>
        <a:bodyPr/>
        <a:lstStyle/>
        <a:p>
          <a:endParaRPr lang="en-US"/>
        </a:p>
      </dgm:t>
    </dgm:pt>
    <dgm:pt modelId="{31AFCFEB-5A4C-45F5-8EA8-DF4C15A78A4C}" type="sibTrans" cxnId="{452F715D-A327-476B-8E9B-03D0AF040A0A}">
      <dgm:prSet/>
      <dgm:spPr/>
      <dgm:t>
        <a:bodyPr/>
        <a:lstStyle/>
        <a:p>
          <a:endParaRPr lang="en-US"/>
        </a:p>
      </dgm:t>
    </dgm:pt>
    <dgm:pt modelId="{885C9806-66C0-4425-B46B-78BDB33A2CD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Interactive Animations</a:t>
          </a:r>
        </a:p>
      </dgm:t>
    </dgm:pt>
    <dgm:pt modelId="{F92D0EDA-CE4D-433C-8BBD-44CA9ED008D7}" type="parTrans" cxnId="{974879DF-5A80-4DF2-9E54-FBA65D7E0B09}">
      <dgm:prSet/>
      <dgm:spPr/>
      <dgm:t>
        <a:bodyPr/>
        <a:lstStyle/>
        <a:p>
          <a:endParaRPr lang="en-US"/>
        </a:p>
      </dgm:t>
    </dgm:pt>
    <dgm:pt modelId="{7A42126A-B7BB-45C6-8C07-05ABEBFCDFBD}" type="sibTrans" cxnId="{974879DF-5A80-4DF2-9E54-FBA65D7E0B09}">
      <dgm:prSet/>
      <dgm:spPr/>
      <dgm:t>
        <a:bodyPr/>
        <a:lstStyle/>
        <a:p>
          <a:endParaRPr lang="en-US"/>
        </a:p>
      </dgm:t>
    </dgm:pt>
    <dgm:pt modelId="{6E6270FE-9AF2-4E60-8322-E2242AA62F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Smooth User Experience</a:t>
          </a:r>
        </a:p>
      </dgm:t>
    </dgm:pt>
    <dgm:pt modelId="{91CCB891-B763-46F0-AE90-64431C955DDF}" type="parTrans" cxnId="{585369C0-A034-4A20-B245-293C53BF839D}">
      <dgm:prSet/>
      <dgm:spPr/>
      <dgm:t>
        <a:bodyPr/>
        <a:lstStyle/>
        <a:p>
          <a:endParaRPr lang="en-US"/>
        </a:p>
      </dgm:t>
    </dgm:pt>
    <dgm:pt modelId="{C2B0FB79-2026-4A51-A8EE-6DF7284DB6FA}" type="sibTrans" cxnId="{585369C0-A034-4A20-B245-293C53BF839D}">
      <dgm:prSet/>
      <dgm:spPr/>
      <dgm:t>
        <a:bodyPr/>
        <a:lstStyle/>
        <a:p>
          <a:endParaRPr lang="en-US"/>
        </a:p>
      </dgm:t>
    </dgm:pt>
    <dgm:pt modelId="{2F446471-A577-4890-BA08-0B58D08EB2AD}" type="pres">
      <dgm:prSet presAssocID="{1BC3BB05-E248-40BD-AE00-5164A3BA5478}" presName="root" presStyleCnt="0">
        <dgm:presLayoutVars>
          <dgm:dir/>
          <dgm:resizeHandles val="exact"/>
        </dgm:presLayoutVars>
      </dgm:prSet>
      <dgm:spPr/>
    </dgm:pt>
    <dgm:pt modelId="{053FF3B6-2BF3-48C5-851F-BF46FA14DD2A}" type="pres">
      <dgm:prSet presAssocID="{A6280781-9F66-4655-95B7-68FE77456F5D}" presName="compNode" presStyleCnt="0"/>
      <dgm:spPr/>
    </dgm:pt>
    <dgm:pt modelId="{BD773404-10F4-46F5-B98B-1411BEE8C39F}" type="pres">
      <dgm:prSet presAssocID="{A6280781-9F66-4655-95B7-68FE77456F5D}" presName="iconBgRect" presStyleLbl="bgShp" presStyleIdx="0" presStyleCnt="4"/>
      <dgm:spPr/>
    </dgm:pt>
    <dgm:pt modelId="{01984D8D-71E6-4809-A517-B854BCB655D1}" type="pres">
      <dgm:prSet presAssocID="{A6280781-9F66-4655-95B7-68FE77456F5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lölő"/>
        </a:ext>
      </dgm:extLst>
    </dgm:pt>
    <dgm:pt modelId="{B697EBE9-1CB8-4084-AD6F-2A11CBBD52B5}" type="pres">
      <dgm:prSet presAssocID="{A6280781-9F66-4655-95B7-68FE77456F5D}" presName="spaceRect" presStyleCnt="0"/>
      <dgm:spPr/>
    </dgm:pt>
    <dgm:pt modelId="{CB71742A-C807-4E59-8DE6-A82487A27D62}" type="pres">
      <dgm:prSet presAssocID="{A6280781-9F66-4655-95B7-68FE77456F5D}" presName="textRect" presStyleLbl="revTx" presStyleIdx="0" presStyleCnt="4">
        <dgm:presLayoutVars>
          <dgm:chMax val="1"/>
          <dgm:chPref val="1"/>
        </dgm:presLayoutVars>
      </dgm:prSet>
      <dgm:spPr/>
    </dgm:pt>
    <dgm:pt modelId="{831ED67E-84DB-414B-AEAC-FCE0B7B646B1}" type="pres">
      <dgm:prSet presAssocID="{D1461AE9-188C-4AB0-9AF7-2C7DD2AC295E}" presName="sibTrans" presStyleCnt="0"/>
      <dgm:spPr/>
    </dgm:pt>
    <dgm:pt modelId="{F4A33214-F411-4677-B5A4-66B3D726AD43}" type="pres">
      <dgm:prSet presAssocID="{C891F843-171B-4ADC-9755-0EAE7F1237C3}" presName="compNode" presStyleCnt="0"/>
      <dgm:spPr/>
    </dgm:pt>
    <dgm:pt modelId="{1C809CA0-7422-4C12-B95F-872980CBFDC2}" type="pres">
      <dgm:prSet presAssocID="{C891F843-171B-4ADC-9755-0EAE7F1237C3}" presName="iconBgRect" presStyleLbl="bgShp" presStyleIdx="1" presStyleCnt="4"/>
      <dgm:spPr/>
    </dgm:pt>
    <dgm:pt modelId="{DCBF7C7D-68AD-4F29-84AC-A90B070A3466}" type="pres">
      <dgm:prSet presAssocID="{C891F843-171B-4ADC-9755-0EAE7F1237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690BF32-E501-4840-9D53-2F0EA09278EB}" type="pres">
      <dgm:prSet presAssocID="{C891F843-171B-4ADC-9755-0EAE7F1237C3}" presName="spaceRect" presStyleCnt="0"/>
      <dgm:spPr/>
    </dgm:pt>
    <dgm:pt modelId="{8D702A71-BA1F-4C1E-A126-FDC232949847}" type="pres">
      <dgm:prSet presAssocID="{C891F843-171B-4ADC-9755-0EAE7F1237C3}" presName="textRect" presStyleLbl="revTx" presStyleIdx="1" presStyleCnt="4">
        <dgm:presLayoutVars>
          <dgm:chMax val="1"/>
          <dgm:chPref val="1"/>
        </dgm:presLayoutVars>
      </dgm:prSet>
      <dgm:spPr/>
    </dgm:pt>
    <dgm:pt modelId="{DE22A1DB-E4B5-4CDD-ABD0-F84BEBDB4E25}" type="pres">
      <dgm:prSet presAssocID="{31AFCFEB-5A4C-45F5-8EA8-DF4C15A78A4C}" presName="sibTrans" presStyleCnt="0"/>
      <dgm:spPr/>
    </dgm:pt>
    <dgm:pt modelId="{AA185700-67DF-4442-A561-D7C6283340FB}" type="pres">
      <dgm:prSet presAssocID="{885C9806-66C0-4425-B46B-78BDB33A2CDB}" presName="compNode" presStyleCnt="0"/>
      <dgm:spPr/>
    </dgm:pt>
    <dgm:pt modelId="{8FE9C086-031E-40CC-936E-98912D4C0E79}" type="pres">
      <dgm:prSet presAssocID="{885C9806-66C0-4425-B46B-78BDB33A2CDB}" presName="iconBgRect" presStyleLbl="bgShp" presStyleIdx="2" presStyleCnt="4"/>
      <dgm:spPr/>
    </dgm:pt>
    <dgm:pt modelId="{41F5FFEF-B3D7-4C99-BEAA-47AD54043A8D}" type="pres">
      <dgm:prSet presAssocID="{885C9806-66C0-4425-B46B-78BDB33A2C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2867CD0-F058-4E85-847A-26A061DAE813}" type="pres">
      <dgm:prSet presAssocID="{885C9806-66C0-4425-B46B-78BDB33A2CDB}" presName="spaceRect" presStyleCnt="0"/>
      <dgm:spPr/>
    </dgm:pt>
    <dgm:pt modelId="{E2D5C0F7-5791-4398-944B-75E69CA0EA36}" type="pres">
      <dgm:prSet presAssocID="{885C9806-66C0-4425-B46B-78BDB33A2CDB}" presName="textRect" presStyleLbl="revTx" presStyleIdx="2" presStyleCnt="4">
        <dgm:presLayoutVars>
          <dgm:chMax val="1"/>
          <dgm:chPref val="1"/>
        </dgm:presLayoutVars>
      </dgm:prSet>
      <dgm:spPr/>
    </dgm:pt>
    <dgm:pt modelId="{CD39BDFC-425E-47E3-BBF2-6E9DBF58D3D4}" type="pres">
      <dgm:prSet presAssocID="{7A42126A-B7BB-45C6-8C07-05ABEBFCDFBD}" presName="sibTrans" presStyleCnt="0"/>
      <dgm:spPr/>
    </dgm:pt>
    <dgm:pt modelId="{F521AA53-F08B-4830-A2D1-F2F15B746EFA}" type="pres">
      <dgm:prSet presAssocID="{6E6270FE-9AF2-4E60-8322-E2242AA62F79}" presName="compNode" presStyleCnt="0"/>
      <dgm:spPr/>
    </dgm:pt>
    <dgm:pt modelId="{316BF0F8-DD4D-4EEB-9DC8-E3E0C12AE32D}" type="pres">
      <dgm:prSet presAssocID="{6E6270FE-9AF2-4E60-8322-E2242AA62F79}" presName="iconBgRect" presStyleLbl="bgShp" presStyleIdx="3" presStyleCnt="4"/>
      <dgm:spPr/>
    </dgm:pt>
    <dgm:pt modelId="{26AF7EAA-9687-46DA-B6B2-A0C2D53A7CF4}" type="pres">
      <dgm:prSet presAssocID="{6E6270FE-9AF2-4E60-8322-E2242AA62F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4A93A769-0F7E-4858-B0A1-3C97498FAA79}" type="pres">
      <dgm:prSet presAssocID="{6E6270FE-9AF2-4E60-8322-E2242AA62F79}" presName="spaceRect" presStyleCnt="0"/>
      <dgm:spPr/>
    </dgm:pt>
    <dgm:pt modelId="{7CA94D61-27A1-4A74-8341-7EE5BD5CF74B}" type="pres">
      <dgm:prSet presAssocID="{6E6270FE-9AF2-4E60-8322-E2242AA62F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E9C920-FE99-46B3-BEE0-2F3B389A6623}" type="presOf" srcId="{1BC3BB05-E248-40BD-AE00-5164A3BA5478}" destId="{2F446471-A577-4890-BA08-0B58D08EB2AD}" srcOrd="0" destOrd="0" presId="urn:microsoft.com/office/officeart/2018/5/layout/IconCircleLabelList"/>
    <dgm:cxn modelId="{56690530-BF68-4267-8F7A-51B123C7F18B}" type="presOf" srcId="{A6280781-9F66-4655-95B7-68FE77456F5D}" destId="{CB71742A-C807-4E59-8DE6-A82487A27D62}" srcOrd="0" destOrd="0" presId="urn:microsoft.com/office/officeart/2018/5/layout/IconCircleLabelList"/>
    <dgm:cxn modelId="{452F715D-A327-476B-8E9B-03D0AF040A0A}" srcId="{1BC3BB05-E248-40BD-AE00-5164A3BA5478}" destId="{C891F843-171B-4ADC-9755-0EAE7F1237C3}" srcOrd="1" destOrd="0" parTransId="{FDB02ADB-70A2-4B2C-A1FD-5955193C5B7B}" sibTransId="{31AFCFEB-5A4C-45F5-8EA8-DF4C15A78A4C}"/>
    <dgm:cxn modelId="{9805BC57-9C03-49BF-B289-ABD26C19BD65}" srcId="{1BC3BB05-E248-40BD-AE00-5164A3BA5478}" destId="{A6280781-9F66-4655-95B7-68FE77456F5D}" srcOrd="0" destOrd="0" parTransId="{AE4F10AE-D543-4EB9-89C3-9D0B991DBD49}" sibTransId="{D1461AE9-188C-4AB0-9AF7-2C7DD2AC295E}"/>
    <dgm:cxn modelId="{80D01890-0DF3-4A2D-898E-6390C653EC1E}" type="presOf" srcId="{C891F843-171B-4ADC-9755-0EAE7F1237C3}" destId="{8D702A71-BA1F-4C1E-A126-FDC232949847}" srcOrd="0" destOrd="0" presId="urn:microsoft.com/office/officeart/2018/5/layout/IconCircleLabelList"/>
    <dgm:cxn modelId="{585369C0-A034-4A20-B245-293C53BF839D}" srcId="{1BC3BB05-E248-40BD-AE00-5164A3BA5478}" destId="{6E6270FE-9AF2-4E60-8322-E2242AA62F79}" srcOrd="3" destOrd="0" parTransId="{91CCB891-B763-46F0-AE90-64431C955DDF}" sibTransId="{C2B0FB79-2026-4A51-A8EE-6DF7284DB6FA}"/>
    <dgm:cxn modelId="{3ED879CB-248A-46E2-9648-A66AAD757765}" type="presOf" srcId="{6E6270FE-9AF2-4E60-8322-E2242AA62F79}" destId="{7CA94D61-27A1-4A74-8341-7EE5BD5CF74B}" srcOrd="0" destOrd="0" presId="urn:microsoft.com/office/officeart/2018/5/layout/IconCircleLabelList"/>
    <dgm:cxn modelId="{974879DF-5A80-4DF2-9E54-FBA65D7E0B09}" srcId="{1BC3BB05-E248-40BD-AE00-5164A3BA5478}" destId="{885C9806-66C0-4425-B46B-78BDB33A2CDB}" srcOrd="2" destOrd="0" parTransId="{F92D0EDA-CE4D-433C-8BBD-44CA9ED008D7}" sibTransId="{7A42126A-B7BB-45C6-8C07-05ABEBFCDFBD}"/>
    <dgm:cxn modelId="{D1583BE5-1872-4D05-952F-1616F3DECFE9}" type="presOf" srcId="{885C9806-66C0-4425-B46B-78BDB33A2CDB}" destId="{E2D5C0F7-5791-4398-944B-75E69CA0EA36}" srcOrd="0" destOrd="0" presId="urn:microsoft.com/office/officeart/2018/5/layout/IconCircleLabelList"/>
    <dgm:cxn modelId="{34C705B3-7240-4C71-97CF-958CA95D0A48}" type="presParOf" srcId="{2F446471-A577-4890-BA08-0B58D08EB2AD}" destId="{053FF3B6-2BF3-48C5-851F-BF46FA14DD2A}" srcOrd="0" destOrd="0" presId="urn:microsoft.com/office/officeart/2018/5/layout/IconCircleLabelList"/>
    <dgm:cxn modelId="{22C368E4-2238-445B-9A9C-44A370657DF3}" type="presParOf" srcId="{053FF3B6-2BF3-48C5-851F-BF46FA14DD2A}" destId="{BD773404-10F4-46F5-B98B-1411BEE8C39F}" srcOrd="0" destOrd="0" presId="urn:microsoft.com/office/officeart/2018/5/layout/IconCircleLabelList"/>
    <dgm:cxn modelId="{2F0F4E90-6C30-4BF5-8E54-AF8F8AB15A8A}" type="presParOf" srcId="{053FF3B6-2BF3-48C5-851F-BF46FA14DD2A}" destId="{01984D8D-71E6-4809-A517-B854BCB655D1}" srcOrd="1" destOrd="0" presId="urn:microsoft.com/office/officeart/2018/5/layout/IconCircleLabelList"/>
    <dgm:cxn modelId="{F77FA394-C2D0-4842-ABAA-B6F0871EA6F1}" type="presParOf" srcId="{053FF3B6-2BF3-48C5-851F-BF46FA14DD2A}" destId="{B697EBE9-1CB8-4084-AD6F-2A11CBBD52B5}" srcOrd="2" destOrd="0" presId="urn:microsoft.com/office/officeart/2018/5/layout/IconCircleLabelList"/>
    <dgm:cxn modelId="{8EFF1BD4-56BA-49D3-8AB1-C226EE692B23}" type="presParOf" srcId="{053FF3B6-2BF3-48C5-851F-BF46FA14DD2A}" destId="{CB71742A-C807-4E59-8DE6-A82487A27D62}" srcOrd="3" destOrd="0" presId="urn:microsoft.com/office/officeart/2018/5/layout/IconCircleLabelList"/>
    <dgm:cxn modelId="{6B441410-7F72-48E9-B357-55502AA84AA1}" type="presParOf" srcId="{2F446471-A577-4890-BA08-0B58D08EB2AD}" destId="{831ED67E-84DB-414B-AEAC-FCE0B7B646B1}" srcOrd="1" destOrd="0" presId="urn:microsoft.com/office/officeart/2018/5/layout/IconCircleLabelList"/>
    <dgm:cxn modelId="{B18440B1-B279-479A-B296-57AE3799B2F9}" type="presParOf" srcId="{2F446471-A577-4890-BA08-0B58D08EB2AD}" destId="{F4A33214-F411-4677-B5A4-66B3D726AD43}" srcOrd="2" destOrd="0" presId="urn:microsoft.com/office/officeart/2018/5/layout/IconCircleLabelList"/>
    <dgm:cxn modelId="{2F9F1229-20C3-4FD0-BFB3-561811022F1C}" type="presParOf" srcId="{F4A33214-F411-4677-B5A4-66B3D726AD43}" destId="{1C809CA0-7422-4C12-B95F-872980CBFDC2}" srcOrd="0" destOrd="0" presId="urn:microsoft.com/office/officeart/2018/5/layout/IconCircleLabelList"/>
    <dgm:cxn modelId="{00436514-369E-45EB-8ABA-FD8A482175BE}" type="presParOf" srcId="{F4A33214-F411-4677-B5A4-66B3D726AD43}" destId="{DCBF7C7D-68AD-4F29-84AC-A90B070A3466}" srcOrd="1" destOrd="0" presId="urn:microsoft.com/office/officeart/2018/5/layout/IconCircleLabelList"/>
    <dgm:cxn modelId="{C2B832D2-36B4-47D6-819B-F0CA3305A617}" type="presParOf" srcId="{F4A33214-F411-4677-B5A4-66B3D726AD43}" destId="{2690BF32-E501-4840-9D53-2F0EA09278EB}" srcOrd="2" destOrd="0" presId="urn:microsoft.com/office/officeart/2018/5/layout/IconCircleLabelList"/>
    <dgm:cxn modelId="{38B27386-5C23-430A-9C01-A63A475CE2BC}" type="presParOf" srcId="{F4A33214-F411-4677-B5A4-66B3D726AD43}" destId="{8D702A71-BA1F-4C1E-A126-FDC232949847}" srcOrd="3" destOrd="0" presId="urn:microsoft.com/office/officeart/2018/5/layout/IconCircleLabelList"/>
    <dgm:cxn modelId="{0607F9F1-C4B6-491C-8EC1-B1F09ADE4BB5}" type="presParOf" srcId="{2F446471-A577-4890-BA08-0B58D08EB2AD}" destId="{DE22A1DB-E4B5-4CDD-ABD0-F84BEBDB4E25}" srcOrd="3" destOrd="0" presId="urn:microsoft.com/office/officeart/2018/5/layout/IconCircleLabelList"/>
    <dgm:cxn modelId="{BE17F8C9-BB37-4FD5-87F7-19C1DA7BC4E1}" type="presParOf" srcId="{2F446471-A577-4890-BA08-0B58D08EB2AD}" destId="{AA185700-67DF-4442-A561-D7C6283340FB}" srcOrd="4" destOrd="0" presId="urn:microsoft.com/office/officeart/2018/5/layout/IconCircleLabelList"/>
    <dgm:cxn modelId="{5E031302-DBA3-4EB5-9B81-9A6232E0ACE9}" type="presParOf" srcId="{AA185700-67DF-4442-A561-D7C6283340FB}" destId="{8FE9C086-031E-40CC-936E-98912D4C0E79}" srcOrd="0" destOrd="0" presId="urn:microsoft.com/office/officeart/2018/5/layout/IconCircleLabelList"/>
    <dgm:cxn modelId="{5BB107D2-92ED-4114-B282-F45FE795D962}" type="presParOf" srcId="{AA185700-67DF-4442-A561-D7C6283340FB}" destId="{41F5FFEF-B3D7-4C99-BEAA-47AD54043A8D}" srcOrd="1" destOrd="0" presId="urn:microsoft.com/office/officeart/2018/5/layout/IconCircleLabelList"/>
    <dgm:cxn modelId="{12CC8AAE-477A-4AE9-8972-778F2CCF8BA5}" type="presParOf" srcId="{AA185700-67DF-4442-A561-D7C6283340FB}" destId="{E2867CD0-F058-4E85-847A-26A061DAE813}" srcOrd="2" destOrd="0" presId="urn:microsoft.com/office/officeart/2018/5/layout/IconCircleLabelList"/>
    <dgm:cxn modelId="{E68C4780-2211-4129-9075-5D5518446927}" type="presParOf" srcId="{AA185700-67DF-4442-A561-D7C6283340FB}" destId="{E2D5C0F7-5791-4398-944B-75E69CA0EA36}" srcOrd="3" destOrd="0" presId="urn:microsoft.com/office/officeart/2018/5/layout/IconCircleLabelList"/>
    <dgm:cxn modelId="{E18AE6B5-91A0-4457-9052-7CCB28393C7A}" type="presParOf" srcId="{2F446471-A577-4890-BA08-0B58D08EB2AD}" destId="{CD39BDFC-425E-47E3-BBF2-6E9DBF58D3D4}" srcOrd="5" destOrd="0" presId="urn:microsoft.com/office/officeart/2018/5/layout/IconCircleLabelList"/>
    <dgm:cxn modelId="{1FF9E2A5-9553-495C-8818-FD2AF48CD43A}" type="presParOf" srcId="{2F446471-A577-4890-BA08-0B58D08EB2AD}" destId="{F521AA53-F08B-4830-A2D1-F2F15B746EFA}" srcOrd="6" destOrd="0" presId="urn:microsoft.com/office/officeart/2018/5/layout/IconCircleLabelList"/>
    <dgm:cxn modelId="{A41A8F7C-D3E9-4AE1-A3CA-7633BD93FD61}" type="presParOf" srcId="{F521AA53-F08B-4830-A2D1-F2F15B746EFA}" destId="{316BF0F8-DD4D-4EEB-9DC8-E3E0C12AE32D}" srcOrd="0" destOrd="0" presId="urn:microsoft.com/office/officeart/2018/5/layout/IconCircleLabelList"/>
    <dgm:cxn modelId="{509C2AA6-6534-4BA1-8ECF-23122F504ADC}" type="presParOf" srcId="{F521AA53-F08B-4830-A2D1-F2F15B746EFA}" destId="{26AF7EAA-9687-46DA-B6B2-A0C2D53A7CF4}" srcOrd="1" destOrd="0" presId="urn:microsoft.com/office/officeart/2018/5/layout/IconCircleLabelList"/>
    <dgm:cxn modelId="{0DF1BCC6-4A9E-4BBF-BA87-997D3665C5CE}" type="presParOf" srcId="{F521AA53-F08B-4830-A2D1-F2F15B746EFA}" destId="{4A93A769-0F7E-4858-B0A1-3C97498FAA79}" srcOrd="2" destOrd="0" presId="urn:microsoft.com/office/officeart/2018/5/layout/IconCircleLabelList"/>
    <dgm:cxn modelId="{952FF28C-E417-4C2B-8D0B-695FD276790C}" type="presParOf" srcId="{F521AA53-F08B-4830-A2D1-F2F15B746EFA}" destId="{7CA94D61-27A1-4A74-8341-7EE5BD5CF74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BFFE0E-10B8-49DE-8873-6F3E16A276C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F89F156-BF37-4EE9-9CB8-3069B4BB32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with C#</a:t>
          </a:r>
        </a:p>
      </dgm:t>
    </dgm:pt>
    <dgm:pt modelId="{E367FF9E-3B16-4AD8-9362-C93943D807C3}" type="parTrans" cxnId="{563BCA8B-E267-4436-B504-3CB5EC0AED33}">
      <dgm:prSet/>
      <dgm:spPr/>
      <dgm:t>
        <a:bodyPr/>
        <a:lstStyle/>
        <a:p>
          <a:endParaRPr lang="en-US"/>
        </a:p>
      </dgm:t>
    </dgm:pt>
    <dgm:pt modelId="{CF6754B6-249D-4BF9-91A9-F6AE4047F303}" type="sibTrans" cxnId="{563BCA8B-E267-4436-B504-3CB5EC0AED33}">
      <dgm:prSet/>
      <dgm:spPr/>
      <dgm:t>
        <a:bodyPr/>
        <a:lstStyle/>
        <a:p>
          <a:endParaRPr lang="en-US"/>
        </a:p>
      </dgm:t>
    </dgm:pt>
    <dgm:pt modelId="{CD9AE463-B2EA-4889-95EF-C068FFB656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MySQL Database for storing user data and ratings</a:t>
          </a:r>
        </a:p>
      </dgm:t>
    </dgm:pt>
    <dgm:pt modelId="{FCB2C499-5EDE-4264-90D4-11E840113EEB}" type="parTrans" cxnId="{684451CD-1E53-48DF-83E1-91699C3C7B06}">
      <dgm:prSet/>
      <dgm:spPr/>
      <dgm:t>
        <a:bodyPr/>
        <a:lstStyle/>
        <a:p>
          <a:endParaRPr lang="en-US"/>
        </a:p>
      </dgm:t>
    </dgm:pt>
    <dgm:pt modelId="{F77445EE-9380-4B38-A50F-4C2FF6EE9CE0}" type="sibTrans" cxnId="{684451CD-1E53-48DF-83E1-91699C3C7B06}">
      <dgm:prSet/>
      <dgm:spPr/>
      <dgm:t>
        <a:bodyPr/>
        <a:lstStyle/>
        <a:p>
          <a:endParaRPr lang="en-US"/>
        </a:p>
      </dgm:t>
    </dgm:pt>
    <dgm:pt modelId="{06245FC6-EA92-442F-9257-3F32AE9EA3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authentication system</a:t>
          </a:r>
        </a:p>
      </dgm:t>
    </dgm:pt>
    <dgm:pt modelId="{7D167EAC-615B-48F0-9249-9227F7C2D4A7}" type="parTrans" cxnId="{BAA19558-04DD-4E3D-A2C5-3236DA0AFC7B}">
      <dgm:prSet/>
      <dgm:spPr/>
      <dgm:t>
        <a:bodyPr/>
        <a:lstStyle/>
        <a:p>
          <a:endParaRPr lang="en-US"/>
        </a:p>
      </dgm:t>
    </dgm:pt>
    <dgm:pt modelId="{CA822928-5943-4BD9-BE5C-62ACFA89628F}" type="sibTrans" cxnId="{BAA19558-04DD-4E3D-A2C5-3236DA0AFC7B}">
      <dgm:prSet/>
      <dgm:spPr/>
      <dgm:t>
        <a:bodyPr/>
        <a:lstStyle/>
        <a:p>
          <a:endParaRPr lang="en-US"/>
        </a:p>
      </dgm:t>
    </dgm:pt>
    <dgm:pt modelId="{B45CE462-48BF-4AA1-8D57-EE698DE200C8}" type="pres">
      <dgm:prSet presAssocID="{13BFFE0E-10B8-49DE-8873-6F3E16A276C6}" presName="root" presStyleCnt="0">
        <dgm:presLayoutVars>
          <dgm:dir/>
          <dgm:resizeHandles val="exact"/>
        </dgm:presLayoutVars>
      </dgm:prSet>
      <dgm:spPr/>
    </dgm:pt>
    <dgm:pt modelId="{CC11293C-8284-4975-8CFC-32FE31B50B76}" type="pres">
      <dgm:prSet presAssocID="{0F89F156-BF37-4EE9-9CB8-3069B4BB3276}" presName="compNode" presStyleCnt="0"/>
      <dgm:spPr/>
    </dgm:pt>
    <dgm:pt modelId="{49B6BBD8-8BCE-4C47-A817-3117C086B60C}" type="pres">
      <dgm:prSet presAssocID="{0F89F156-BF37-4EE9-9CB8-3069B4BB32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áros"/>
        </a:ext>
      </dgm:extLst>
    </dgm:pt>
    <dgm:pt modelId="{A80F6821-166A-4F73-AA20-C613E097DF26}" type="pres">
      <dgm:prSet presAssocID="{0F89F156-BF37-4EE9-9CB8-3069B4BB3276}" presName="spaceRect" presStyleCnt="0"/>
      <dgm:spPr/>
    </dgm:pt>
    <dgm:pt modelId="{B6C5B46A-C943-4B33-8C78-D5343B1AD6B5}" type="pres">
      <dgm:prSet presAssocID="{0F89F156-BF37-4EE9-9CB8-3069B4BB3276}" presName="textRect" presStyleLbl="revTx" presStyleIdx="0" presStyleCnt="3">
        <dgm:presLayoutVars>
          <dgm:chMax val="1"/>
          <dgm:chPref val="1"/>
        </dgm:presLayoutVars>
      </dgm:prSet>
      <dgm:spPr/>
    </dgm:pt>
    <dgm:pt modelId="{A4D97B96-E833-46B3-A2EB-CF50DD9541EF}" type="pres">
      <dgm:prSet presAssocID="{CF6754B6-249D-4BF9-91A9-F6AE4047F303}" presName="sibTrans" presStyleCnt="0"/>
      <dgm:spPr/>
    </dgm:pt>
    <dgm:pt modelId="{D8BE4BA3-C0F7-4E41-B161-4B80F8B70F00}" type="pres">
      <dgm:prSet presAssocID="{CD9AE463-B2EA-4889-95EF-C068FFB656A9}" presName="compNode" presStyleCnt="0"/>
      <dgm:spPr/>
    </dgm:pt>
    <dgm:pt modelId="{D95A88AA-F0BA-4A38-99E2-C1388C69CF60}" type="pres">
      <dgm:prSet presAssocID="{CD9AE463-B2EA-4889-95EF-C068FFB656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atbázis"/>
        </a:ext>
      </dgm:extLst>
    </dgm:pt>
    <dgm:pt modelId="{9E699188-CA95-4AE3-8C56-6B5409A4CECA}" type="pres">
      <dgm:prSet presAssocID="{CD9AE463-B2EA-4889-95EF-C068FFB656A9}" presName="spaceRect" presStyleCnt="0"/>
      <dgm:spPr/>
    </dgm:pt>
    <dgm:pt modelId="{0C82A511-5784-4100-879A-794B0B079E76}" type="pres">
      <dgm:prSet presAssocID="{CD9AE463-B2EA-4889-95EF-C068FFB656A9}" presName="textRect" presStyleLbl="revTx" presStyleIdx="1" presStyleCnt="3">
        <dgm:presLayoutVars>
          <dgm:chMax val="1"/>
          <dgm:chPref val="1"/>
        </dgm:presLayoutVars>
      </dgm:prSet>
      <dgm:spPr/>
    </dgm:pt>
    <dgm:pt modelId="{60B031C5-CE3B-49DE-BCC1-BC2B54930162}" type="pres">
      <dgm:prSet presAssocID="{F77445EE-9380-4B38-A50F-4C2FF6EE9CE0}" presName="sibTrans" presStyleCnt="0"/>
      <dgm:spPr/>
    </dgm:pt>
    <dgm:pt modelId="{DB8F39E7-0024-4357-ABB4-49F5B9EA78C1}" type="pres">
      <dgm:prSet presAssocID="{06245FC6-EA92-442F-9257-3F32AE9EA3FB}" presName="compNode" presStyleCnt="0"/>
      <dgm:spPr/>
    </dgm:pt>
    <dgm:pt modelId="{8C591BB2-0D7A-4D00-8752-EA6CD607B192}" type="pres">
      <dgm:prSet presAssocID="{06245FC6-EA92-442F-9257-3F32AE9EA3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ár"/>
        </a:ext>
      </dgm:extLst>
    </dgm:pt>
    <dgm:pt modelId="{FA2F8F4A-FFB7-4664-962D-3BB69C4A2F23}" type="pres">
      <dgm:prSet presAssocID="{06245FC6-EA92-442F-9257-3F32AE9EA3FB}" presName="spaceRect" presStyleCnt="0"/>
      <dgm:spPr/>
    </dgm:pt>
    <dgm:pt modelId="{11EEA177-4586-4E74-A9C8-DE2E11BCAF31}" type="pres">
      <dgm:prSet presAssocID="{06245FC6-EA92-442F-9257-3F32AE9EA3F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370C92A-7882-4217-8A45-A1BBD46399BE}" type="presOf" srcId="{13BFFE0E-10B8-49DE-8873-6F3E16A276C6}" destId="{B45CE462-48BF-4AA1-8D57-EE698DE200C8}" srcOrd="0" destOrd="0" presId="urn:microsoft.com/office/officeart/2018/2/layout/IconLabelList"/>
    <dgm:cxn modelId="{2E059D41-2594-4702-B9AA-12146CD2FA36}" type="presOf" srcId="{0F89F156-BF37-4EE9-9CB8-3069B4BB3276}" destId="{B6C5B46A-C943-4B33-8C78-D5343B1AD6B5}" srcOrd="0" destOrd="0" presId="urn:microsoft.com/office/officeart/2018/2/layout/IconLabelList"/>
    <dgm:cxn modelId="{E7CE0E4F-B54A-41A6-B401-FDFD3BC5CA2A}" type="presOf" srcId="{06245FC6-EA92-442F-9257-3F32AE9EA3FB}" destId="{11EEA177-4586-4E74-A9C8-DE2E11BCAF31}" srcOrd="0" destOrd="0" presId="urn:microsoft.com/office/officeart/2018/2/layout/IconLabelList"/>
    <dgm:cxn modelId="{BAA19558-04DD-4E3D-A2C5-3236DA0AFC7B}" srcId="{13BFFE0E-10B8-49DE-8873-6F3E16A276C6}" destId="{06245FC6-EA92-442F-9257-3F32AE9EA3FB}" srcOrd="2" destOrd="0" parTransId="{7D167EAC-615B-48F0-9249-9227F7C2D4A7}" sibTransId="{CA822928-5943-4BD9-BE5C-62ACFA89628F}"/>
    <dgm:cxn modelId="{563BCA8B-E267-4436-B504-3CB5EC0AED33}" srcId="{13BFFE0E-10B8-49DE-8873-6F3E16A276C6}" destId="{0F89F156-BF37-4EE9-9CB8-3069B4BB3276}" srcOrd="0" destOrd="0" parTransId="{E367FF9E-3B16-4AD8-9362-C93943D807C3}" sibTransId="{CF6754B6-249D-4BF9-91A9-F6AE4047F303}"/>
    <dgm:cxn modelId="{684451CD-1E53-48DF-83E1-91699C3C7B06}" srcId="{13BFFE0E-10B8-49DE-8873-6F3E16A276C6}" destId="{CD9AE463-B2EA-4889-95EF-C068FFB656A9}" srcOrd="1" destOrd="0" parTransId="{FCB2C499-5EDE-4264-90D4-11E840113EEB}" sibTransId="{F77445EE-9380-4B38-A50F-4C2FF6EE9CE0}"/>
    <dgm:cxn modelId="{BBF899F6-7914-432F-9394-B09A6EC2BA3C}" type="presOf" srcId="{CD9AE463-B2EA-4889-95EF-C068FFB656A9}" destId="{0C82A511-5784-4100-879A-794B0B079E76}" srcOrd="0" destOrd="0" presId="urn:microsoft.com/office/officeart/2018/2/layout/IconLabelList"/>
    <dgm:cxn modelId="{F79D65FC-02A6-4121-B75F-ACE5A3682EDA}" type="presParOf" srcId="{B45CE462-48BF-4AA1-8D57-EE698DE200C8}" destId="{CC11293C-8284-4975-8CFC-32FE31B50B76}" srcOrd="0" destOrd="0" presId="urn:microsoft.com/office/officeart/2018/2/layout/IconLabelList"/>
    <dgm:cxn modelId="{3BDEAA04-BFE2-4311-90FC-327B8FB66C8F}" type="presParOf" srcId="{CC11293C-8284-4975-8CFC-32FE31B50B76}" destId="{49B6BBD8-8BCE-4C47-A817-3117C086B60C}" srcOrd="0" destOrd="0" presId="urn:microsoft.com/office/officeart/2018/2/layout/IconLabelList"/>
    <dgm:cxn modelId="{CA441E13-A8D0-4613-86AB-0CE81D286DEA}" type="presParOf" srcId="{CC11293C-8284-4975-8CFC-32FE31B50B76}" destId="{A80F6821-166A-4F73-AA20-C613E097DF26}" srcOrd="1" destOrd="0" presId="urn:microsoft.com/office/officeart/2018/2/layout/IconLabelList"/>
    <dgm:cxn modelId="{C7A97AFE-3783-4FA2-863B-ABF89DFA6E16}" type="presParOf" srcId="{CC11293C-8284-4975-8CFC-32FE31B50B76}" destId="{B6C5B46A-C943-4B33-8C78-D5343B1AD6B5}" srcOrd="2" destOrd="0" presId="urn:microsoft.com/office/officeart/2018/2/layout/IconLabelList"/>
    <dgm:cxn modelId="{E3ABE433-4EE4-470B-8FF8-91AA82F40223}" type="presParOf" srcId="{B45CE462-48BF-4AA1-8D57-EE698DE200C8}" destId="{A4D97B96-E833-46B3-A2EB-CF50DD9541EF}" srcOrd="1" destOrd="0" presId="urn:microsoft.com/office/officeart/2018/2/layout/IconLabelList"/>
    <dgm:cxn modelId="{25616723-1E75-45B7-8641-7F5AC0270DE5}" type="presParOf" srcId="{B45CE462-48BF-4AA1-8D57-EE698DE200C8}" destId="{D8BE4BA3-C0F7-4E41-B161-4B80F8B70F00}" srcOrd="2" destOrd="0" presId="urn:microsoft.com/office/officeart/2018/2/layout/IconLabelList"/>
    <dgm:cxn modelId="{03DE6EC2-2146-4FA7-B869-D32513FAD274}" type="presParOf" srcId="{D8BE4BA3-C0F7-4E41-B161-4B80F8B70F00}" destId="{D95A88AA-F0BA-4A38-99E2-C1388C69CF60}" srcOrd="0" destOrd="0" presId="urn:microsoft.com/office/officeart/2018/2/layout/IconLabelList"/>
    <dgm:cxn modelId="{EC06D9A8-9B2D-4429-A07A-D6A5BC64B166}" type="presParOf" srcId="{D8BE4BA3-C0F7-4E41-B161-4B80F8B70F00}" destId="{9E699188-CA95-4AE3-8C56-6B5409A4CECA}" srcOrd="1" destOrd="0" presId="urn:microsoft.com/office/officeart/2018/2/layout/IconLabelList"/>
    <dgm:cxn modelId="{24DABFD4-C85A-44CC-AB35-E709594AE27B}" type="presParOf" srcId="{D8BE4BA3-C0F7-4E41-B161-4B80F8B70F00}" destId="{0C82A511-5784-4100-879A-794B0B079E76}" srcOrd="2" destOrd="0" presId="urn:microsoft.com/office/officeart/2018/2/layout/IconLabelList"/>
    <dgm:cxn modelId="{CBDAE707-7027-48BC-AC4F-05F546D9016E}" type="presParOf" srcId="{B45CE462-48BF-4AA1-8D57-EE698DE200C8}" destId="{60B031C5-CE3B-49DE-BCC1-BC2B54930162}" srcOrd="3" destOrd="0" presId="urn:microsoft.com/office/officeart/2018/2/layout/IconLabelList"/>
    <dgm:cxn modelId="{5B86B18E-A7A5-4348-AD59-440A6DD2A427}" type="presParOf" srcId="{B45CE462-48BF-4AA1-8D57-EE698DE200C8}" destId="{DB8F39E7-0024-4357-ABB4-49F5B9EA78C1}" srcOrd="4" destOrd="0" presId="urn:microsoft.com/office/officeart/2018/2/layout/IconLabelList"/>
    <dgm:cxn modelId="{9D4AA3D8-8269-4D42-AB33-B6EF87BE0A29}" type="presParOf" srcId="{DB8F39E7-0024-4357-ABB4-49F5B9EA78C1}" destId="{8C591BB2-0D7A-4D00-8752-EA6CD607B192}" srcOrd="0" destOrd="0" presId="urn:microsoft.com/office/officeart/2018/2/layout/IconLabelList"/>
    <dgm:cxn modelId="{F9D288D8-ACED-4D46-9CAB-67782F9E61E9}" type="presParOf" srcId="{DB8F39E7-0024-4357-ABB4-49F5B9EA78C1}" destId="{FA2F8F4A-FFB7-4664-962D-3BB69C4A2F23}" srcOrd="1" destOrd="0" presId="urn:microsoft.com/office/officeart/2018/2/layout/IconLabelList"/>
    <dgm:cxn modelId="{3ECD000A-2AB6-4299-BCA8-DC19467E468E}" type="presParOf" srcId="{DB8F39E7-0024-4357-ABB4-49F5B9EA78C1}" destId="{11EEA177-4586-4E74-A9C8-DE2E11BCAF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C1D5BF-56F5-4189-9DD6-FEDD039342AF}" type="doc">
      <dgm:prSet loTypeId="urn:microsoft.com/office/officeart/2005/8/layout/vProcess5" loCatId="process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38F0449-DF3D-4B1A-BF5E-C5E1E2A67D6E}">
      <dgm:prSet/>
      <dgm:spPr/>
      <dgm:t>
        <a:bodyPr/>
        <a:lstStyle/>
        <a:p>
          <a:r>
            <a:rPr lang="en-US"/>
            <a:t>Users can register and log in</a:t>
          </a:r>
        </a:p>
      </dgm:t>
    </dgm:pt>
    <dgm:pt modelId="{79B8DE2A-6350-40F9-9715-21CB7381D8A8}" type="parTrans" cxnId="{FD5EB125-4385-4C86-9561-CB3D499407AF}">
      <dgm:prSet/>
      <dgm:spPr/>
      <dgm:t>
        <a:bodyPr/>
        <a:lstStyle/>
        <a:p>
          <a:endParaRPr lang="en-US"/>
        </a:p>
      </dgm:t>
    </dgm:pt>
    <dgm:pt modelId="{AB7A9A8E-2D9C-4A5E-BA04-CCFC961DC322}" type="sibTrans" cxnId="{FD5EB125-4385-4C86-9561-CB3D499407AF}">
      <dgm:prSet/>
      <dgm:spPr/>
      <dgm:t>
        <a:bodyPr/>
        <a:lstStyle/>
        <a:p>
          <a:endParaRPr lang="en-US"/>
        </a:p>
      </dgm:t>
    </dgm:pt>
    <dgm:pt modelId="{C1A620AC-4A41-45C2-9424-93049C91EFF9}">
      <dgm:prSet/>
      <dgm:spPr/>
      <dgm:t>
        <a:bodyPr/>
        <a:lstStyle/>
        <a:p>
          <a:r>
            <a:rPr lang="en-US"/>
            <a:t>Profile picture customization</a:t>
          </a:r>
        </a:p>
      </dgm:t>
    </dgm:pt>
    <dgm:pt modelId="{F72A7A21-6337-4FCD-8943-E1E3BF5117CB}" type="parTrans" cxnId="{D08D2187-BCA8-4C8B-8D5B-69B904CA3A50}">
      <dgm:prSet/>
      <dgm:spPr/>
      <dgm:t>
        <a:bodyPr/>
        <a:lstStyle/>
        <a:p>
          <a:endParaRPr lang="en-US"/>
        </a:p>
      </dgm:t>
    </dgm:pt>
    <dgm:pt modelId="{0E05B75E-FDFD-4F3B-933B-611AE80FE18A}" type="sibTrans" cxnId="{D08D2187-BCA8-4C8B-8D5B-69B904CA3A50}">
      <dgm:prSet/>
      <dgm:spPr/>
      <dgm:t>
        <a:bodyPr/>
        <a:lstStyle/>
        <a:p>
          <a:endParaRPr lang="en-US"/>
        </a:p>
      </dgm:t>
    </dgm:pt>
    <dgm:pt modelId="{EA80DD18-23E8-4EAA-B741-56D739AE5F18}">
      <dgm:prSet/>
      <dgm:spPr/>
      <dgm:t>
        <a:bodyPr/>
        <a:lstStyle/>
        <a:p>
          <a:r>
            <a:rPr lang="en-US"/>
            <a:t>Logout functionality</a:t>
          </a:r>
        </a:p>
      </dgm:t>
    </dgm:pt>
    <dgm:pt modelId="{53826583-2B2A-4975-859E-44ADA19BD427}" type="parTrans" cxnId="{BB5A827E-BFC3-4D54-B706-1F15AF419A23}">
      <dgm:prSet/>
      <dgm:spPr/>
      <dgm:t>
        <a:bodyPr/>
        <a:lstStyle/>
        <a:p>
          <a:endParaRPr lang="en-US"/>
        </a:p>
      </dgm:t>
    </dgm:pt>
    <dgm:pt modelId="{A3FA3210-5718-4D76-AB46-B71B933F7BC5}" type="sibTrans" cxnId="{BB5A827E-BFC3-4D54-B706-1F15AF419A23}">
      <dgm:prSet/>
      <dgm:spPr/>
      <dgm:t>
        <a:bodyPr/>
        <a:lstStyle/>
        <a:p>
          <a:endParaRPr lang="en-US"/>
        </a:p>
      </dgm:t>
    </dgm:pt>
    <dgm:pt modelId="{DA3EAD39-E67D-4919-B4EB-ACC6A31DA80C}" type="pres">
      <dgm:prSet presAssocID="{17C1D5BF-56F5-4189-9DD6-FEDD039342AF}" presName="outerComposite" presStyleCnt="0">
        <dgm:presLayoutVars>
          <dgm:chMax val="5"/>
          <dgm:dir/>
          <dgm:resizeHandles val="exact"/>
        </dgm:presLayoutVars>
      </dgm:prSet>
      <dgm:spPr/>
    </dgm:pt>
    <dgm:pt modelId="{7D8DB886-5071-481E-A35F-9BDD7DACC61E}" type="pres">
      <dgm:prSet presAssocID="{17C1D5BF-56F5-4189-9DD6-FEDD039342AF}" presName="dummyMaxCanvas" presStyleCnt="0">
        <dgm:presLayoutVars/>
      </dgm:prSet>
      <dgm:spPr/>
    </dgm:pt>
    <dgm:pt modelId="{A2328B43-B231-4BDE-95F8-2F916108E306}" type="pres">
      <dgm:prSet presAssocID="{17C1D5BF-56F5-4189-9DD6-FEDD039342AF}" presName="ThreeNodes_1" presStyleLbl="node1" presStyleIdx="0" presStyleCnt="3">
        <dgm:presLayoutVars>
          <dgm:bulletEnabled val="1"/>
        </dgm:presLayoutVars>
      </dgm:prSet>
      <dgm:spPr/>
    </dgm:pt>
    <dgm:pt modelId="{9276E4F2-960A-4F96-9D30-AC8FF4D0E780}" type="pres">
      <dgm:prSet presAssocID="{17C1D5BF-56F5-4189-9DD6-FEDD039342AF}" presName="ThreeNodes_2" presStyleLbl="node1" presStyleIdx="1" presStyleCnt="3">
        <dgm:presLayoutVars>
          <dgm:bulletEnabled val="1"/>
        </dgm:presLayoutVars>
      </dgm:prSet>
      <dgm:spPr/>
    </dgm:pt>
    <dgm:pt modelId="{1529E9D2-C491-47DD-809F-12DF5EA412E5}" type="pres">
      <dgm:prSet presAssocID="{17C1D5BF-56F5-4189-9DD6-FEDD039342AF}" presName="ThreeNodes_3" presStyleLbl="node1" presStyleIdx="2" presStyleCnt="3">
        <dgm:presLayoutVars>
          <dgm:bulletEnabled val="1"/>
        </dgm:presLayoutVars>
      </dgm:prSet>
      <dgm:spPr/>
    </dgm:pt>
    <dgm:pt modelId="{D5E71476-57C2-456C-BAB1-EDBCF775F0D9}" type="pres">
      <dgm:prSet presAssocID="{17C1D5BF-56F5-4189-9DD6-FEDD039342AF}" presName="ThreeConn_1-2" presStyleLbl="fgAccFollowNode1" presStyleIdx="0" presStyleCnt="2">
        <dgm:presLayoutVars>
          <dgm:bulletEnabled val="1"/>
        </dgm:presLayoutVars>
      </dgm:prSet>
      <dgm:spPr/>
    </dgm:pt>
    <dgm:pt modelId="{145FBEAC-E668-4CD8-8724-94CB2B3C3EBA}" type="pres">
      <dgm:prSet presAssocID="{17C1D5BF-56F5-4189-9DD6-FEDD039342AF}" presName="ThreeConn_2-3" presStyleLbl="fgAccFollowNode1" presStyleIdx="1" presStyleCnt="2">
        <dgm:presLayoutVars>
          <dgm:bulletEnabled val="1"/>
        </dgm:presLayoutVars>
      </dgm:prSet>
      <dgm:spPr/>
    </dgm:pt>
    <dgm:pt modelId="{7B5C6D23-1E95-47FC-AC7F-2301498EB6FB}" type="pres">
      <dgm:prSet presAssocID="{17C1D5BF-56F5-4189-9DD6-FEDD039342AF}" presName="ThreeNodes_1_text" presStyleLbl="node1" presStyleIdx="2" presStyleCnt="3">
        <dgm:presLayoutVars>
          <dgm:bulletEnabled val="1"/>
        </dgm:presLayoutVars>
      </dgm:prSet>
      <dgm:spPr/>
    </dgm:pt>
    <dgm:pt modelId="{E16EAF4C-9BBE-4A01-A801-376140F4D2B7}" type="pres">
      <dgm:prSet presAssocID="{17C1D5BF-56F5-4189-9DD6-FEDD039342AF}" presName="ThreeNodes_2_text" presStyleLbl="node1" presStyleIdx="2" presStyleCnt="3">
        <dgm:presLayoutVars>
          <dgm:bulletEnabled val="1"/>
        </dgm:presLayoutVars>
      </dgm:prSet>
      <dgm:spPr/>
    </dgm:pt>
    <dgm:pt modelId="{DB49184D-AC17-47D3-8562-4E1BC45EDE7C}" type="pres">
      <dgm:prSet presAssocID="{17C1D5BF-56F5-4189-9DD6-FEDD039342A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D5EB125-4385-4C86-9561-CB3D499407AF}" srcId="{17C1D5BF-56F5-4189-9DD6-FEDD039342AF}" destId="{738F0449-DF3D-4B1A-BF5E-C5E1E2A67D6E}" srcOrd="0" destOrd="0" parTransId="{79B8DE2A-6350-40F9-9715-21CB7381D8A8}" sibTransId="{AB7A9A8E-2D9C-4A5E-BA04-CCFC961DC322}"/>
    <dgm:cxn modelId="{D909B72C-B23B-4A76-B980-4DD57F06F794}" type="presOf" srcId="{0E05B75E-FDFD-4F3B-933B-611AE80FE18A}" destId="{145FBEAC-E668-4CD8-8724-94CB2B3C3EBA}" srcOrd="0" destOrd="0" presId="urn:microsoft.com/office/officeart/2005/8/layout/vProcess5"/>
    <dgm:cxn modelId="{16774038-F38F-4BE7-B936-496437684488}" type="presOf" srcId="{C1A620AC-4A41-45C2-9424-93049C91EFF9}" destId="{9276E4F2-960A-4F96-9D30-AC8FF4D0E780}" srcOrd="0" destOrd="0" presId="urn:microsoft.com/office/officeart/2005/8/layout/vProcess5"/>
    <dgm:cxn modelId="{BC23E95E-ADDD-4967-9D32-5B2254DFBCC4}" type="presOf" srcId="{EA80DD18-23E8-4EAA-B741-56D739AE5F18}" destId="{DB49184D-AC17-47D3-8562-4E1BC45EDE7C}" srcOrd="1" destOrd="0" presId="urn:microsoft.com/office/officeart/2005/8/layout/vProcess5"/>
    <dgm:cxn modelId="{401EA760-DC25-4433-BCC9-0C6036990303}" type="presOf" srcId="{17C1D5BF-56F5-4189-9DD6-FEDD039342AF}" destId="{DA3EAD39-E67D-4919-B4EB-ACC6A31DA80C}" srcOrd="0" destOrd="0" presId="urn:microsoft.com/office/officeart/2005/8/layout/vProcess5"/>
    <dgm:cxn modelId="{A00FED44-D07E-4499-B6DD-30DB406D8843}" type="presOf" srcId="{738F0449-DF3D-4B1A-BF5E-C5E1E2A67D6E}" destId="{A2328B43-B231-4BDE-95F8-2F916108E306}" srcOrd="0" destOrd="0" presId="urn:microsoft.com/office/officeart/2005/8/layout/vProcess5"/>
    <dgm:cxn modelId="{71387671-D99A-412B-B77B-543291398595}" type="presOf" srcId="{C1A620AC-4A41-45C2-9424-93049C91EFF9}" destId="{E16EAF4C-9BBE-4A01-A801-376140F4D2B7}" srcOrd="1" destOrd="0" presId="urn:microsoft.com/office/officeart/2005/8/layout/vProcess5"/>
    <dgm:cxn modelId="{272D5C59-1DE3-49CB-B63C-0462019F23E0}" type="presOf" srcId="{AB7A9A8E-2D9C-4A5E-BA04-CCFC961DC322}" destId="{D5E71476-57C2-456C-BAB1-EDBCF775F0D9}" srcOrd="0" destOrd="0" presId="urn:microsoft.com/office/officeart/2005/8/layout/vProcess5"/>
    <dgm:cxn modelId="{BB5A827E-BFC3-4D54-B706-1F15AF419A23}" srcId="{17C1D5BF-56F5-4189-9DD6-FEDD039342AF}" destId="{EA80DD18-23E8-4EAA-B741-56D739AE5F18}" srcOrd="2" destOrd="0" parTransId="{53826583-2B2A-4975-859E-44ADA19BD427}" sibTransId="{A3FA3210-5718-4D76-AB46-B71B933F7BC5}"/>
    <dgm:cxn modelId="{D08D2187-BCA8-4C8B-8D5B-69B904CA3A50}" srcId="{17C1D5BF-56F5-4189-9DD6-FEDD039342AF}" destId="{C1A620AC-4A41-45C2-9424-93049C91EFF9}" srcOrd="1" destOrd="0" parTransId="{F72A7A21-6337-4FCD-8943-E1E3BF5117CB}" sibTransId="{0E05B75E-FDFD-4F3B-933B-611AE80FE18A}"/>
    <dgm:cxn modelId="{065B19AD-562A-445A-BFD2-335E4C43FDF1}" type="presOf" srcId="{EA80DD18-23E8-4EAA-B741-56D739AE5F18}" destId="{1529E9D2-C491-47DD-809F-12DF5EA412E5}" srcOrd="0" destOrd="0" presId="urn:microsoft.com/office/officeart/2005/8/layout/vProcess5"/>
    <dgm:cxn modelId="{FB25ADE6-F05F-4330-942B-F4443FE152A4}" type="presOf" srcId="{738F0449-DF3D-4B1A-BF5E-C5E1E2A67D6E}" destId="{7B5C6D23-1E95-47FC-AC7F-2301498EB6FB}" srcOrd="1" destOrd="0" presId="urn:microsoft.com/office/officeart/2005/8/layout/vProcess5"/>
    <dgm:cxn modelId="{E3C08EA3-9DA7-4CE5-9CDA-4652402D8C82}" type="presParOf" srcId="{DA3EAD39-E67D-4919-B4EB-ACC6A31DA80C}" destId="{7D8DB886-5071-481E-A35F-9BDD7DACC61E}" srcOrd="0" destOrd="0" presId="urn:microsoft.com/office/officeart/2005/8/layout/vProcess5"/>
    <dgm:cxn modelId="{FAC7AF3E-3555-4A5C-8AC5-52A6FEA08250}" type="presParOf" srcId="{DA3EAD39-E67D-4919-B4EB-ACC6A31DA80C}" destId="{A2328B43-B231-4BDE-95F8-2F916108E306}" srcOrd="1" destOrd="0" presId="urn:microsoft.com/office/officeart/2005/8/layout/vProcess5"/>
    <dgm:cxn modelId="{C688FDBD-7135-4072-B575-FEBE83EDF65C}" type="presParOf" srcId="{DA3EAD39-E67D-4919-B4EB-ACC6A31DA80C}" destId="{9276E4F2-960A-4F96-9D30-AC8FF4D0E780}" srcOrd="2" destOrd="0" presId="urn:microsoft.com/office/officeart/2005/8/layout/vProcess5"/>
    <dgm:cxn modelId="{C654F6FD-5C43-4FE9-A172-D563F40967A1}" type="presParOf" srcId="{DA3EAD39-E67D-4919-B4EB-ACC6A31DA80C}" destId="{1529E9D2-C491-47DD-809F-12DF5EA412E5}" srcOrd="3" destOrd="0" presId="urn:microsoft.com/office/officeart/2005/8/layout/vProcess5"/>
    <dgm:cxn modelId="{E0809E5F-1852-4BA5-9969-BA64ABB54303}" type="presParOf" srcId="{DA3EAD39-E67D-4919-B4EB-ACC6A31DA80C}" destId="{D5E71476-57C2-456C-BAB1-EDBCF775F0D9}" srcOrd="4" destOrd="0" presId="urn:microsoft.com/office/officeart/2005/8/layout/vProcess5"/>
    <dgm:cxn modelId="{C3A3A2C2-8AC4-42AB-A0DA-C893381E5092}" type="presParOf" srcId="{DA3EAD39-E67D-4919-B4EB-ACC6A31DA80C}" destId="{145FBEAC-E668-4CD8-8724-94CB2B3C3EBA}" srcOrd="5" destOrd="0" presId="urn:microsoft.com/office/officeart/2005/8/layout/vProcess5"/>
    <dgm:cxn modelId="{4B9BF9AB-472A-4375-92E7-2FB298FBD460}" type="presParOf" srcId="{DA3EAD39-E67D-4919-B4EB-ACC6A31DA80C}" destId="{7B5C6D23-1E95-47FC-AC7F-2301498EB6FB}" srcOrd="6" destOrd="0" presId="urn:microsoft.com/office/officeart/2005/8/layout/vProcess5"/>
    <dgm:cxn modelId="{3083D031-9746-4647-B2E5-4C36202E51D7}" type="presParOf" srcId="{DA3EAD39-E67D-4919-B4EB-ACC6A31DA80C}" destId="{E16EAF4C-9BBE-4A01-A801-376140F4D2B7}" srcOrd="7" destOrd="0" presId="urn:microsoft.com/office/officeart/2005/8/layout/vProcess5"/>
    <dgm:cxn modelId="{8AA9A7FC-53E5-4250-B6E4-A6AD221BFB5A}" type="presParOf" srcId="{DA3EAD39-E67D-4919-B4EB-ACC6A31DA80C}" destId="{DB49184D-AC17-47D3-8562-4E1BC45EDE7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673F8D-3C96-42F6-A958-F17BE51B1DE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27E9358-48D5-4180-8906-C945E03E860B}">
      <dgm:prSet/>
      <dgm:spPr/>
      <dgm:t>
        <a:bodyPr/>
        <a:lstStyle/>
        <a:p>
          <a:pPr>
            <a:defRPr cap="all"/>
          </a:pPr>
          <a:r>
            <a:rPr lang="en-US"/>
            <a:t>Implement a user review system</a:t>
          </a:r>
        </a:p>
      </dgm:t>
    </dgm:pt>
    <dgm:pt modelId="{7AA00E6E-436A-41E5-9421-4F9BE4211843}" type="parTrans" cxnId="{A796CF50-017B-468D-B606-AE76FB36C73D}">
      <dgm:prSet/>
      <dgm:spPr/>
      <dgm:t>
        <a:bodyPr/>
        <a:lstStyle/>
        <a:p>
          <a:endParaRPr lang="en-US"/>
        </a:p>
      </dgm:t>
    </dgm:pt>
    <dgm:pt modelId="{540EBF3B-9C0D-4B28-822D-8CF71120EDD8}" type="sibTrans" cxnId="{A796CF50-017B-468D-B606-AE76FB36C73D}">
      <dgm:prSet/>
      <dgm:spPr/>
      <dgm:t>
        <a:bodyPr/>
        <a:lstStyle/>
        <a:p>
          <a:endParaRPr lang="en-US"/>
        </a:p>
      </dgm:t>
    </dgm:pt>
    <dgm:pt modelId="{CAEE12B1-FC73-40DC-8203-16C42927902B}">
      <dgm:prSet/>
      <dgm:spPr/>
      <dgm:t>
        <a:bodyPr/>
        <a:lstStyle/>
        <a:p>
          <a:pPr>
            <a:defRPr cap="all"/>
          </a:pPr>
          <a:r>
            <a:rPr lang="en-US"/>
            <a:t>Improve recommendation algorithms</a:t>
          </a:r>
        </a:p>
      </dgm:t>
    </dgm:pt>
    <dgm:pt modelId="{AD37914B-20F9-4CBF-95AA-B409D5AE5B89}" type="parTrans" cxnId="{02AA04F3-8D5A-4843-9431-B1F3EE70A64A}">
      <dgm:prSet/>
      <dgm:spPr/>
      <dgm:t>
        <a:bodyPr/>
        <a:lstStyle/>
        <a:p>
          <a:endParaRPr lang="en-US"/>
        </a:p>
      </dgm:t>
    </dgm:pt>
    <dgm:pt modelId="{60AE7A13-925E-4A0B-8FCF-BB6F733D213B}" type="sibTrans" cxnId="{02AA04F3-8D5A-4843-9431-B1F3EE70A64A}">
      <dgm:prSet/>
      <dgm:spPr/>
      <dgm:t>
        <a:bodyPr/>
        <a:lstStyle/>
        <a:p>
          <a:endParaRPr lang="en-US"/>
        </a:p>
      </dgm:t>
    </dgm:pt>
    <dgm:pt modelId="{92E61A5D-544C-45D6-AA7C-95779F68987E}">
      <dgm:prSet/>
      <dgm:spPr/>
      <dgm:t>
        <a:bodyPr/>
        <a:lstStyle/>
        <a:p>
          <a:pPr>
            <a:defRPr cap="all"/>
          </a:pPr>
          <a:r>
            <a:rPr lang="en-US"/>
            <a:t>Expand content categories</a:t>
          </a:r>
        </a:p>
      </dgm:t>
    </dgm:pt>
    <dgm:pt modelId="{2DDE4AAC-8574-4AA3-AE8D-1692937FD96C}" type="parTrans" cxnId="{47DAC663-1DD7-41DD-BABB-FBA8422DE7EC}">
      <dgm:prSet/>
      <dgm:spPr/>
      <dgm:t>
        <a:bodyPr/>
        <a:lstStyle/>
        <a:p>
          <a:endParaRPr lang="en-US"/>
        </a:p>
      </dgm:t>
    </dgm:pt>
    <dgm:pt modelId="{2FA550F4-9E90-413E-834E-CC00E8DEB0C1}" type="sibTrans" cxnId="{47DAC663-1DD7-41DD-BABB-FBA8422DE7EC}">
      <dgm:prSet/>
      <dgm:spPr/>
      <dgm:t>
        <a:bodyPr/>
        <a:lstStyle/>
        <a:p>
          <a:endParaRPr lang="en-US"/>
        </a:p>
      </dgm:t>
    </dgm:pt>
    <dgm:pt modelId="{8432A238-BFD9-4D88-BB75-83091A19694A}" type="pres">
      <dgm:prSet presAssocID="{DF673F8D-3C96-42F6-A958-F17BE51B1DE8}" presName="root" presStyleCnt="0">
        <dgm:presLayoutVars>
          <dgm:dir/>
          <dgm:resizeHandles val="exact"/>
        </dgm:presLayoutVars>
      </dgm:prSet>
      <dgm:spPr/>
    </dgm:pt>
    <dgm:pt modelId="{62BB1197-6AC8-47A8-A03B-057D50C4B87D}" type="pres">
      <dgm:prSet presAssocID="{327E9358-48D5-4180-8906-C945E03E860B}" presName="compNode" presStyleCnt="0"/>
      <dgm:spPr/>
    </dgm:pt>
    <dgm:pt modelId="{B83801A1-0F97-4FA7-86E0-410A43E710E0}" type="pres">
      <dgm:prSet presAssocID="{327E9358-48D5-4180-8906-C945E03E860B}" presName="iconBgRect" presStyleLbl="bgShp" presStyleIdx="0" presStyleCnt="3"/>
      <dgm:spPr/>
    </dgm:pt>
    <dgm:pt modelId="{3141C0B5-0493-4BEE-A5D0-E6774BDB1CB5}" type="pres">
      <dgm:prSet presAssocID="{327E9358-48D5-4180-8906-C945E03E86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lhasználó"/>
        </a:ext>
      </dgm:extLst>
    </dgm:pt>
    <dgm:pt modelId="{C47ED14B-A5AB-4B5B-A8FD-D0B955E22C47}" type="pres">
      <dgm:prSet presAssocID="{327E9358-48D5-4180-8906-C945E03E860B}" presName="spaceRect" presStyleCnt="0"/>
      <dgm:spPr/>
    </dgm:pt>
    <dgm:pt modelId="{DB932205-9275-471D-84E3-287CFFCC0408}" type="pres">
      <dgm:prSet presAssocID="{327E9358-48D5-4180-8906-C945E03E860B}" presName="textRect" presStyleLbl="revTx" presStyleIdx="0" presStyleCnt="3">
        <dgm:presLayoutVars>
          <dgm:chMax val="1"/>
          <dgm:chPref val="1"/>
        </dgm:presLayoutVars>
      </dgm:prSet>
      <dgm:spPr/>
    </dgm:pt>
    <dgm:pt modelId="{CA36E7C3-424D-4FD4-8C65-2AFAA12161F4}" type="pres">
      <dgm:prSet presAssocID="{540EBF3B-9C0D-4B28-822D-8CF71120EDD8}" presName="sibTrans" presStyleCnt="0"/>
      <dgm:spPr/>
    </dgm:pt>
    <dgm:pt modelId="{74B91D57-6B36-47AE-A75A-BF0DFF7B8279}" type="pres">
      <dgm:prSet presAssocID="{CAEE12B1-FC73-40DC-8203-16C42927902B}" presName="compNode" presStyleCnt="0"/>
      <dgm:spPr/>
    </dgm:pt>
    <dgm:pt modelId="{63F1815B-521C-44D7-B1E6-D609D93A9CDB}" type="pres">
      <dgm:prSet presAssocID="{CAEE12B1-FC73-40DC-8203-16C42927902B}" presName="iconBgRect" presStyleLbl="bgShp" presStyleIdx="1" presStyleCnt="3"/>
      <dgm:spPr/>
    </dgm:pt>
    <dgm:pt modelId="{EBAF699F-623A-4C5A-B5D5-4B573EF5CE56}" type="pres">
      <dgm:prSet presAssocID="{CAEE12B1-FC73-40DC-8203-16C42927902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4840190-C388-4ED2-9BDF-00EE8F700E9B}" type="pres">
      <dgm:prSet presAssocID="{CAEE12B1-FC73-40DC-8203-16C42927902B}" presName="spaceRect" presStyleCnt="0"/>
      <dgm:spPr/>
    </dgm:pt>
    <dgm:pt modelId="{E8CD8871-53F6-4558-9610-F63A559FC306}" type="pres">
      <dgm:prSet presAssocID="{CAEE12B1-FC73-40DC-8203-16C42927902B}" presName="textRect" presStyleLbl="revTx" presStyleIdx="1" presStyleCnt="3">
        <dgm:presLayoutVars>
          <dgm:chMax val="1"/>
          <dgm:chPref val="1"/>
        </dgm:presLayoutVars>
      </dgm:prSet>
      <dgm:spPr/>
    </dgm:pt>
    <dgm:pt modelId="{0466598D-1229-4B6C-A3F0-0FF86EF4D121}" type="pres">
      <dgm:prSet presAssocID="{60AE7A13-925E-4A0B-8FCF-BB6F733D213B}" presName="sibTrans" presStyleCnt="0"/>
      <dgm:spPr/>
    </dgm:pt>
    <dgm:pt modelId="{21E0ECC0-835B-4E6B-ADF0-647382FD04FA}" type="pres">
      <dgm:prSet presAssocID="{92E61A5D-544C-45D6-AA7C-95779F68987E}" presName="compNode" presStyleCnt="0"/>
      <dgm:spPr/>
    </dgm:pt>
    <dgm:pt modelId="{6975E993-16C7-4F7C-B100-4A5BB62A2130}" type="pres">
      <dgm:prSet presAssocID="{92E61A5D-544C-45D6-AA7C-95779F68987E}" presName="iconBgRect" presStyleLbl="bgShp" presStyleIdx="2" presStyleCnt="3"/>
      <dgm:spPr/>
    </dgm:pt>
    <dgm:pt modelId="{EFAD8481-F137-4EDF-8C1D-E694BC343AAB}" type="pres">
      <dgm:prSet presAssocID="{92E61A5D-544C-45D6-AA7C-95779F6898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pa"/>
        </a:ext>
      </dgm:extLst>
    </dgm:pt>
    <dgm:pt modelId="{F1F5B186-F367-4A49-89AE-25145AC4F846}" type="pres">
      <dgm:prSet presAssocID="{92E61A5D-544C-45D6-AA7C-95779F68987E}" presName="spaceRect" presStyleCnt="0"/>
      <dgm:spPr/>
    </dgm:pt>
    <dgm:pt modelId="{760DF096-2E53-4F73-B1E9-37F854C09C87}" type="pres">
      <dgm:prSet presAssocID="{92E61A5D-544C-45D6-AA7C-95779F68987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7E4091E-CF59-4F95-92B4-663D5B98FC0E}" type="presOf" srcId="{327E9358-48D5-4180-8906-C945E03E860B}" destId="{DB932205-9275-471D-84E3-287CFFCC0408}" srcOrd="0" destOrd="0" presId="urn:microsoft.com/office/officeart/2018/5/layout/IconCircleLabelList"/>
    <dgm:cxn modelId="{42392663-F950-4CE6-8113-55BE03087E80}" type="presOf" srcId="{92E61A5D-544C-45D6-AA7C-95779F68987E}" destId="{760DF096-2E53-4F73-B1E9-37F854C09C87}" srcOrd="0" destOrd="0" presId="urn:microsoft.com/office/officeart/2018/5/layout/IconCircleLabelList"/>
    <dgm:cxn modelId="{47DAC663-1DD7-41DD-BABB-FBA8422DE7EC}" srcId="{DF673F8D-3C96-42F6-A958-F17BE51B1DE8}" destId="{92E61A5D-544C-45D6-AA7C-95779F68987E}" srcOrd="2" destOrd="0" parTransId="{2DDE4AAC-8574-4AA3-AE8D-1692937FD96C}" sibTransId="{2FA550F4-9E90-413E-834E-CC00E8DEB0C1}"/>
    <dgm:cxn modelId="{A796CF50-017B-468D-B606-AE76FB36C73D}" srcId="{DF673F8D-3C96-42F6-A958-F17BE51B1DE8}" destId="{327E9358-48D5-4180-8906-C945E03E860B}" srcOrd="0" destOrd="0" parTransId="{7AA00E6E-436A-41E5-9421-4F9BE4211843}" sibTransId="{540EBF3B-9C0D-4B28-822D-8CF71120EDD8}"/>
    <dgm:cxn modelId="{26E1F2B6-2F48-4DDD-925F-68BA73C4DF98}" type="presOf" srcId="{DF673F8D-3C96-42F6-A958-F17BE51B1DE8}" destId="{8432A238-BFD9-4D88-BB75-83091A19694A}" srcOrd="0" destOrd="0" presId="urn:microsoft.com/office/officeart/2018/5/layout/IconCircleLabelList"/>
    <dgm:cxn modelId="{7A4B7FD4-025F-4A6E-8EC9-5C1D6A7E07E9}" type="presOf" srcId="{CAEE12B1-FC73-40DC-8203-16C42927902B}" destId="{E8CD8871-53F6-4558-9610-F63A559FC306}" srcOrd="0" destOrd="0" presId="urn:microsoft.com/office/officeart/2018/5/layout/IconCircleLabelList"/>
    <dgm:cxn modelId="{02AA04F3-8D5A-4843-9431-B1F3EE70A64A}" srcId="{DF673F8D-3C96-42F6-A958-F17BE51B1DE8}" destId="{CAEE12B1-FC73-40DC-8203-16C42927902B}" srcOrd="1" destOrd="0" parTransId="{AD37914B-20F9-4CBF-95AA-B409D5AE5B89}" sibTransId="{60AE7A13-925E-4A0B-8FCF-BB6F733D213B}"/>
    <dgm:cxn modelId="{64182967-843F-4789-B85E-8BE81A91C540}" type="presParOf" srcId="{8432A238-BFD9-4D88-BB75-83091A19694A}" destId="{62BB1197-6AC8-47A8-A03B-057D50C4B87D}" srcOrd="0" destOrd="0" presId="urn:microsoft.com/office/officeart/2018/5/layout/IconCircleLabelList"/>
    <dgm:cxn modelId="{8E0C571A-63B4-4953-89EA-4B66D19889A8}" type="presParOf" srcId="{62BB1197-6AC8-47A8-A03B-057D50C4B87D}" destId="{B83801A1-0F97-4FA7-86E0-410A43E710E0}" srcOrd="0" destOrd="0" presId="urn:microsoft.com/office/officeart/2018/5/layout/IconCircleLabelList"/>
    <dgm:cxn modelId="{FA473C8A-9C75-4961-861B-3C940A1222A7}" type="presParOf" srcId="{62BB1197-6AC8-47A8-A03B-057D50C4B87D}" destId="{3141C0B5-0493-4BEE-A5D0-E6774BDB1CB5}" srcOrd="1" destOrd="0" presId="urn:microsoft.com/office/officeart/2018/5/layout/IconCircleLabelList"/>
    <dgm:cxn modelId="{08C30B46-5DE3-4C80-8C76-DAEDE7895A1F}" type="presParOf" srcId="{62BB1197-6AC8-47A8-A03B-057D50C4B87D}" destId="{C47ED14B-A5AB-4B5B-A8FD-D0B955E22C47}" srcOrd="2" destOrd="0" presId="urn:microsoft.com/office/officeart/2018/5/layout/IconCircleLabelList"/>
    <dgm:cxn modelId="{BAC7E651-E0B8-4C96-9773-CDCC11D67A6B}" type="presParOf" srcId="{62BB1197-6AC8-47A8-A03B-057D50C4B87D}" destId="{DB932205-9275-471D-84E3-287CFFCC0408}" srcOrd="3" destOrd="0" presId="urn:microsoft.com/office/officeart/2018/5/layout/IconCircleLabelList"/>
    <dgm:cxn modelId="{CCA2D20A-1B21-4DC6-A0C9-6266B5721307}" type="presParOf" srcId="{8432A238-BFD9-4D88-BB75-83091A19694A}" destId="{CA36E7C3-424D-4FD4-8C65-2AFAA12161F4}" srcOrd="1" destOrd="0" presId="urn:microsoft.com/office/officeart/2018/5/layout/IconCircleLabelList"/>
    <dgm:cxn modelId="{805ADB70-3C63-4F3F-BF98-34BBB7036AC6}" type="presParOf" srcId="{8432A238-BFD9-4D88-BB75-83091A19694A}" destId="{74B91D57-6B36-47AE-A75A-BF0DFF7B8279}" srcOrd="2" destOrd="0" presId="urn:microsoft.com/office/officeart/2018/5/layout/IconCircleLabelList"/>
    <dgm:cxn modelId="{11E3BE28-A096-401B-B9D9-257A7DEDBDED}" type="presParOf" srcId="{74B91D57-6B36-47AE-A75A-BF0DFF7B8279}" destId="{63F1815B-521C-44D7-B1E6-D609D93A9CDB}" srcOrd="0" destOrd="0" presId="urn:microsoft.com/office/officeart/2018/5/layout/IconCircleLabelList"/>
    <dgm:cxn modelId="{8844924F-306B-4308-B199-0A450D02F641}" type="presParOf" srcId="{74B91D57-6B36-47AE-A75A-BF0DFF7B8279}" destId="{EBAF699F-623A-4C5A-B5D5-4B573EF5CE56}" srcOrd="1" destOrd="0" presId="urn:microsoft.com/office/officeart/2018/5/layout/IconCircleLabelList"/>
    <dgm:cxn modelId="{DE45C23D-5D2F-4EED-95F1-543BC583398F}" type="presParOf" srcId="{74B91D57-6B36-47AE-A75A-BF0DFF7B8279}" destId="{C4840190-C388-4ED2-9BDF-00EE8F700E9B}" srcOrd="2" destOrd="0" presId="urn:microsoft.com/office/officeart/2018/5/layout/IconCircleLabelList"/>
    <dgm:cxn modelId="{F35E056F-C98E-4DE4-A25F-B5AF94A182DA}" type="presParOf" srcId="{74B91D57-6B36-47AE-A75A-BF0DFF7B8279}" destId="{E8CD8871-53F6-4558-9610-F63A559FC306}" srcOrd="3" destOrd="0" presId="urn:microsoft.com/office/officeart/2018/5/layout/IconCircleLabelList"/>
    <dgm:cxn modelId="{D18AE4ED-C029-4205-948B-EC28EE655CD1}" type="presParOf" srcId="{8432A238-BFD9-4D88-BB75-83091A19694A}" destId="{0466598D-1229-4B6C-A3F0-0FF86EF4D121}" srcOrd="3" destOrd="0" presId="urn:microsoft.com/office/officeart/2018/5/layout/IconCircleLabelList"/>
    <dgm:cxn modelId="{3E7F7BC7-6558-4C20-BCE6-32E256C04504}" type="presParOf" srcId="{8432A238-BFD9-4D88-BB75-83091A19694A}" destId="{21E0ECC0-835B-4E6B-ADF0-647382FD04FA}" srcOrd="4" destOrd="0" presId="urn:microsoft.com/office/officeart/2018/5/layout/IconCircleLabelList"/>
    <dgm:cxn modelId="{D799E8EF-11EC-4DED-865F-F972A68F3675}" type="presParOf" srcId="{21E0ECC0-835B-4E6B-ADF0-647382FD04FA}" destId="{6975E993-16C7-4F7C-B100-4A5BB62A2130}" srcOrd="0" destOrd="0" presId="urn:microsoft.com/office/officeart/2018/5/layout/IconCircleLabelList"/>
    <dgm:cxn modelId="{9BB83AA4-A579-4A2A-93CA-34B9264410BB}" type="presParOf" srcId="{21E0ECC0-835B-4E6B-ADF0-647382FD04FA}" destId="{EFAD8481-F137-4EDF-8C1D-E694BC343AAB}" srcOrd="1" destOrd="0" presId="urn:microsoft.com/office/officeart/2018/5/layout/IconCircleLabelList"/>
    <dgm:cxn modelId="{2E860262-89F6-45AF-9851-00C187D4D32B}" type="presParOf" srcId="{21E0ECC0-835B-4E6B-ADF0-647382FD04FA}" destId="{F1F5B186-F367-4A49-89AE-25145AC4F846}" srcOrd="2" destOrd="0" presId="urn:microsoft.com/office/officeart/2018/5/layout/IconCircleLabelList"/>
    <dgm:cxn modelId="{87BEF5D0-B538-4448-9383-4A7C91760A64}" type="presParOf" srcId="{21E0ECC0-835B-4E6B-ADF0-647382FD04FA}" destId="{760DF096-2E53-4F73-B1E9-37F854C09C8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7F02D4-0A5D-46A1-A9AB-C0BEC842F22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1A329A-F946-4C2C-8C77-183215678189}">
      <dgm:prSet/>
      <dgm:spPr/>
      <dgm:t>
        <a:bodyPr/>
        <a:lstStyle/>
        <a:p>
          <a:r>
            <a:rPr lang="en-US"/>
            <a:t>Miklós Merse Márton</a:t>
          </a:r>
        </a:p>
      </dgm:t>
    </dgm:pt>
    <dgm:pt modelId="{7BAFA4A3-4672-48BF-8119-D9434800EC88}" type="parTrans" cxnId="{30FC6171-5D76-4D44-95A8-B8A3CD6AD807}">
      <dgm:prSet/>
      <dgm:spPr/>
      <dgm:t>
        <a:bodyPr/>
        <a:lstStyle/>
        <a:p>
          <a:endParaRPr lang="en-US"/>
        </a:p>
      </dgm:t>
    </dgm:pt>
    <dgm:pt modelId="{754D7AD5-877C-45E5-B196-7A00D019BAC7}" type="sibTrans" cxnId="{30FC6171-5D76-4D44-95A8-B8A3CD6AD807}">
      <dgm:prSet/>
      <dgm:spPr/>
      <dgm:t>
        <a:bodyPr/>
        <a:lstStyle/>
        <a:p>
          <a:endParaRPr lang="en-US"/>
        </a:p>
      </dgm:t>
    </dgm:pt>
    <dgm:pt modelId="{C9935666-F82F-4DBB-8886-3ED9188C3F92}">
      <dgm:prSet/>
      <dgm:spPr/>
      <dgm:t>
        <a:bodyPr/>
        <a:lstStyle/>
        <a:p>
          <a:r>
            <a:rPr lang="en-US"/>
            <a:t>Szitai Bence Márk</a:t>
          </a:r>
        </a:p>
      </dgm:t>
    </dgm:pt>
    <dgm:pt modelId="{EC14E4DF-69D1-4106-969B-C157ABF86880}" type="parTrans" cxnId="{D87489DD-3F90-4B6F-B21C-091DB8ADF121}">
      <dgm:prSet/>
      <dgm:spPr/>
      <dgm:t>
        <a:bodyPr/>
        <a:lstStyle/>
        <a:p>
          <a:endParaRPr lang="en-US"/>
        </a:p>
      </dgm:t>
    </dgm:pt>
    <dgm:pt modelId="{08A9D122-7654-460E-9977-BB85BF45991C}" type="sibTrans" cxnId="{D87489DD-3F90-4B6F-B21C-091DB8ADF121}">
      <dgm:prSet/>
      <dgm:spPr/>
      <dgm:t>
        <a:bodyPr/>
        <a:lstStyle/>
        <a:p>
          <a:endParaRPr lang="en-US"/>
        </a:p>
      </dgm:t>
    </dgm:pt>
    <dgm:pt modelId="{D037F6EA-2376-4D3F-9613-8E57801D520A}">
      <dgm:prSet/>
      <dgm:spPr/>
      <dgm:t>
        <a:bodyPr/>
        <a:lstStyle/>
        <a:p>
          <a:r>
            <a:rPr lang="en-US"/>
            <a:t>ChatGPT (AI Assistant)</a:t>
          </a:r>
        </a:p>
      </dgm:t>
    </dgm:pt>
    <dgm:pt modelId="{DCAD6A65-FA89-4388-AF40-F0EC4ADAB64D}" type="parTrans" cxnId="{4E6B0B82-08B2-40D8-92F5-1690D909E61F}">
      <dgm:prSet/>
      <dgm:spPr/>
      <dgm:t>
        <a:bodyPr/>
        <a:lstStyle/>
        <a:p>
          <a:endParaRPr lang="en-US"/>
        </a:p>
      </dgm:t>
    </dgm:pt>
    <dgm:pt modelId="{F0805390-E994-499F-88F0-C28BC8E8134B}" type="sibTrans" cxnId="{4E6B0B82-08B2-40D8-92F5-1690D909E61F}">
      <dgm:prSet/>
      <dgm:spPr/>
      <dgm:t>
        <a:bodyPr/>
        <a:lstStyle/>
        <a:p>
          <a:endParaRPr lang="en-US"/>
        </a:p>
      </dgm:t>
    </dgm:pt>
    <dgm:pt modelId="{65436B77-293C-44E6-8587-BA9117F6E709}" type="pres">
      <dgm:prSet presAssocID="{647F02D4-0A5D-46A1-A9AB-C0BEC842F2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6C3717-17BA-4657-84A8-B85C3C8C7C3C}" type="pres">
      <dgm:prSet presAssocID="{171A329A-F946-4C2C-8C77-183215678189}" presName="hierRoot1" presStyleCnt="0"/>
      <dgm:spPr/>
    </dgm:pt>
    <dgm:pt modelId="{D027C46B-8131-491B-904A-AE4848FC932B}" type="pres">
      <dgm:prSet presAssocID="{171A329A-F946-4C2C-8C77-183215678189}" presName="composite" presStyleCnt="0"/>
      <dgm:spPr/>
    </dgm:pt>
    <dgm:pt modelId="{DED8EF71-9FE0-4E97-B6B4-FA7188552B0F}" type="pres">
      <dgm:prSet presAssocID="{171A329A-F946-4C2C-8C77-183215678189}" presName="background" presStyleLbl="node0" presStyleIdx="0" presStyleCnt="3"/>
      <dgm:spPr/>
    </dgm:pt>
    <dgm:pt modelId="{AB7377F8-803A-42CA-A1B0-EA80D60B0740}" type="pres">
      <dgm:prSet presAssocID="{171A329A-F946-4C2C-8C77-183215678189}" presName="text" presStyleLbl="fgAcc0" presStyleIdx="0" presStyleCnt="3">
        <dgm:presLayoutVars>
          <dgm:chPref val="3"/>
        </dgm:presLayoutVars>
      </dgm:prSet>
      <dgm:spPr/>
    </dgm:pt>
    <dgm:pt modelId="{66DB01A1-FDD5-4215-B497-C50493A38213}" type="pres">
      <dgm:prSet presAssocID="{171A329A-F946-4C2C-8C77-183215678189}" presName="hierChild2" presStyleCnt="0"/>
      <dgm:spPr/>
    </dgm:pt>
    <dgm:pt modelId="{C1365E9C-0D25-4585-91DB-AE065682814A}" type="pres">
      <dgm:prSet presAssocID="{C9935666-F82F-4DBB-8886-3ED9188C3F92}" presName="hierRoot1" presStyleCnt="0"/>
      <dgm:spPr/>
    </dgm:pt>
    <dgm:pt modelId="{E21593E3-985C-43F5-9F35-D6CC5909F825}" type="pres">
      <dgm:prSet presAssocID="{C9935666-F82F-4DBB-8886-3ED9188C3F92}" presName="composite" presStyleCnt="0"/>
      <dgm:spPr/>
    </dgm:pt>
    <dgm:pt modelId="{A5427B7A-CA94-4458-8698-8CE804A169B6}" type="pres">
      <dgm:prSet presAssocID="{C9935666-F82F-4DBB-8886-3ED9188C3F92}" presName="background" presStyleLbl="node0" presStyleIdx="1" presStyleCnt="3"/>
      <dgm:spPr/>
    </dgm:pt>
    <dgm:pt modelId="{9010988E-1616-481C-BA0A-6FBC5256A5D2}" type="pres">
      <dgm:prSet presAssocID="{C9935666-F82F-4DBB-8886-3ED9188C3F92}" presName="text" presStyleLbl="fgAcc0" presStyleIdx="1" presStyleCnt="3">
        <dgm:presLayoutVars>
          <dgm:chPref val="3"/>
        </dgm:presLayoutVars>
      </dgm:prSet>
      <dgm:spPr/>
    </dgm:pt>
    <dgm:pt modelId="{DD70F142-6A56-4040-BC74-46673486F7F5}" type="pres">
      <dgm:prSet presAssocID="{C9935666-F82F-4DBB-8886-3ED9188C3F92}" presName="hierChild2" presStyleCnt="0"/>
      <dgm:spPr/>
    </dgm:pt>
    <dgm:pt modelId="{F689D16C-8161-4782-B398-87FEE3C569BA}" type="pres">
      <dgm:prSet presAssocID="{D037F6EA-2376-4D3F-9613-8E57801D520A}" presName="hierRoot1" presStyleCnt="0"/>
      <dgm:spPr/>
    </dgm:pt>
    <dgm:pt modelId="{CC873563-F98E-42B2-9809-EB1A3FF7CD10}" type="pres">
      <dgm:prSet presAssocID="{D037F6EA-2376-4D3F-9613-8E57801D520A}" presName="composite" presStyleCnt="0"/>
      <dgm:spPr/>
    </dgm:pt>
    <dgm:pt modelId="{9E29A6EA-E8E4-468A-8191-579EE17ABE53}" type="pres">
      <dgm:prSet presAssocID="{D037F6EA-2376-4D3F-9613-8E57801D520A}" presName="background" presStyleLbl="node0" presStyleIdx="2" presStyleCnt="3"/>
      <dgm:spPr/>
    </dgm:pt>
    <dgm:pt modelId="{B9859A3A-E366-495B-9B68-48E2F97EA000}" type="pres">
      <dgm:prSet presAssocID="{D037F6EA-2376-4D3F-9613-8E57801D520A}" presName="text" presStyleLbl="fgAcc0" presStyleIdx="2" presStyleCnt="3">
        <dgm:presLayoutVars>
          <dgm:chPref val="3"/>
        </dgm:presLayoutVars>
      </dgm:prSet>
      <dgm:spPr/>
    </dgm:pt>
    <dgm:pt modelId="{C2724A85-29EF-49B2-8754-D2A95A22A02A}" type="pres">
      <dgm:prSet presAssocID="{D037F6EA-2376-4D3F-9613-8E57801D520A}" presName="hierChild2" presStyleCnt="0"/>
      <dgm:spPr/>
    </dgm:pt>
  </dgm:ptLst>
  <dgm:cxnLst>
    <dgm:cxn modelId="{21467A66-136A-4E4D-9085-CDD12CD9FEFA}" type="presOf" srcId="{647F02D4-0A5D-46A1-A9AB-C0BEC842F22F}" destId="{65436B77-293C-44E6-8587-BA9117F6E709}" srcOrd="0" destOrd="0" presId="urn:microsoft.com/office/officeart/2005/8/layout/hierarchy1"/>
    <dgm:cxn modelId="{30FC6171-5D76-4D44-95A8-B8A3CD6AD807}" srcId="{647F02D4-0A5D-46A1-A9AB-C0BEC842F22F}" destId="{171A329A-F946-4C2C-8C77-183215678189}" srcOrd="0" destOrd="0" parTransId="{7BAFA4A3-4672-48BF-8119-D9434800EC88}" sibTransId="{754D7AD5-877C-45E5-B196-7A00D019BAC7}"/>
    <dgm:cxn modelId="{4E6B0B82-08B2-40D8-92F5-1690D909E61F}" srcId="{647F02D4-0A5D-46A1-A9AB-C0BEC842F22F}" destId="{D037F6EA-2376-4D3F-9613-8E57801D520A}" srcOrd="2" destOrd="0" parTransId="{DCAD6A65-FA89-4388-AF40-F0EC4ADAB64D}" sibTransId="{F0805390-E994-499F-88F0-C28BC8E8134B}"/>
    <dgm:cxn modelId="{50524DC4-E95E-4460-82D8-AB8C0DC562AA}" type="presOf" srcId="{D037F6EA-2376-4D3F-9613-8E57801D520A}" destId="{B9859A3A-E366-495B-9B68-48E2F97EA000}" srcOrd="0" destOrd="0" presId="urn:microsoft.com/office/officeart/2005/8/layout/hierarchy1"/>
    <dgm:cxn modelId="{A4A59AC5-110A-4F3A-A1C6-BD523393DB35}" type="presOf" srcId="{171A329A-F946-4C2C-8C77-183215678189}" destId="{AB7377F8-803A-42CA-A1B0-EA80D60B0740}" srcOrd="0" destOrd="0" presId="urn:microsoft.com/office/officeart/2005/8/layout/hierarchy1"/>
    <dgm:cxn modelId="{F3B583CF-3C0E-4E97-A703-A61467E5DA38}" type="presOf" srcId="{C9935666-F82F-4DBB-8886-3ED9188C3F92}" destId="{9010988E-1616-481C-BA0A-6FBC5256A5D2}" srcOrd="0" destOrd="0" presId="urn:microsoft.com/office/officeart/2005/8/layout/hierarchy1"/>
    <dgm:cxn modelId="{D87489DD-3F90-4B6F-B21C-091DB8ADF121}" srcId="{647F02D4-0A5D-46A1-A9AB-C0BEC842F22F}" destId="{C9935666-F82F-4DBB-8886-3ED9188C3F92}" srcOrd="1" destOrd="0" parTransId="{EC14E4DF-69D1-4106-969B-C157ABF86880}" sibTransId="{08A9D122-7654-460E-9977-BB85BF45991C}"/>
    <dgm:cxn modelId="{9F1DA342-6284-474E-9734-69F648C0B3CA}" type="presParOf" srcId="{65436B77-293C-44E6-8587-BA9117F6E709}" destId="{B66C3717-17BA-4657-84A8-B85C3C8C7C3C}" srcOrd="0" destOrd="0" presId="urn:microsoft.com/office/officeart/2005/8/layout/hierarchy1"/>
    <dgm:cxn modelId="{FD230C71-E865-448E-8454-2BB94F2FFD93}" type="presParOf" srcId="{B66C3717-17BA-4657-84A8-B85C3C8C7C3C}" destId="{D027C46B-8131-491B-904A-AE4848FC932B}" srcOrd="0" destOrd="0" presId="urn:microsoft.com/office/officeart/2005/8/layout/hierarchy1"/>
    <dgm:cxn modelId="{6E751C4A-BC1F-4432-9C04-6F4C896F83A3}" type="presParOf" srcId="{D027C46B-8131-491B-904A-AE4848FC932B}" destId="{DED8EF71-9FE0-4E97-B6B4-FA7188552B0F}" srcOrd="0" destOrd="0" presId="urn:microsoft.com/office/officeart/2005/8/layout/hierarchy1"/>
    <dgm:cxn modelId="{117BD24F-E6C8-440C-A548-0A8509E76674}" type="presParOf" srcId="{D027C46B-8131-491B-904A-AE4848FC932B}" destId="{AB7377F8-803A-42CA-A1B0-EA80D60B0740}" srcOrd="1" destOrd="0" presId="urn:microsoft.com/office/officeart/2005/8/layout/hierarchy1"/>
    <dgm:cxn modelId="{41C6E6B5-EB29-42D2-AE60-129B18AD407B}" type="presParOf" srcId="{B66C3717-17BA-4657-84A8-B85C3C8C7C3C}" destId="{66DB01A1-FDD5-4215-B497-C50493A38213}" srcOrd="1" destOrd="0" presId="urn:microsoft.com/office/officeart/2005/8/layout/hierarchy1"/>
    <dgm:cxn modelId="{B036AEE0-2BCA-429F-9FB6-39531C5A6B4C}" type="presParOf" srcId="{65436B77-293C-44E6-8587-BA9117F6E709}" destId="{C1365E9C-0D25-4585-91DB-AE065682814A}" srcOrd="1" destOrd="0" presId="urn:microsoft.com/office/officeart/2005/8/layout/hierarchy1"/>
    <dgm:cxn modelId="{97D4A203-DFF2-4595-A2F5-D65B5A330D8D}" type="presParOf" srcId="{C1365E9C-0D25-4585-91DB-AE065682814A}" destId="{E21593E3-985C-43F5-9F35-D6CC5909F825}" srcOrd="0" destOrd="0" presId="urn:microsoft.com/office/officeart/2005/8/layout/hierarchy1"/>
    <dgm:cxn modelId="{79A5A251-B063-4E41-B657-8C94E5D8AB98}" type="presParOf" srcId="{E21593E3-985C-43F5-9F35-D6CC5909F825}" destId="{A5427B7A-CA94-4458-8698-8CE804A169B6}" srcOrd="0" destOrd="0" presId="urn:microsoft.com/office/officeart/2005/8/layout/hierarchy1"/>
    <dgm:cxn modelId="{EFE4650A-F5F7-4994-BF9A-74E5A527D62C}" type="presParOf" srcId="{E21593E3-985C-43F5-9F35-D6CC5909F825}" destId="{9010988E-1616-481C-BA0A-6FBC5256A5D2}" srcOrd="1" destOrd="0" presId="urn:microsoft.com/office/officeart/2005/8/layout/hierarchy1"/>
    <dgm:cxn modelId="{AEC2AE0A-F111-411F-AA6D-12029D8D7FE8}" type="presParOf" srcId="{C1365E9C-0D25-4585-91DB-AE065682814A}" destId="{DD70F142-6A56-4040-BC74-46673486F7F5}" srcOrd="1" destOrd="0" presId="urn:microsoft.com/office/officeart/2005/8/layout/hierarchy1"/>
    <dgm:cxn modelId="{4B1D0A0B-98B6-473A-B5EC-943F55D5B41C}" type="presParOf" srcId="{65436B77-293C-44E6-8587-BA9117F6E709}" destId="{F689D16C-8161-4782-B398-87FEE3C569BA}" srcOrd="2" destOrd="0" presId="urn:microsoft.com/office/officeart/2005/8/layout/hierarchy1"/>
    <dgm:cxn modelId="{789F6F55-57B2-4762-9852-B48753A21F3F}" type="presParOf" srcId="{F689D16C-8161-4782-B398-87FEE3C569BA}" destId="{CC873563-F98E-42B2-9809-EB1A3FF7CD10}" srcOrd="0" destOrd="0" presId="urn:microsoft.com/office/officeart/2005/8/layout/hierarchy1"/>
    <dgm:cxn modelId="{30C0C693-96C8-4732-AB40-3469C24B848E}" type="presParOf" srcId="{CC873563-F98E-42B2-9809-EB1A3FF7CD10}" destId="{9E29A6EA-E8E4-468A-8191-579EE17ABE53}" srcOrd="0" destOrd="0" presId="urn:microsoft.com/office/officeart/2005/8/layout/hierarchy1"/>
    <dgm:cxn modelId="{6D7FE854-B53B-417F-8BC6-01964F35ADED}" type="presParOf" srcId="{CC873563-F98E-42B2-9809-EB1A3FF7CD10}" destId="{B9859A3A-E366-495B-9B68-48E2F97EA000}" srcOrd="1" destOrd="0" presId="urn:microsoft.com/office/officeart/2005/8/layout/hierarchy1"/>
    <dgm:cxn modelId="{DBF254A5-9154-42F0-ABCA-F6B7DC64C69B}" type="presParOf" srcId="{F689D16C-8161-4782-B398-87FEE3C569BA}" destId="{C2724A85-29EF-49B2-8754-D2A95A22A0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320BC-7DE4-4EFF-82BD-70E8E99E24E5}">
      <dsp:nvSpPr>
        <dsp:cNvPr id="0" name=""/>
        <dsp:cNvSpPr/>
      </dsp:nvSpPr>
      <dsp:spPr>
        <a:xfrm>
          <a:off x="0" y="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Login &amp; Registration System</a:t>
          </a:r>
        </a:p>
      </dsp:txBody>
      <dsp:txXfrm>
        <a:off x="22105" y="22105"/>
        <a:ext cx="5408133" cy="710494"/>
      </dsp:txXfrm>
    </dsp:sp>
    <dsp:sp modelId="{84634CBA-3F38-4401-81A1-188E757F5149}">
      <dsp:nvSpPr>
        <dsp:cNvPr id="0" name=""/>
        <dsp:cNvSpPr/>
      </dsp:nvSpPr>
      <dsp:spPr>
        <a:xfrm>
          <a:off x="471262" y="85952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Search Bar &amp; Navigation</a:t>
          </a:r>
        </a:p>
      </dsp:txBody>
      <dsp:txXfrm>
        <a:off x="493367" y="881630"/>
        <a:ext cx="5304789" cy="710494"/>
      </dsp:txXfrm>
    </dsp:sp>
    <dsp:sp modelId="{7D3703F7-CC99-4041-8082-EB6449E33076}">
      <dsp:nvSpPr>
        <dsp:cNvPr id="0" name=""/>
        <dsp:cNvSpPr/>
      </dsp:nvSpPr>
      <dsp:spPr>
        <a:xfrm>
          <a:off x="942525" y="171905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Dropdown Menus for Genres</a:t>
          </a:r>
        </a:p>
      </dsp:txBody>
      <dsp:txXfrm>
        <a:off x="964630" y="1741155"/>
        <a:ext cx="5304789" cy="710494"/>
      </dsp:txXfrm>
    </dsp:sp>
    <dsp:sp modelId="{AB37E79F-8FFD-424C-A938-3607547E446F}">
      <dsp:nvSpPr>
        <dsp:cNvPr id="0" name=""/>
        <dsp:cNvSpPr/>
      </dsp:nvSpPr>
      <dsp:spPr>
        <a:xfrm>
          <a:off x="1413787" y="257857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Profile Picture Update &amp; Logout</a:t>
          </a:r>
        </a:p>
      </dsp:txBody>
      <dsp:txXfrm>
        <a:off x="1435892" y="2600680"/>
        <a:ext cx="5304789" cy="710494"/>
      </dsp:txXfrm>
    </dsp:sp>
    <dsp:sp modelId="{E4B6405F-C79B-4F86-BEF7-DA97B5BFCCB6}">
      <dsp:nvSpPr>
        <dsp:cNvPr id="0" name=""/>
        <dsp:cNvSpPr/>
      </dsp:nvSpPr>
      <dsp:spPr>
        <a:xfrm>
          <a:off x="1885050" y="343810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Animated UI Elements</a:t>
          </a:r>
        </a:p>
      </dsp:txBody>
      <dsp:txXfrm>
        <a:off x="1907155" y="3460205"/>
        <a:ext cx="5304789" cy="710494"/>
      </dsp:txXfrm>
    </dsp:sp>
    <dsp:sp modelId="{1D14EC51-5BF2-4BC8-82CD-69BB399B455C}">
      <dsp:nvSpPr>
        <dsp:cNvPr id="0" name=""/>
        <dsp:cNvSpPr/>
      </dsp:nvSpPr>
      <dsp:spPr>
        <a:xfrm>
          <a:off x="5820262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30638" y="551353"/>
        <a:ext cx="269806" cy="369145"/>
      </dsp:txXfrm>
    </dsp:sp>
    <dsp:sp modelId="{1F0CE241-8548-49F8-818E-DF589A52187C}">
      <dsp:nvSpPr>
        <dsp:cNvPr id="0" name=""/>
        <dsp:cNvSpPr/>
      </dsp:nvSpPr>
      <dsp:spPr>
        <a:xfrm>
          <a:off x="6291525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01901" y="1410878"/>
        <a:ext cx="269806" cy="369145"/>
      </dsp:txXfrm>
    </dsp:sp>
    <dsp:sp modelId="{3B19D2E1-BD05-4DF8-9F44-A1643F0662B2}">
      <dsp:nvSpPr>
        <dsp:cNvPr id="0" name=""/>
        <dsp:cNvSpPr/>
      </dsp:nvSpPr>
      <dsp:spPr>
        <a:xfrm>
          <a:off x="6762787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163" y="2257825"/>
        <a:ext cx="269806" cy="369145"/>
      </dsp:txXfrm>
    </dsp:sp>
    <dsp:sp modelId="{A3AD9C3F-8E90-4425-9FA7-733DA2AEEF26}">
      <dsp:nvSpPr>
        <dsp:cNvPr id="0" name=""/>
        <dsp:cNvSpPr/>
      </dsp:nvSpPr>
      <dsp:spPr>
        <a:xfrm>
          <a:off x="723405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44426" y="3125736"/>
        <a:ext cx="269806" cy="369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73404-10F4-46F5-B98B-1411BEE8C39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84D8D-71E6-4809-A517-B854BCB655D1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1742A-C807-4E59-8DE6-A82487A27D62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Developed using React.js</a:t>
          </a:r>
        </a:p>
      </dsp:txBody>
      <dsp:txXfrm>
        <a:off x="25435" y="2456402"/>
        <a:ext cx="1800000" cy="720000"/>
      </dsp:txXfrm>
    </dsp:sp>
    <dsp:sp modelId="{1C809CA0-7422-4C12-B95F-872980CBFDC2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F7C7D-68AD-4F29-84AC-A90B070A3466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02A71-BA1F-4C1E-A126-FDC23294984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Dynamic &amp; Responsive UI</a:t>
          </a:r>
        </a:p>
      </dsp:txBody>
      <dsp:txXfrm>
        <a:off x="2140435" y="2456402"/>
        <a:ext cx="1800000" cy="720000"/>
      </dsp:txXfrm>
    </dsp:sp>
    <dsp:sp modelId="{8FE9C086-031E-40CC-936E-98912D4C0E7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5FFEF-B3D7-4C99-BEAA-47AD54043A8D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5C0F7-5791-4398-944B-75E69CA0EA3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Interactive Animations</a:t>
          </a:r>
        </a:p>
      </dsp:txBody>
      <dsp:txXfrm>
        <a:off x="4255435" y="2456402"/>
        <a:ext cx="1800000" cy="720000"/>
      </dsp:txXfrm>
    </dsp:sp>
    <dsp:sp modelId="{316BF0F8-DD4D-4EEB-9DC8-E3E0C12AE32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F7EAA-9687-46DA-B6B2-A0C2D53A7CF4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94D61-27A1-4A74-8341-7EE5BD5CF74B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Smooth User Experience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6BBD8-8BCE-4C47-A817-3117C086B60C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5B46A-C943-4B33-8C78-D5343B1AD6B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Built with C#</a:t>
          </a:r>
        </a:p>
      </dsp:txBody>
      <dsp:txXfrm>
        <a:off x="78583" y="2435142"/>
        <a:ext cx="2399612" cy="720000"/>
      </dsp:txXfrm>
    </dsp:sp>
    <dsp:sp modelId="{D95A88AA-F0BA-4A38-99E2-C1388C69CF60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2A511-5784-4100-879A-794B0B079E76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MySQL Database for storing user data and ratings</a:t>
          </a:r>
        </a:p>
      </dsp:txBody>
      <dsp:txXfrm>
        <a:off x="2898129" y="2435142"/>
        <a:ext cx="2399612" cy="720000"/>
      </dsp:txXfrm>
    </dsp:sp>
    <dsp:sp modelId="{8C591BB2-0D7A-4D00-8752-EA6CD607B192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EA177-4586-4E74-A9C8-DE2E11BCAF31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Secure authentication system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8B43-B231-4BDE-95F8-2F916108E306}">
      <dsp:nvSpPr>
        <dsp:cNvPr id="0" name=""/>
        <dsp:cNvSpPr/>
      </dsp:nvSpPr>
      <dsp:spPr>
        <a:xfrm>
          <a:off x="0" y="0"/>
          <a:ext cx="4068944" cy="899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Users can register and log in</a:t>
          </a:r>
        </a:p>
      </dsp:txBody>
      <dsp:txXfrm>
        <a:off x="26352" y="26352"/>
        <a:ext cx="3098069" cy="847022"/>
      </dsp:txXfrm>
    </dsp:sp>
    <dsp:sp modelId="{9276E4F2-960A-4F96-9D30-AC8FF4D0E780}">
      <dsp:nvSpPr>
        <dsp:cNvPr id="0" name=""/>
        <dsp:cNvSpPr/>
      </dsp:nvSpPr>
      <dsp:spPr>
        <a:xfrm>
          <a:off x="359024" y="1049680"/>
          <a:ext cx="4068944" cy="899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Profile picture customization</a:t>
          </a:r>
        </a:p>
      </dsp:txBody>
      <dsp:txXfrm>
        <a:off x="385376" y="1076032"/>
        <a:ext cx="3072393" cy="847022"/>
      </dsp:txXfrm>
    </dsp:sp>
    <dsp:sp modelId="{1529E9D2-C491-47DD-809F-12DF5EA412E5}">
      <dsp:nvSpPr>
        <dsp:cNvPr id="0" name=""/>
        <dsp:cNvSpPr/>
      </dsp:nvSpPr>
      <dsp:spPr>
        <a:xfrm>
          <a:off x="718048" y="2099360"/>
          <a:ext cx="4068944" cy="8997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Logout functionality</a:t>
          </a:r>
        </a:p>
      </dsp:txBody>
      <dsp:txXfrm>
        <a:off x="744400" y="2125712"/>
        <a:ext cx="3072393" cy="847022"/>
      </dsp:txXfrm>
    </dsp:sp>
    <dsp:sp modelId="{D5E71476-57C2-456C-BAB1-EDBCF775F0D9}">
      <dsp:nvSpPr>
        <dsp:cNvPr id="0" name=""/>
        <dsp:cNvSpPr/>
      </dsp:nvSpPr>
      <dsp:spPr>
        <a:xfrm>
          <a:off x="3484122" y="682292"/>
          <a:ext cx="584821" cy="584821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15707" y="682292"/>
        <a:ext cx="321651" cy="440078"/>
      </dsp:txXfrm>
    </dsp:sp>
    <dsp:sp modelId="{145FBEAC-E668-4CD8-8724-94CB2B3C3EBA}">
      <dsp:nvSpPr>
        <dsp:cNvPr id="0" name=""/>
        <dsp:cNvSpPr/>
      </dsp:nvSpPr>
      <dsp:spPr>
        <a:xfrm>
          <a:off x="3843146" y="1725974"/>
          <a:ext cx="584821" cy="584821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974731" y="1725974"/>
        <a:ext cx="321651" cy="4400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801A1-0F97-4FA7-86E0-410A43E710E0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1C0B5-0493-4BEE-A5D0-E6774BDB1CB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32205-9275-471D-84E3-287CFFCC0408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Implement a user review system</a:t>
          </a:r>
        </a:p>
      </dsp:txBody>
      <dsp:txXfrm>
        <a:off x="46529" y="2703902"/>
        <a:ext cx="2418750" cy="720000"/>
      </dsp:txXfrm>
    </dsp:sp>
    <dsp:sp modelId="{63F1815B-521C-44D7-B1E6-D609D93A9CD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F699F-623A-4C5A-B5D5-4B573EF5CE56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D8871-53F6-4558-9610-F63A559FC306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Improve recommendation algorithms</a:t>
          </a:r>
        </a:p>
      </dsp:txBody>
      <dsp:txXfrm>
        <a:off x="2888560" y="2703902"/>
        <a:ext cx="2418750" cy="720000"/>
      </dsp:txXfrm>
    </dsp:sp>
    <dsp:sp modelId="{6975E993-16C7-4F7C-B100-4A5BB62A2130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D8481-F137-4EDF-8C1D-E694BC343AAB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DF096-2E53-4F73-B1E9-37F854C09C8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Expand content categories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8EF71-9FE0-4E97-B6B4-FA7188552B0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377F8-803A-42CA-A1B0-EA80D60B0740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Miklós Merse Márton</a:t>
          </a:r>
        </a:p>
      </dsp:txBody>
      <dsp:txXfrm>
        <a:off x="298991" y="1277365"/>
        <a:ext cx="2219346" cy="1377989"/>
      </dsp:txXfrm>
    </dsp:sp>
    <dsp:sp modelId="{A5427B7A-CA94-4458-8698-8CE804A169B6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0988E-1616-481C-BA0A-6FBC5256A5D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Szitai Bence Márk</a:t>
          </a:r>
        </a:p>
      </dsp:txBody>
      <dsp:txXfrm>
        <a:off x="3116322" y="1277365"/>
        <a:ext cx="2219346" cy="1377989"/>
      </dsp:txXfrm>
    </dsp:sp>
    <dsp:sp modelId="{9E29A6EA-E8E4-468A-8191-579EE17ABE53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59A3A-E366-495B-9B68-48E2F97EA000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ChatGPT (AI Assistant)</a:t>
          </a:r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0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1.pn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rello.com/w/filmsorozatajanl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ttogatott kukorica és ital üres piros Színház">
            <a:extLst>
              <a:ext uri="{FF2B5EF4-FFF2-40B4-BE49-F238E27FC236}">
                <a16:creationId xmlns:a16="http://schemas.microsoft.com/office/drawing/2014/main" id="{8D7F8D28-7C16-009D-37B9-8E9C0954B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3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hu-HU" sz="3100">
                <a:latin typeface="Syne Bold"/>
              </a:rPr>
              <a:t>FilmFókusz - Movie &amp; Series 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000">
                <a:latin typeface="Overpass Light" panose="020B0604020202020204" charset="-18"/>
              </a:rPr>
              <a:t>End-of-Year Project Presentation</a:t>
            </a:r>
          </a:p>
          <a:p>
            <a:pPr algn="l">
              <a:lnSpc>
                <a:spcPct val="90000"/>
              </a:lnSpc>
            </a:pPr>
            <a:endParaRPr lang="en-US" sz="1000">
              <a:latin typeface="Overpass Light" panose="020B0604020202020204" charset="-18"/>
            </a:endParaRPr>
          </a:p>
          <a:p>
            <a:pPr algn="l">
              <a:lnSpc>
                <a:spcPct val="90000"/>
              </a:lnSpc>
            </a:pPr>
            <a:r>
              <a:rPr lang="en-US" sz="1000">
                <a:latin typeface="Overpass Light" panose="020B0604020202020204" charset="-18"/>
              </a:rPr>
              <a:t>By: Miklós Merse Márton, Szitai Bence Márk &amp; ChatGPT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hu-HU" sz="3500">
                <a:latin typeface="Syne Bold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The goal of the project is to create a movie and Series recommendation website that helps users easily and quickly find content that matches their interests.</a:t>
            </a:r>
          </a:p>
          <a:p>
            <a:pPr marL="0" lv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/>
              <a:t>Users can easily choose which movie or TV show they want to watch based on their preferences.</a:t>
            </a:r>
          </a:p>
        </p:txBody>
      </p:sp>
      <p:pic>
        <p:nvPicPr>
          <p:cNvPr id="5" name="Picture 4" descr="Filmtekercs és csapó">
            <a:extLst>
              <a:ext uri="{FF2B5EF4-FFF2-40B4-BE49-F238E27FC236}">
                <a16:creationId xmlns:a16="http://schemas.microsoft.com/office/drawing/2014/main" id="{213373CC-E492-7909-2CF7-7C995589EF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98" r="37552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hu-HU" sz="3500">
                <a:solidFill>
                  <a:srgbClr val="FFFFFF"/>
                </a:solidFill>
                <a:latin typeface="Syne Bold"/>
              </a:rPr>
              <a:t>Key Features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F115798-8383-605C-FD5D-A14091969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8059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hu-HU" sz="3500">
                <a:solidFill>
                  <a:srgbClr val="FFFFFF"/>
                </a:solidFill>
                <a:latin typeface="Syne Bold"/>
              </a:rPr>
              <a:t>Frontend Technologies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5775EA8-BE9A-F67B-5D8B-6F645D2A0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8606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hu-HU" sz="3500">
                <a:solidFill>
                  <a:srgbClr val="FFFFFF"/>
                </a:solidFill>
                <a:latin typeface="Syne Bold"/>
              </a:rPr>
              <a:t>Backend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309C74-BDCA-1E38-C215-9F55D802C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1210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szöveg, képernyőkép, Grafikus tervezés, művésze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5A64680-3312-461C-C8F4-61F5C5FB3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90" r="18287" b="-1"/>
          <a:stretch/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hu-HU" sz="3500">
                <a:latin typeface="Syne Bold"/>
              </a:rPr>
              <a:t>User Experience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Overpass Light" panose="020B0604020202020204" charset="-18"/>
              </a:rPr>
              <a:t>Search Functionality</a:t>
            </a:r>
          </a:p>
          <a:p>
            <a:r>
              <a:rPr lang="en-US" sz="1700" dirty="0">
                <a:latin typeface="Overpass Light" panose="020B0604020202020204" charset="-18"/>
              </a:rPr>
              <a:t>Genre Dropdown Menus</a:t>
            </a:r>
          </a:p>
          <a:p>
            <a:r>
              <a:rPr lang="en-US" sz="1700" dirty="0">
                <a:latin typeface="Overpass Light" panose="020B0604020202020204" charset="-18"/>
              </a:rPr>
              <a:t>Smooth Page Navigation</a:t>
            </a:r>
          </a:p>
          <a:p>
            <a:r>
              <a:rPr lang="en-US" sz="1700" dirty="0">
                <a:latin typeface="Overpass Light" panose="020B0604020202020204" charset="-18"/>
              </a:rPr>
              <a:t>Intuitive 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szöveg, vázlat, művészet, rajz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34CE98B-5CE0-AF3A-C096-78A4F16760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l="16114" r="21553" b="1"/>
          <a:stretch/>
        </p:blipFill>
        <p:spPr>
          <a:xfrm>
            <a:off x="-5" y="10"/>
            <a:ext cx="9144000" cy="685799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6B8807B-7828-4E42-86D6-939A5397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7500" cy="3414954"/>
          </a:xfrm>
          <a:custGeom>
            <a:avLst/>
            <a:gdLst>
              <a:gd name="connsiteX0" fmla="*/ 144173 w 4666892"/>
              <a:gd name="connsiteY0" fmla="*/ 0 h 3481643"/>
              <a:gd name="connsiteX1" fmla="*/ 4666892 w 4666892"/>
              <a:gd name="connsiteY1" fmla="*/ 0 h 3481643"/>
              <a:gd name="connsiteX2" fmla="*/ 4666892 w 4666892"/>
              <a:gd name="connsiteY2" fmla="*/ 2512390 h 3481643"/>
              <a:gd name="connsiteX3" fmla="*/ 4657487 w 4666892"/>
              <a:gd name="connsiteY3" fmla="*/ 2524968 h 3481643"/>
              <a:gd name="connsiteX4" fmla="*/ 2628900 w 4666892"/>
              <a:gd name="connsiteY4" fmla="*/ 3481643 h 3481643"/>
              <a:gd name="connsiteX5" fmla="*/ 0 w 4666892"/>
              <a:gd name="connsiteY5" fmla="*/ 852743 h 3481643"/>
              <a:gd name="connsiteX6" fmla="*/ 118190 w 4666892"/>
              <a:gd name="connsiteY6" fmla="*/ 70989 h 348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6892" h="3481643">
                <a:moveTo>
                  <a:pt x="144173" y="0"/>
                </a:moveTo>
                <a:lnTo>
                  <a:pt x="4666892" y="0"/>
                </a:lnTo>
                <a:lnTo>
                  <a:pt x="4666892" y="2512390"/>
                </a:lnTo>
                <a:lnTo>
                  <a:pt x="4657487" y="2524968"/>
                </a:lnTo>
                <a:cubicBezTo>
                  <a:pt x="4175308" y="3109233"/>
                  <a:pt x="3445594" y="3481643"/>
                  <a:pt x="2628900" y="3481643"/>
                </a:cubicBezTo>
                <a:cubicBezTo>
                  <a:pt x="1176999" y="3481643"/>
                  <a:pt x="0" y="2304644"/>
                  <a:pt x="0" y="852743"/>
                </a:cubicBezTo>
                <a:cubicBezTo>
                  <a:pt x="0" y="580512"/>
                  <a:pt x="41379" y="317945"/>
                  <a:pt x="118190" y="70989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Kép 7" descr="A képen szöveg, képernyőkép, Betűtípus, emblém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EF0C0B4-EB21-4045-63FA-61F9BA5C7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16" r="2" b="29174"/>
          <a:stretch/>
        </p:blipFill>
        <p:spPr>
          <a:xfrm>
            <a:off x="4733566" y="10"/>
            <a:ext cx="4415936" cy="3253380"/>
          </a:xfrm>
          <a:custGeom>
            <a:avLst/>
            <a:gdLst/>
            <a:ahLst/>
            <a:cxnLst/>
            <a:rect l="l" t="t" r="r" b="b"/>
            <a:pathLst>
              <a:path w="4502173" h="3316924">
                <a:moveTo>
                  <a:pt x="154695" y="0"/>
                </a:moveTo>
                <a:lnTo>
                  <a:pt x="4502173" y="0"/>
                </a:lnTo>
                <a:lnTo>
                  <a:pt x="4502173" y="2237639"/>
                </a:lnTo>
                <a:lnTo>
                  <a:pt x="4365663" y="2420191"/>
                </a:lnTo>
                <a:cubicBezTo>
                  <a:pt x="3913696" y="2967849"/>
                  <a:pt x="3229704" y="3316924"/>
                  <a:pt x="2464181" y="3316924"/>
                </a:cubicBezTo>
                <a:cubicBezTo>
                  <a:pt x="1103251" y="3316924"/>
                  <a:pt x="0" y="2213673"/>
                  <a:pt x="0" y="852743"/>
                </a:cubicBezTo>
                <a:cubicBezTo>
                  <a:pt x="0" y="597569"/>
                  <a:pt x="38787" y="351454"/>
                  <a:pt x="110786" y="119971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489" y="1550737"/>
            <a:ext cx="4790327" cy="994172"/>
          </a:xfrm>
        </p:spPr>
        <p:txBody>
          <a:bodyPr>
            <a:normAutofit/>
          </a:bodyPr>
          <a:lstStyle/>
          <a:p>
            <a:r>
              <a:rPr lang="hu-HU">
                <a:latin typeface="Syne Bold"/>
              </a:rPr>
              <a:t>User Accounts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48F5915-2CE1-4F74-88C5-D4366893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1736" y="4279392"/>
            <a:ext cx="3152258" cy="2583439"/>
          </a:xfrm>
          <a:custGeom>
            <a:avLst/>
            <a:gdLst>
              <a:gd name="connsiteX0" fmla="*/ 2070613 w 3587263"/>
              <a:gd name="connsiteY0" fmla="*/ 0 h 2939948"/>
              <a:gd name="connsiteX1" fmla="*/ 3534758 w 3587263"/>
              <a:gd name="connsiteY1" fmla="*/ 606469 h 2939948"/>
              <a:gd name="connsiteX2" fmla="*/ 3587263 w 3587263"/>
              <a:gd name="connsiteY2" fmla="*/ 664240 h 2939948"/>
              <a:gd name="connsiteX3" fmla="*/ 3587263 w 3587263"/>
              <a:gd name="connsiteY3" fmla="*/ 2939948 h 2939948"/>
              <a:gd name="connsiteX4" fmla="*/ 193241 w 3587263"/>
              <a:gd name="connsiteY4" fmla="*/ 2939948 h 2939948"/>
              <a:gd name="connsiteX5" fmla="*/ 162719 w 3587263"/>
              <a:gd name="connsiteY5" fmla="*/ 2876589 h 2939948"/>
              <a:gd name="connsiteX6" fmla="*/ 0 w 3587263"/>
              <a:gd name="connsiteY6" fmla="*/ 2070613 h 2939948"/>
              <a:gd name="connsiteX7" fmla="*/ 2070613 w 3587263"/>
              <a:gd name="connsiteY7" fmla="*/ 0 h 2939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7263" h="2939948">
                <a:moveTo>
                  <a:pt x="2070613" y="0"/>
                </a:moveTo>
                <a:cubicBezTo>
                  <a:pt x="2642397" y="0"/>
                  <a:pt x="3160050" y="231761"/>
                  <a:pt x="3534758" y="606469"/>
                </a:cubicBezTo>
                <a:lnTo>
                  <a:pt x="3587263" y="664240"/>
                </a:lnTo>
                <a:lnTo>
                  <a:pt x="3587263" y="2939948"/>
                </a:lnTo>
                <a:lnTo>
                  <a:pt x="193241" y="2939948"/>
                </a:lnTo>
                <a:lnTo>
                  <a:pt x="162719" y="2876589"/>
                </a:lnTo>
                <a:cubicBezTo>
                  <a:pt x="57940" y="2628865"/>
                  <a:pt x="0" y="2356505"/>
                  <a:pt x="0" y="2070613"/>
                </a:cubicBezTo>
                <a:cubicBezTo>
                  <a:pt x="0" y="927045"/>
                  <a:pt x="927045" y="0"/>
                  <a:pt x="2070613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Kép 9" descr="A képen szöveg, vázlat, művészet, rajz látható">
            <a:extLst>
              <a:ext uri="{FF2B5EF4-FFF2-40B4-BE49-F238E27FC236}">
                <a16:creationId xmlns:a16="http://schemas.microsoft.com/office/drawing/2014/main" id="{464923CF-87B4-6D82-B6C6-FA66F4D8C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39" r="24876" b="1"/>
          <a:stretch/>
        </p:blipFill>
        <p:spPr>
          <a:xfrm>
            <a:off x="6135933" y="4423590"/>
            <a:ext cx="3008068" cy="2439248"/>
          </a:xfrm>
          <a:custGeom>
            <a:avLst/>
            <a:gdLst/>
            <a:ahLst/>
            <a:cxnLst/>
            <a:rect l="l" t="t" r="r" b="b"/>
            <a:pathLst>
              <a:path w="3423175" h="2775859">
                <a:moveTo>
                  <a:pt x="1906524" y="0"/>
                </a:moveTo>
                <a:cubicBezTo>
                  <a:pt x="2498805" y="0"/>
                  <a:pt x="3028006" y="270078"/>
                  <a:pt x="3377691" y="693798"/>
                </a:cubicBezTo>
                <a:lnTo>
                  <a:pt x="3423175" y="754624"/>
                </a:lnTo>
                <a:lnTo>
                  <a:pt x="3423175" y="2775859"/>
                </a:lnTo>
                <a:lnTo>
                  <a:pt x="211114" y="2775859"/>
                </a:lnTo>
                <a:lnTo>
                  <a:pt x="149824" y="2648629"/>
                </a:lnTo>
                <a:cubicBezTo>
                  <a:pt x="53349" y="2420536"/>
                  <a:pt x="0" y="2169760"/>
                  <a:pt x="0" y="1906524"/>
                </a:cubicBezTo>
                <a:cubicBezTo>
                  <a:pt x="0" y="853580"/>
                  <a:pt x="853580" y="0"/>
                  <a:pt x="1906524" y="0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4A7DF2-4750-90D8-FBCF-A5841E7B7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277913"/>
              </p:ext>
            </p:extLst>
          </p:nvPr>
        </p:nvGraphicFramePr>
        <p:xfrm>
          <a:off x="610350" y="2852832"/>
          <a:ext cx="4786993" cy="299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hu-HU" sz="3500">
                <a:solidFill>
                  <a:srgbClr val="FFFFFF"/>
                </a:solidFill>
                <a:latin typeface="Syne Bold"/>
              </a:rPr>
              <a:t>Future Plans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91C14B-7C7C-743B-B5D7-1BDB88202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2667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hu-HU" sz="3500">
                <a:solidFill>
                  <a:srgbClr val="FFFFFF"/>
                </a:solidFill>
                <a:latin typeface="Syne Bold"/>
              </a:rPr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6"/>
            <a:ext cx="7293023" cy="4064315"/>
          </a:xfrm>
        </p:spPr>
        <p:txBody>
          <a:bodyPr anchor="ctr">
            <a:normAutofit/>
          </a:bodyPr>
          <a:lstStyle/>
          <a:p>
            <a:pPr>
              <a:spcBef>
                <a:spcPts val="700"/>
              </a:spcBef>
              <a:spcAft>
                <a:spcPts val="1000"/>
              </a:spcAft>
            </a:pPr>
            <a:r>
              <a:rPr lang="en-US" sz="2400" dirty="0">
                <a:latin typeface="Overpass Light" panose="020B0604020202020204" charset="-18"/>
              </a:rPr>
              <a:t>GitHub: https://github.com/MklsMerse/Film-Sorozat-ajanlo</a:t>
            </a:r>
          </a:p>
          <a:p>
            <a:pPr>
              <a:spcBef>
                <a:spcPts val="700"/>
              </a:spcBef>
              <a:spcAft>
                <a:spcPts val="1000"/>
              </a:spcAft>
            </a:pPr>
            <a:r>
              <a:rPr lang="en-US" sz="2400" dirty="0">
                <a:latin typeface="Overpass Light" panose="020B0604020202020204" charset="-18"/>
              </a:rPr>
              <a:t>Trello: </a:t>
            </a:r>
            <a:r>
              <a:rPr lang="en-US" sz="2400" dirty="0">
                <a:latin typeface="Overpass Light" panose="020B0604020202020204" charset="-18"/>
                <a:hlinkClick r:id="rId2"/>
              </a:rPr>
              <a:t>https://trello.com/w/filmsorozatajanlo</a:t>
            </a:r>
            <a:endParaRPr lang="en-US" sz="2400" dirty="0">
              <a:latin typeface="Overpass Light" panose="020B0604020202020204" charset="-18"/>
            </a:endParaRPr>
          </a:p>
          <a:p>
            <a:pPr marL="360000" indent="0">
              <a:spcBef>
                <a:spcPts val="700"/>
              </a:spcBef>
              <a:buNone/>
            </a:pPr>
            <a:r>
              <a:rPr lang="en-US" sz="2400" dirty="0">
                <a:latin typeface="Overpass Light" panose="020B0604020202020204" charset="-18"/>
              </a:rPr>
              <a:t>GitHub is used for version control and collaboration, allowing the team to manage and track code changes efficiently.</a:t>
            </a:r>
          </a:p>
          <a:p>
            <a:pPr marL="360000" indent="0">
              <a:spcBef>
                <a:spcPts val="700"/>
              </a:spcBef>
              <a:buNone/>
            </a:pPr>
            <a:r>
              <a:rPr lang="en-US" sz="2400" dirty="0">
                <a:latin typeface="Overpass Light" panose="020B0604020202020204" charset="-18"/>
              </a:rPr>
              <a:t>Trello is utilized for project management, helping the team organize tasks, set priorities, and track progress throughout the development process.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hu-HU" sz="3500">
                <a:solidFill>
                  <a:srgbClr val="FFFFFF"/>
                </a:solidFill>
                <a:latin typeface="Syne Bold"/>
              </a:rPr>
              <a:t>Team Members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EE20D1F6-97FA-F146-466C-F68A4DE9F2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20792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3224" y="3428999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Any Questions?</a:t>
            </a:r>
          </a:p>
        </p:txBody>
      </p:sp>
      <p:pic>
        <p:nvPicPr>
          <p:cNvPr id="26" name="Graphic 6" descr="Help">
            <a:extLst>
              <a:ext uri="{FF2B5EF4-FFF2-40B4-BE49-F238E27FC236}">
                <a16:creationId xmlns:a16="http://schemas.microsoft.com/office/drawing/2014/main" id="{6B479CCD-97CD-B46B-4C45-78BA244F2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249</Words>
  <Application>Microsoft Office PowerPoint</Application>
  <PresentationFormat>Diavetítés a képernyőre (4:3 oldalarány)</PresentationFormat>
  <Paragraphs>46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Overpass Light</vt:lpstr>
      <vt:lpstr>Syne Bold</vt:lpstr>
      <vt:lpstr>Office Theme</vt:lpstr>
      <vt:lpstr>FilmFókusz - Movie &amp; Series Recommendation</vt:lpstr>
      <vt:lpstr>Introduction</vt:lpstr>
      <vt:lpstr>Key Features</vt:lpstr>
      <vt:lpstr>Frontend Technologies</vt:lpstr>
      <vt:lpstr>Backend Technologies</vt:lpstr>
      <vt:lpstr>User Experience (UX)</vt:lpstr>
      <vt:lpstr>User Accounts</vt:lpstr>
      <vt:lpstr>Future Plans</vt:lpstr>
      <vt:lpstr>Project Links</vt:lpstr>
      <vt:lpstr>Team Members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Miklós Merse</cp:lastModifiedBy>
  <cp:revision>12</cp:revision>
  <dcterms:created xsi:type="dcterms:W3CDTF">2013-01-27T09:14:16Z</dcterms:created>
  <dcterms:modified xsi:type="dcterms:W3CDTF">2025-03-06T08:44:56Z</dcterms:modified>
  <cp:category/>
</cp:coreProperties>
</file>