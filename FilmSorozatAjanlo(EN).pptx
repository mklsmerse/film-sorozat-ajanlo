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2" d="100"/>
          <a:sy n="72" d="100"/>
        </p:scale>
        <p:origin x="110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122363"/>
            <a:ext cx="9144000" cy="2387600"/>
          </a:xfrm>
        </p:spPr>
        <p:txBody>
          <a:bodyPr anchor="b"/>
          <a:lstStyle>
            <a:lvl1pPr algn="ctr">
              <a:defRPr sz="6000"/>
            </a:lvl1pPr>
          </a:lstStyle>
          <a:p>
            <a:r>
              <a:rPr lang="hu-HU"/>
              <a:t>Mintacím szerkesztése</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Kattintson ide az alcím mintájának szerkesztéséhez</a:t>
            </a:r>
            <a:endParaRPr lang="en-US" dirty="0"/>
          </a:p>
        </p:txBody>
      </p:sp>
      <p:sp>
        <p:nvSpPr>
          <p:cNvPr id="4" name="Date Placeholder 3"/>
          <p:cNvSpPr>
            <a:spLocks noGrp="1"/>
          </p:cNvSpPr>
          <p:nvPr>
            <p:ph type="dt" sz="half" idx="10"/>
          </p:nvPr>
        </p:nvSpPr>
        <p:spPr/>
        <p:txBody>
          <a:bodyPr/>
          <a:lstStyle/>
          <a:p>
            <a:fld id="{3EFD46AE-06F1-4598-95D9-FC8D0E4C9AA8}" type="datetimeFigureOut">
              <a:rPr lang="hu-HU" smtClean="0"/>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E5F6CE0-7E35-4381-86D3-59D6676BD67A}" type="slidenum">
              <a:rPr lang="hu-HU" smtClean="0"/>
            </a:fld>
            <a:endParaRPr lang="hu-H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hu-HU"/>
              <a:t>Mintacím szerkesztése</a:t>
            </a:r>
            <a:endParaRPr lang="en-US" dirty="0"/>
          </a:p>
        </p:txBody>
      </p:sp>
      <p:sp>
        <p:nvSpPr>
          <p:cNvPr id="3" name="Content Placeholder 2"/>
          <p:cNvSpPr>
            <a:spLocks noGrp="1"/>
          </p:cNvSpPr>
          <p:nvPr>
            <p:ph idx="1" hasCustomPrompt="1"/>
          </p:nvPr>
        </p:nvSpPr>
        <p:spPr/>
        <p:txBody>
          <a:bodyPr/>
          <a:lstStyle/>
          <a:p>
            <a:pPr lvl="0"/>
            <a:r>
              <a:rPr lang="hu-HU"/>
              <a:t>Mintaszöveg szerkesztése</a:t>
            </a:r>
            <a:endParaRPr lang="hu-HU"/>
          </a:p>
          <a:p>
            <a:pPr lvl="1"/>
            <a:r>
              <a:rPr lang="hu-HU"/>
              <a:t>Második szint</a:t>
            </a:r>
            <a:endParaRPr lang="hu-HU"/>
          </a:p>
          <a:p>
            <a:pPr lvl="2"/>
            <a:r>
              <a:rPr lang="hu-HU"/>
              <a:t>Harmadik szint</a:t>
            </a:r>
            <a:endParaRPr lang="hu-HU"/>
          </a:p>
          <a:p>
            <a:pPr lvl="3"/>
            <a:r>
              <a:rPr lang="hu-HU"/>
              <a:t>Negyedik szint</a:t>
            </a:r>
            <a:endParaRPr lang="hu-HU"/>
          </a:p>
          <a:p>
            <a:pPr lvl="4"/>
            <a:r>
              <a:rPr lang="hu-HU"/>
              <a:t>Ötödik szint</a:t>
            </a:r>
            <a:endParaRPr lang="en-US" dirty="0"/>
          </a:p>
        </p:txBody>
      </p:sp>
      <p:sp>
        <p:nvSpPr>
          <p:cNvPr id="4" name="Date Placeholder 3"/>
          <p:cNvSpPr>
            <a:spLocks noGrp="1"/>
          </p:cNvSpPr>
          <p:nvPr>
            <p:ph type="dt" sz="half" idx="10"/>
          </p:nvPr>
        </p:nvSpPr>
        <p:spPr/>
        <p:txBody>
          <a:bodyPr/>
          <a:lstStyle/>
          <a:p>
            <a:fld id="{3EFD46AE-06F1-4598-95D9-FC8D0E4C9AA8}" type="datetimeFigureOut">
              <a:rPr lang="hu-HU" smtClean="0"/>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E5F6CE0-7E35-4381-86D3-59D6676BD67A}" type="slidenum">
              <a:rPr lang="hu-HU" smtClean="0"/>
            </a:fld>
            <a:endParaRPr lang="hu-H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1709738"/>
            <a:ext cx="10515600" cy="2852737"/>
          </a:xfrm>
        </p:spPr>
        <p:txBody>
          <a:bodyPr anchor="b"/>
          <a:lstStyle>
            <a:lvl1pPr>
              <a:defRPr sz="6000"/>
            </a:lvl1pPr>
          </a:lstStyle>
          <a:p>
            <a:r>
              <a:rPr lang="hu-HU"/>
              <a:t>Mintacím szerkesztése</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hu-HU"/>
              <a:t>Mintaszöveg szerkesztése</a:t>
            </a:r>
            <a:endParaRPr lang="hu-HU"/>
          </a:p>
        </p:txBody>
      </p:sp>
      <p:sp>
        <p:nvSpPr>
          <p:cNvPr id="4" name="Date Placeholder 3"/>
          <p:cNvSpPr>
            <a:spLocks noGrp="1"/>
          </p:cNvSpPr>
          <p:nvPr>
            <p:ph type="dt" sz="half" idx="10"/>
          </p:nvPr>
        </p:nvSpPr>
        <p:spPr/>
        <p:txBody>
          <a:bodyPr/>
          <a:lstStyle/>
          <a:p>
            <a:fld id="{3EFD46AE-06F1-4598-95D9-FC8D0E4C9AA8}" type="datetimeFigureOut">
              <a:rPr lang="hu-HU" smtClean="0"/>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E5F6CE0-7E35-4381-86D3-59D6676BD67A}" type="slidenum">
              <a:rPr lang="hu-HU" smtClean="0"/>
            </a:fld>
            <a:endParaRPr lang="hu-H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hu-HU"/>
              <a:t>Mintacím szerkesztése</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hu-HU"/>
              <a:t>Mintaszöveg szerkesztése</a:t>
            </a:r>
            <a:endParaRPr lang="hu-HU"/>
          </a:p>
          <a:p>
            <a:pPr lvl="1"/>
            <a:r>
              <a:rPr lang="hu-HU"/>
              <a:t>Második szint</a:t>
            </a:r>
            <a:endParaRPr lang="hu-HU"/>
          </a:p>
          <a:p>
            <a:pPr lvl="2"/>
            <a:r>
              <a:rPr lang="hu-HU"/>
              <a:t>Harmadik szint</a:t>
            </a:r>
            <a:endParaRPr lang="hu-HU"/>
          </a:p>
          <a:p>
            <a:pPr lvl="3"/>
            <a:r>
              <a:rPr lang="hu-HU"/>
              <a:t>Negyedik szint</a:t>
            </a:r>
            <a:endParaRPr lang="hu-HU"/>
          </a:p>
          <a:p>
            <a:pPr lvl="4"/>
            <a:r>
              <a:rPr lang="hu-HU"/>
              <a:t>Ötödik szint</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hu-HU"/>
              <a:t>Mintaszöveg szerkesztése</a:t>
            </a:r>
            <a:endParaRPr lang="hu-HU"/>
          </a:p>
          <a:p>
            <a:pPr lvl="1"/>
            <a:r>
              <a:rPr lang="hu-HU"/>
              <a:t>Második szint</a:t>
            </a:r>
            <a:endParaRPr lang="hu-HU"/>
          </a:p>
          <a:p>
            <a:pPr lvl="2"/>
            <a:r>
              <a:rPr lang="hu-HU"/>
              <a:t>Harmadik szint</a:t>
            </a:r>
            <a:endParaRPr lang="hu-HU"/>
          </a:p>
          <a:p>
            <a:pPr lvl="3"/>
            <a:r>
              <a:rPr lang="hu-HU"/>
              <a:t>Negyedik szint</a:t>
            </a:r>
            <a:endParaRPr lang="hu-HU"/>
          </a:p>
          <a:p>
            <a:pPr lvl="4"/>
            <a:r>
              <a:rPr lang="hu-HU"/>
              <a:t>Ötödik szint</a:t>
            </a:r>
            <a:endParaRPr lang="en-US" dirty="0"/>
          </a:p>
        </p:txBody>
      </p:sp>
      <p:sp>
        <p:nvSpPr>
          <p:cNvPr id="5" name="Date Placeholder 4"/>
          <p:cNvSpPr>
            <a:spLocks noGrp="1"/>
          </p:cNvSpPr>
          <p:nvPr>
            <p:ph type="dt" sz="half" idx="10"/>
          </p:nvPr>
        </p:nvSpPr>
        <p:spPr/>
        <p:txBody>
          <a:bodyPr/>
          <a:lstStyle/>
          <a:p>
            <a:fld id="{3EFD46AE-06F1-4598-95D9-FC8D0E4C9AA8}" type="datetimeFigureOut">
              <a:rPr lang="hu-HU" smtClean="0"/>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7E5F6CE0-7E35-4381-86D3-59D6676BD67A}" type="slidenum">
              <a:rPr lang="hu-HU" smtClean="0"/>
            </a:fld>
            <a:endParaRPr lang="hu-H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365125"/>
            <a:ext cx="10515600" cy="1325563"/>
          </a:xfrm>
        </p:spPr>
        <p:txBody>
          <a:bodyPr/>
          <a:lstStyle/>
          <a:p>
            <a:r>
              <a:rPr lang="hu-HU"/>
              <a:t>Mintacím szerkesztése</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endParaRPr lang="hu-HU"/>
          </a:p>
        </p:txBody>
      </p:sp>
      <p:sp>
        <p:nvSpPr>
          <p:cNvPr id="4" name="Content Placeholder 3"/>
          <p:cNvSpPr>
            <a:spLocks noGrp="1"/>
          </p:cNvSpPr>
          <p:nvPr>
            <p:ph sz="half" idx="2" hasCustomPrompt="1"/>
          </p:nvPr>
        </p:nvSpPr>
        <p:spPr>
          <a:xfrm>
            <a:off x="839788" y="2505075"/>
            <a:ext cx="5157787" cy="3684588"/>
          </a:xfrm>
        </p:spPr>
        <p:txBody>
          <a:bodyPr/>
          <a:lstStyle/>
          <a:p>
            <a:pPr lvl="0"/>
            <a:r>
              <a:rPr lang="hu-HU"/>
              <a:t>Mintaszöveg szerkesztése</a:t>
            </a:r>
            <a:endParaRPr lang="hu-HU"/>
          </a:p>
          <a:p>
            <a:pPr lvl="1"/>
            <a:r>
              <a:rPr lang="hu-HU"/>
              <a:t>Második szint</a:t>
            </a:r>
            <a:endParaRPr lang="hu-HU"/>
          </a:p>
          <a:p>
            <a:pPr lvl="2"/>
            <a:r>
              <a:rPr lang="hu-HU"/>
              <a:t>Harmadik szint</a:t>
            </a:r>
            <a:endParaRPr lang="hu-HU"/>
          </a:p>
          <a:p>
            <a:pPr lvl="3"/>
            <a:r>
              <a:rPr lang="hu-HU"/>
              <a:t>Negyedik szint</a:t>
            </a:r>
            <a:endParaRPr lang="hu-HU"/>
          </a:p>
          <a:p>
            <a:pPr lvl="4"/>
            <a:r>
              <a:rPr lang="hu-HU"/>
              <a:t>Ötödik szint</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endParaRPr lang="hu-HU"/>
          </a:p>
        </p:txBody>
      </p:sp>
      <p:sp>
        <p:nvSpPr>
          <p:cNvPr id="6" name="Content Placeholder 5"/>
          <p:cNvSpPr>
            <a:spLocks noGrp="1"/>
          </p:cNvSpPr>
          <p:nvPr>
            <p:ph sz="quarter" idx="4" hasCustomPrompt="1"/>
          </p:nvPr>
        </p:nvSpPr>
        <p:spPr>
          <a:xfrm>
            <a:off x="6172200" y="2505075"/>
            <a:ext cx="5183188" cy="3684588"/>
          </a:xfrm>
        </p:spPr>
        <p:txBody>
          <a:bodyPr/>
          <a:lstStyle/>
          <a:p>
            <a:pPr lvl="0"/>
            <a:r>
              <a:rPr lang="hu-HU"/>
              <a:t>Mintaszöveg szerkesztése</a:t>
            </a:r>
            <a:endParaRPr lang="hu-HU"/>
          </a:p>
          <a:p>
            <a:pPr lvl="1"/>
            <a:r>
              <a:rPr lang="hu-HU"/>
              <a:t>Második szint</a:t>
            </a:r>
            <a:endParaRPr lang="hu-HU"/>
          </a:p>
          <a:p>
            <a:pPr lvl="2"/>
            <a:r>
              <a:rPr lang="hu-HU"/>
              <a:t>Harmadik szint</a:t>
            </a:r>
            <a:endParaRPr lang="hu-HU"/>
          </a:p>
          <a:p>
            <a:pPr lvl="3"/>
            <a:r>
              <a:rPr lang="hu-HU"/>
              <a:t>Negyedik szint</a:t>
            </a:r>
            <a:endParaRPr lang="hu-HU"/>
          </a:p>
          <a:p>
            <a:pPr lvl="4"/>
            <a:r>
              <a:rPr lang="hu-HU"/>
              <a:t>Ötödik szint</a:t>
            </a:r>
            <a:endParaRPr lang="en-US" dirty="0"/>
          </a:p>
        </p:txBody>
      </p:sp>
      <p:sp>
        <p:nvSpPr>
          <p:cNvPr id="7" name="Date Placeholder 6"/>
          <p:cNvSpPr>
            <a:spLocks noGrp="1"/>
          </p:cNvSpPr>
          <p:nvPr>
            <p:ph type="dt" sz="half" idx="10"/>
          </p:nvPr>
        </p:nvSpPr>
        <p:spPr/>
        <p:txBody>
          <a:bodyPr/>
          <a:lstStyle/>
          <a:p>
            <a:fld id="{3EFD46AE-06F1-4598-95D9-FC8D0E4C9AA8}" type="datetimeFigureOut">
              <a:rPr lang="hu-HU" smtClean="0"/>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7E5F6CE0-7E35-4381-86D3-59D6676BD67A}" type="slidenum">
              <a:rPr lang="hu-HU" smtClean="0"/>
            </a:fld>
            <a:endParaRPr lang="hu-H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hu-HU"/>
              <a:t>Mintacím szerkesztése</a:t>
            </a:r>
            <a:endParaRPr lang="en-US" dirty="0"/>
          </a:p>
        </p:txBody>
      </p:sp>
      <p:sp>
        <p:nvSpPr>
          <p:cNvPr id="3" name="Date Placeholder 2"/>
          <p:cNvSpPr>
            <a:spLocks noGrp="1"/>
          </p:cNvSpPr>
          <p:nvPr>
            <p:ph type="dt" sz="half" idx="10"/>
          </p:nvPr>
        </p:nvSpPr>
        <p:spPr/>
        <p:txBody>
          <a:bodyPr/>
          <a:lstStyle/>
          <a:p>
            <a:fld id="{3EFD46AE-06F1-4598-95D9-FC8D0E4C9AA8}" type="datetimeFigureOut">
              <a:rPr lang="hu-HU" smtClean="0"/>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7E5F6CE0-7E35-4381-86D3-59D6676BD67A}" type="slidenum">
              <a:rPr lang="hu-HU" smtClean="0"/>
            </a:fld>
            <a:endParaRPr lang="hu-H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FD46AE-06F1-4598-95D9-FC8D0E4C9AA8}" type="datetimeFigureOut">
              <a:rPr lang="hu-HU" smtClean="0"/>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7E5F6CE0-7E35-4381-86D3-59D6676BD67A}" type="slidenum">
              <a:rPr lang="hu-HU" smtClean="0"/>
            </a:fld>
            <a:endParaRPr lang="hu-H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457200"/>
            <a:ext cx="3932237" cy="1600200"/>
          </a:xfrm>
        </p:spPr>
        <p:txBody>
          <a:bodyPr anchor="b"/>
          <a:lstStyle>
            <a:lvl1pPr>
              <a:defRPr sz="3200"/>
            </a:lvl1pPr>
          </a:lstStyle>
          <a:p>
            <a:r>
              <a:rPr lang="hu-HU"/>
              <a:t>Mintacím szerkesztése</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u-HU"/>
              <a:t>Mintaszöveg szerkesztése</a:t>
            </a:r>
            <a:endParaRPr lang="hu-HU"/>
          </a:p>
          <a:p>
            <a:pPr lvl="1"/>
            <a:r>
              <a:rPr lang="hu-HU"/>
              <a:t>Második szint</a:t>
            </a:r>
            <a:endParaRPr lang="hu-HU"/>
          </a:p>
          <a:p>
            <a:pPr lvl="2"/>
            <a:r>
              <a:rPr lang="hu-HU"/>
              <a:t>Harmadik szint</a:t>
            </a:r>
            <a:endParaRPr lang="hu-HU"/>
          </a:p>
          <a:p>
            <a:pPr lvl="3"/>
            <a:r>
              <a:rPr lang="hu-HU"/>
              <a:t>Negyedik szint</a:t>
            </a:r>
            <a:endParaRPr lang="hu-HU"/>
          </a:p>
          <a:p>
            <a:pPr lvl="4"/>
            <a:r>
              <a:rPr lang="hu-HU"/>
              <a:t>Ötödik szint</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endParaRPr lang="hu-HU"/>
          </a:p>
        </p:txBody>
      </p:sp>
      <p:sp>
        <p:nvSpPr>
          <p:cNvPr id="5" name="Date Placeholder 4"/>
          <p:cNvSpPr>
            <a:spLocks noGrp="1"/>
          </p:cNvSpPr>
          <p:nvPr>
            <p:ph type="dt" sz="half" idx="10"/>
          </p:nvPr>
        </p:nvSpPr>
        <p:spPr/>
        <p:txBody>
          <a:bodyPr/>
          <a:lstStyle/>
          <a:p>
            <a:fld id="{3EFD46AE-06F1-4598-95D9-FC8D0E4C9AA8}" type="datetimeFigureOut">
              <a:rPr lang="hu-HU" smtClean="0"/>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7E5F6CE0-7E35-4381-86D3-59D6676BD67A}" type="slidenum">
              <a:rPr lang="hu-HU" smtClean="0"/>
            </a:fld>
            <a:endParaRPr lang="hu-H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457200"/>
            <a:ext cx="3932237" cy="1600200"/>
          </a:xfrm>
        </p:spPr>
        <p:txBody>
          <a:bodyPr anchor="b"/>
          <a:lstStyle>
            <a:lvl1pPr>
              <a:defRPr sz="3200"/>
            </a:lvl1pPr>
          </a:lstStyle>
          <a:p>
            <a:r>
              <a:rPr lang="hu-HU"/>
              <a:t>Mintacím szerkesztése</a:t>
            </a:r>
            <a:endParaRPr lang="en-US" dirty="0"/>
          </a:p>
        </p:txBody>
      </p:sp>
      <p:sp>
        <p:nvSpPr>
          <p:cNvPr id="3" name="Picture Placeholder 2"/>
          <p:cNvSpPr>
            <a:spLocks noGrp="1" noChangeAspect="1"/>
          </p:cNvSpPr>
          <p:nvPr>
            <p:ph type="pic" idx="1" hasCustomPrompt="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u-HU"/>
              <a:t>Kép beszúrásához kattintson az ikonra</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endParaRPr lang="hu-HU"/>
          </a:p>
        </p:txBody>
      </p:sp>
      <p:sp>
        <p:nvSpPr>
          <p:cNvPr id="5" name="Date Placeholder 4"/>
          <p:cNvSpPr>
            <a:spLocks noGrp="1"/>
          </p:cNvSpPr>
          <p:nvPr>
            <p:ph type="dt" sz="half" idx="10"/>
          </p:nvPr>
        </p:nvSpPr>
        <p:spPr/>
        <p:txBody>
          <a:bodyPr/>
          <a:lstStyle/>
          <a:p>
            <a:fld id="{3EFD46AE-06F1-4598-95D9-FC8D0E4C9AA8}" type="datetimeFigureOut">
              <a:rPr lang="hu-HU" smtClean="0"/>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7E5F6CE0-7E35-4381-86D3-59D6676BD67A}" type="slidenum">
              <a:rPr lang="hu-HU" smtClean="0"/>
            </a:fld>
            <a:endParaRPr lang="hu-H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hu-HU"/>
              <a:t>Mintacím szerkesztése</a:t>
            </a:r>
            <a:endParaRPr lang="en-US" dirty="0"/>
          </a:p>
        </p:txBody>
      </p:sp>
      <p:sp>
        <p:nvSpPr>
          <p:cNvPr id="3" name="Vertical Text Placeholder 2"/>
          <p:cNvSpPr>
            <a:spLocks noGrp="1"/>
          </p:cNvSpPr>
          <p:nvPr>
            <p:ph type="body" orient="vert" idx="1" hasCustomPrompt="1"/>
          </p:nvPr>
        </p:nvSpPr>
        <p:spPr/>
        <p:txBody>
          <a:bodyPr vert="eaVert"/>
          <a:lstStyle/>
          <a:p>
            <a:pPr lvl="0"/>
            <a:r>
              <a:rPr lang="hu-HU"/>
              <a:t>Mintaszöveg szerkesztése</a:t>
            </a:r>
            <a:endParaRPr lang="hu-HU"/>
          </a:p>
          <a:p>
            <a:pPr lvl="1"/>
            <a:r>
              <a:rPr lang="hu-HU"/>
              <a:t>Második szint</a:t>
            </a:r>
            <a:endParaRPr lang="hu-HU"/>
          </a:p>
          <a:p>
            <a:pPr lvl="2"/>
            <a:r>
              <a:rPr lang="hu-HU"/>
              <a:t>Harmadik szint</a:t>
            </a:r>
            <a:endParaRPr lang="hu-HU"/>
          </a:p>
          <a:p>
            <a:pPr lvl="3"/>
            <a:r>
              <a:rPr lang="hu-HU"/>
              <a:t>Negyedik szint</a:t>
            </a:r>
            <a:endParaRPr lang="hu-HU"/>
          </a:p>
          <a:p>
            <a:pPr lvl="4"/>
            <a:r>
              <a:rPr lang="hu-HU"/>
              <a:t>Ötödik szint</a:t>
            </a:r>
            <a:endParaRPr lang="en-US" dirty="0"/>
          </a:p>
        </p:txBody>
      </p:sp>
      <p:sp>
        <p:nvSpPr>
          <p:cNvPr id="4" name="Date Placeholder 3"/>
          <p:cNvSpPr>
            <a:spLocks noGrp="1"/>
          </p:cNvSpPr>
          <p:nvPr>
            <p:ph type="dt" sz="half" idx="10"/>
          </p:nvPr>
        </p:nvSpPr>
        <p:spPr/>
        <p:txBody>
          <a:bodyPr/>
          <a:lstStyle/>
          <a:p>
            <a:fld id="{3EFD46AE-06F1-4598-95D9-FC8D0E4C9AA8}" type="datetimeFigureOut">
              <a:rPr lang="hu-HU" smtClean="0"/>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E5F6CE0-7E35-4381-86D3-59D6676BD67A}" type="slidenum">
              <a:rPr lang="hu-HU" smtClean="0"/>
            </a:fld>
            <a:endParaRPr lang="hu-H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724900" y="365125"/>
            <a:ext cx="2628900" cy="5811838"/>
          </a:xfrm>
        </p:spPr>
        <p:txBody>
          <a:bodyPr vert="eaVert"/>
          <a:lstStyle/>
          <a:p>
            <a:r>
              <a:rPr lang="hu-HU"/>
              <a:t>Mintacím szerkesztése</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hu-HU"/>
              <a:t>Mintaszöveg szerkesztése</a:t>
            </a:r>
            <a:endParaRPr lang="hu-HU"/>
          </a:p>
          <a:p>
            <a:pPr lvl="1"/>
            <a:r>
              <a:rPr lang="hu-HU"/>
              <a:t>Második szint</a:t>
            </a:r>
            <a:endParaRPr lang="hu-HU"/>
          </a:p>
          <a:p>
            <a:pPr lvl="2"/>
            <a:r>
              <a:rPr lang="hu-HU"/>
              <a:t>Harmadik szint</a:t>
            </a:r>
            <a:endParaRPr lang="hu-HU"/>
          </a:p>
          <a:p>
            <a:pPr lvl="3"/>
            <a:r>
              <a:rPr lang="hu-HU"/>
              <a:t>Negyedik szint</a:t>
            </a:r>
            <a:endParaRPr lang="hu-HU"/>
          </a:p>
          <a:p>
            <a:pPr lvl="4"/>
            <a:r>
              <a:rPr lang="hu-HU"/>
              <a:t>Ötödik szint</a:t>
            </a:r>
            <a:endParaRPr lang="en-US" dirty="0"/>
          </a:p>
        </p:txBody>
      </p:sp>
      <p:sp>
        <p:nvSpPr>
          <p:cNvPr id="4" name="Date Placeholder 3"/>
          <p:cNvSpPr>
            <a:spLocks noGrp="1"/>
          </p:cNvSpPr>
          <p:nvPr>
            <p:ph type="dt" sz="half" idx="10"/>
          </p:nvPr>
        </p:nvSpPr>
        <p:spPr/>
        <p:txBody>
          <a:bodyPr/>
          <a:lstStyle/>
          <a:p>
            <a:fld id="{3EFD46AE-06F1-4598-95D9-FC8D0E4C9AA8}" type="datetimeFigureOut">
              <a:rPr lang="hu-HU" smtClean="0"/>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E5F6CE0-7E35-4381-86D3-59D6676BD67A}" type="slidenum">
              <a:rPr lang="hu-HU" smtClean="0"/>
            </a:fld>
            <a:endParaRPr lang="hu-HU"/>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u-HU"/>
              <a:t>Mintacím szerkesztése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u-HU"/>
              <a:t>Mintaszöveg szerkesztése</a:t>
            </a:r>
            <a:endParaRPr lang="hu-HU"/>
          </a:p>
          <a:p>
            <a:pPr lvl="1"/>
            <a:r>
              <a:rPr lang="hu-HU"/>
              <a:t>Második szint</a:t>
            </a:r>
            <a:endParaRPr lang="hu-HU"/>
          </a:p>
          <a:p>
            <a:pPr lvl="2"/>
            <a:r>
              <a:rPr lang="hu-HU"/>
              <a:t>Harmadik szint</a:t>
            </a:r>
            <a:endParaRPr lang="hu-HU"/>
          </a:p>
          <a:p>
            <a:pPr lvl="3"/>
            <a:r>
              <a:rPr lang="hu-HU"/>
              <a:t>Negyedik szint</a:t>
            </a:r>
            <a:endParaRPr lang="hu-HU"/>
          </a:p>
          <a:p>
            <a:pPr lvl="4"/>
            <a:r>
              <a:rPr lang="hu-HU"/>
              <a:t>Ötödik szint</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3EFD46AE-06F1-4598-95D9-FC8D0E4C9AA8}" type="datetimeFigureOut">
              <a:rPr lang="hu-HU" smtClean="0"/>
            </a:fld>
            <a:endParaRPr lang="hu-H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hu-H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7E5F6CE0-7E35-4381-86D3-59D6676BD67A}" type="slidenum">
              <a:rPr lang="hu-HU" smtClean="0"/>
            </a:fld>
            <a:endParaRPr lang="hu-HU"/>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22.png"/><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aphic 38"/>
          <p:cNvGrpSpPr>
            <a:grpSpLocks noGrp="1" noRot="1" noChangeAspect="1" noMove="1" noResize="1" noUngrp="1"/>
          </p:cNvGrpSpPr>
          <p:nvPr/>
        </p:nvGrpSpPr>
        <p:grpSpPr>
          <a:xfrm>
            <a:off x="2385795" y="1690979"/>
            <a:ext cx="1910252" cy="709660"/>
            <a:chOff x="2267504" y="2540250"/>
            <a:chExt cx="1990951" cy="739640"/>
          </a:xfrm>
          <a:solidFill>
            <a:schemeClr val="bg1"/>
          </a:solidFill>
        </p:grpSpPr>
        <p:sp>
          <p:nvSpPr>
            <p:cNvPr id="11" name="Freeform: Shape 10"/>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2" name="Freeform: Shape 11"/>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4" name="Rectangle 13"/>
          <p:cNvSpPr>
            <a:spLocks noGrp="1" noRot="1" noChangeAspect="1" noMove="1" noResize="1" noEditPoints="1" noAdjustHandles="1" noChangeArrowheads="1" noChangeShapeType="1" noTextEdit="1"/>
          </p:cNvSpPr>
          <p:nvPr/>
        </p:nvSpPr>
        <p:spPr>
          <a:xfrm>
            <a:off x="3642953" y="1187311"/>
            <a:ext cx="5089552" cy="4483379"/>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3642953" y="1187311"/>
            <a:ext cx="5089552" cy="448337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a:spLocks noGrp="1" noRot="1" noChangeAspect="1" noMove="1" noResize="1" noEditPoints="1" noAdjustHandles="1" noChangeArrowheads="1" noChangeShapeType="1" noTextEdit="1"/>
          </p:cNvSpPr>
          <p:nvPr/>
        </p:nvSpPr>
        <p:spPr>
          <a:xfrm>
            <a:off x="3576263" y="1119679"/>
            <a:ext cx="5039475" cy="4439266"/>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ctrTitle"/>
          </p:nvPr>
        </p:nvSpPr>
        <p:spPr>
          <a:xfrm>
            <a:off x="3882788" y="1397000"/>
            <a:ext cx="4502041" cy="3008397"/>
          </a:xfrm>
        </p:spPr>
        <p:txBody>
          <a:bodyPr>
            <a:normAutofit/>
          </a:bodyPr>
          <a:lstStyle/>
          <a:p>
            <a:r>
              <a:rPr lang="en-US" altLang="en-US" sz="4000">
                <a:solidFill>
                  <a:schemeClr val="bg1"/>
                </a:solidFill>
              </a:rPr>
              <a:t>FilmFókusz – Movie and Series Recommendation Website</a:t>
            </a:r>
            <a:endParaRPr lang="en-US" altLang="en-US" sz="4000">
              <a:solidFill>
                <a:schemeClr val="bg1"/>
              </a:solidFill>
            </a:endParaRPr>
          </a:p>
        </p:txBody>
      </p:sp>
      <p:sp>
        <p:nvSpPr>
          <p:cNvPr id="3" name="Alcím 2"/>
          <p:cNvSpPr>
            <a:spLocks noGrp="1"/>
          </p:cNvSpPr>
          <p:nvPr>
            <p:ph type="subTitle" idx="1"/>
          </p:nvPr>
        </p:nvSpPr>
        <p:spPr>
          <a:xfrm>
            <a:off x="4264211" y="4497473"/>
            <a:ext cx="3624471" cy="811604"/>
          </a:xfrm>
        </p:spPr>
        <p:txBody>
          <a:bodyPr>
            <a:normAutofit lnSpcReduction="10000"/>
          </a:bodyPr>
          <a:lstStyle/>
          <a:p>
            <a:r>
              <a:rPr lang="en-US" altLang="en-US" sz="1400" i="1">
                <a:solidFill>
                  <a:schemeClr val="bg1"/>
                </a:solidFill>
              </a:rPr>
              <a:t>Created by: Bence Szitai, Merse Miklós</a:t>
            </a:r>
            <a:endParaRPr lang="en-US" altLang="en-US" sz="1400" i="1">
              <a:solidFill>
                <a:schemeClr val="bg1"/>
              </a:solidFill>
            </a:endParaRPr>
          </a:p>
          <a:p>
            <a:r>
              <a:rPr lang="en-US" altLang="en-US" sz="1400" i="1">
                <a:solidFill>
                  <a:schemeClr val="bg1"/>
                </a:solidFill>
              </a:rPr>
              <a:t>Date: 2025.03.2</a:t>
            </a:r>
            <a:r>
              <a:rPr lang="hu-HU" altLang="en-US" sz="1400" i="1">
                <a:solidFill>
                  <a:schemeClr val="bg1"/>
                </a:solidFill>
              </a:rPr>
              <a:t>6</a:t>
            </a:r>
            <a:endParaRPr lang="hu-HU" altLang="en-US" sz="1400" i="1">
              <a:solidFill>
                <a:schemeClr val="bg1"/>
              </a:solidFill>
            </a:endParaRPr>
          </a:p>
        </p:txBody>
      </p:sp>
      <p:sp>
        <p:nvSpPr>
          <p:cNvPr id="20" name="Graphic 212"/>
          <p:cNvSpPr>
            <a:spLocks noGrp="1" noRot="1" noChangeAspect="1" noMove="1" noResize="1" noEditPoints="1" noAdjustHandles="1" noChangeArrowheads="1" noChangeShapeType="1" noTextEdit="1"/>
          </p:cNvSpPr>
          <p:nvPr/>
        </p:nvSpPr>
        <p:spPr>
          <a:xfrm>
            <a:off x="10111689" y="823301"/>
            <a:ext cx="760800" cy="7608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22" name="Graphic 212"/>
          <p:cNvSpPr>
            <a:spLocks noGrp="1" noRot="1" noChangeAspect="1" noMove="1" noResize="1" noEditPoints="1" noAdjustHandles="1" noChangeArrowheads="1" noChangeShapeType="1" noTextEdit="1"/>
          </p:cNvSpPr>
          <p:nvPr/>
        </p:nvSpPr>
        <p:spPr>
          <a:xfrm>
            <a:off x="10111689" y="823301"/>
            <a:ext cx="760800" cy="7608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24" name="Oval 23"/>
          <p:cNvSpPr>
            <a:spLocks noGrp="1" noRot="1" noChangeAspect="1" noMove="1" noResize="1" noEditPoints="1" noAdjustHandles="1" noChangeArrowheads="1" noChangeShapeType="1" noTextEdit="1"/>
          </p:cNvSpPr>
          <p:nvPr/>
        </p:nvSpPr>
        <p:spPr>
          <a:xfrm>
            <a:off x="1206352" y="3643495"/>
            <a:ext cx="584612" cy="584612"/>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26" name="Oval 25"/>
          <p:cNvSpPr>
            <a:spLocks noGrp="1" noRot="1" noChangeAspect="1" noMove="1" noResize="1" noEditPoints="1" noAdjustHandles="1" noChangeArrowheads="1" noChangeShapeType="1" noTextEdit="1"/>
          </p:cNvSpPr>
          <p:nvPr/>
        </p:nvSpPr>
        <p:spPr>
          <a:xfrm>
            <a:off x="1206352" y="3643495"/>
            <a:ext cx="584612" cy="584612"/>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grpSp>
        <p:nvGrpSpPr>
          <p:cNvPr id="28" name="Graphic 4"/>
          <p:cNvGrpSpPr>
            <a:grpSpLocks noGrp="1" noRot="1" noChangeAspect="1" noMove="1" noResize="1" noUngrp="1"/>
          </p:cNvGrpSpPr>
          <p:nvPr/>
        </p:nvGrpSpPr>
        <p:grpSpPr>
          <a:xfrm>
            <a:off x="8459707" y="3876466"/>
            <a:ext cx="1056155" cy="1056156"/>
            <a:chOff x="5829300" y="3162300"/>
            <a:chExt cx="532256" cy="532257"/>
          </a:xfrm>
          <a:solidFill>
            <a:schemeClr val="bg1"/>
          </a:solidFill>
        </p:grpSpPr>
        <p:sp>
          <p:nvSpPr>
            <p:cNvPr id="29" name="Freeform: Shape 28"/>
            <p:cNvSpPr/>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30" name="Freeform: Shape 29"/>
            <p:cNvSpPr/>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31" name="Freeform: Shape 30"/>
            <p:cNvSpPr/>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32" name="Freeform: Shape 31"/>
            <p:cNvSpPr/>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33" name="Freeform: Shape 32"/>
            <p:cNvSpPr/>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34" name="Freeform: Shape 33"/>
            <p:cNvSpPr/>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35" name="Freeform: Shape 34"/>
            <p:cNvSpPr/>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6" name="Freeform: Shape 35"/>
            <p:cNvSpPr/>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7" name="Freeform: Shape 36"/>
            <p:cNvSpPr/>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8" name="Freeform: Shape 37"/>
            <p:cNvSpPr/>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9" name="Freeform: Shape 38"/>
            <p:cNvSpPr/>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40" name="Freeform: Shape 39"/>
            <p:cNvSpPr/>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41" name="Freeform: Shape 40"/>
            <p:cNvSpPr/>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1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630936" y="640080"/>
            <a:ext cx="4818888" cy="1481328"/>
          </a:xfrm>
        </p:spPr>
        <p:txBody>
          <a:bodyPr anchor="b">
            <a:normAutofit fontScale="90000"/>
          </a:bodyPr>
          <a:lstStyle/>
          <a:p>
            <a:r>
              <a:rPr lang="en-US" altLang="en-US" sz="5000"/>
              <a:t>Introduction – Project Objective</a:t>
            </a:r>
            <a:endParaRPr lang="en-US" altLang="en-US" sz="5000"/>
          </a:p>
        </p:txBody>
      </p:sp>
      <p:sp>
        <p:nvSpPr>
          <p:cNvPr id="25" name="sketch line"/>
          <p:cNvSpPr>
            <a:spLocks noGrp="1" noRot="1" noChangeAspect="1" noMove="1" noResize="1" noEditPoints="1" noAdjustHandles="1" noChangeArrowheads="1" noChangeShapeType="1" noTextEdit="1"/>
          </p:cNvSpPr>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2"/>
          <p:cNvSpPr>
            <a:spLocks noGrp="1"/>
          </p:cNvSpPr>
          <p:nvPr>
            <p:ph idx="1"/>
          </p:nvPr>
        </p:nvSpPr>
        <p:spPr>
          <a:xfrm>
            <a:off x="630936" y="2660904"/>
            <a:ext cx="4818888" cy="3547872"/>
          </a:xfrm>
        </p:spPr>
        <p:txBody>
          <a:bodyPr anchor="t">
            <a:normAutofit lnSpcReduction="20000"/>
          </a:bodyPr>
          <a:lstStyle/>
          <a:p>
            <a:pPr>
              <a:buNone/>
            </a:pPr>
            <a:r>
              <a:rPr lang="en-US" altLang="en-US" sz="1200"/>
              <a:t>Why Did We Choose This Topic?</a:t>
            </a:r>
            <a:endParaRPr lang="en-US" altLang="en-US" sz="1200"/>
          </a:p>
          <a:p>
            <a:pPr>
              <a:buNone/>
            </a:pPr>
            <a:r>
              <a:rPr lang="en-US" altLang="en-US" sz="1200"/>
              <a:t>Movies and TV series have become an integral part of our daily lives, and there is a growing demand for clear, easy-to-use online databases. Our goal was to create a web application that helps users discover movies and series that interest them while providing a central hub for various information.</a:t>
            </a:r>
            <a:endParaRPr lang="en-US" altLang="en-US" sz="1200"/>
          </a:p>
          <a:p>
            <a:pPr>
              <a:buNone/>
            </a:pPr>
            <a:endParaRPr lang="en-US" altLang="en-US" sz="1200"/>
          </a:p>
          <a:p>
            <a:pPr>
              <a:buNone/>
            </a:pPr>
            <a:r>
              <a:rPr lang="en-US" altLang="en-US" sz="1200"/>
              <a:t>What Problem Does FilmFókusz Solve?</a:t>
            </a:r>
            <a:endParaRPr lang="en-US" altLang="en-US" sz="1200"/>
          </a:p>
          <a:p>
            <a:pPr>
              <a:buNone/>
            </a:pPr>
            <a:endParaRPr lang="en-US" altLang="en-US" sz="1200"/>
          </a:p>
          <a:p>
            <a:pPr>
              <a:lnSpc>
                <a:spcPct val="100000"/>
              </a:lnSpc>
            </a:pPr>
            <a:r>
              <a:rPr lang="en-US" altLang="en-US" sz="1200"/>
              <a:t>Detailed movie and series profiles, including trailers, descriptions, genres, cast, and directors.</a:t>
            </a:r>
            <a:endParaRPr lang="en-US" altLang="en-US" sz="1200"/>
          </a:p>
          <a:p>
            <a:pPr>
              <a:lnSpc>
                <a:spcPct val="100000"/>
              </a:lnSpc>
            </a:pPr>
            <a:endParaRPr lang="en-US" altLang="en-US" sz="1200"/>
          </a:p>
          <a:p>
            <a:pPr>
              <a:lnSpc>
                <a:spcPct val="100000"/>
              </a:lnSpc>
            </a:pPr>
            <a:r>
              <a:rPr lang="en-US" altLang="en-US" sz="1200"/>
              <a:t>A simple search function to quickly find desired content.</a:t>
            </a:r>
            <a:endParaRPr lang="en-US" altLang="en-US" sz="1200"/>
          </a:p>
          <a:p>
            <a:pPr>
              <a:lnSpc>
                <a:spcPct val="100000"/>
              </a:lnSpc>
            </a:pPr>
            <a:endParaRPr lang="en-US" altLang="en-US" sz="1200"/>
          </a:p>
          <a:p>
            <a:pPr>
              <a:lnSpc>
                <a:spcPct val="100000"/>
              </a:lnSpc>
            </a:pPr>
            <a:r>
              <a:rPr lang="en-US" altLang="en-US" sz="1200"/>
              <a:t>User rating and commenting features (planned future functionality).</a:t>
            </a:r>
            <a:endParaRPr lang="en-US" altLang="en-US" sz="1200"/>
          </a:p>
        </p:txBody>
      </p:sp>
      <p:pic>
        <p:nvPicPr>
          <p:cNvPr id="15" name="Kép 14" descr="A képen szöveg, embléma, Betűtípus, szimbólum látható&#10;&#10;Előfordulhat, hogy a mesterséges intelligencia által létrehozott tartalom helytelen."/>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99048" y="1067997"/>
            <a:ext cx="5458968" cy="47220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p:cNvSpPr>
            <a:spLocks noGrp="1" noRot="1" noChangeAspect="1" noMove="1" noResize="1" noEditPoints="1" noAdjustHandles="1" noChangeArrowheads="1" noChangeShapeType="1" noTextEdit="1"/>
          </p:cNvSpPr>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Cím 1"/>
          <p:cNvSpPr>
            <a:spLocks noGrp="1"/>
          </p:cNvSpPr>
          <p:nvPr>
            <p:ph type="title"/>
          </p:nvPr>
        </p:nvSpPr>
        <p:spPr>
          <a:xfrm>
            <a:off x="841246" y="673770"/>
            <a:ext cx="3644489" cy="2414488"/>
          </a:xfrm>
        </p:spPr>
        <p:txBody>
          <a:bodyPr anchor="t">
            <a:normAutofit fontScale="90000"/>
          </a:bodyPr>
          <a:lstStyle/>
          <a:p>
            <a:r>
              <a:rPr lang="en-US" altLang="en-US" sz="5400">
                <a:solidFill>
                  <a:srgbClr val="FFFFFF"/>
                </a:solidFill>
              </a:rPr>
              <a:t>Who Is the Target Audience?</a:t>
            </a:r>
            <a:endParaRPr lang="en-US" altLang="en-US" sz="5400">
              <a:solidFill>
                <a:srgbClr val="FFFFFF"/>
              </a:solidFill>
            </a:endParaRPr>
          </a:p>
        </p:txBody>
      </p:sp>
      <p:sp>
        <p:nvSpPr>
          <p:cNvPr id="3" name="Tartalom helye 2"/>
          <p:cNvSpPr>
            <a:spLocks noGrp="1"/>
          </p:cNvSpPr>
          <p:nvPr>
            <p:ph idx="1"/>
          </p:nvPr>
        </p:nvSpPr>
        <p:spPr>
          <a:xfrm>
            <a:off x="6095999" y="882315"/>
            <a:ext cx="5254754" cy="5294647"/>
          </a:xfrm>
        </p:spPr>
        <p:txBody>
          <a:bodyPr>
            <a:normAutofit lnSpcReduction="10000"/>
          </a:bodyPr>
          <a:lstStyle/>
          <a:p>
            <a:pPr>
              <a:buNone/>
            </a:pPr>
            <a:r>
              <a:rPr lang="en-US" altLang="en-US" sz="2200"/>
              <a:t>FilmFókusz is designed for all movie lovers and series enthusiasts who want to explore a particular film or series.</a:t>
            </a:r>
            <a:endParaRPr lang="en-US" altLang="en-US" sz="2200"/>
          </a:p>
          <a:p>
            <a:pPr indent="0">
              <a:buNone/>
            </a:pPr>
            <a:r>
              <a:rPr lang="en-US" altLang="en-US" sz="2200"/>
              <a:t>Our key target audience includes:</a:t>
            </a:r>
            <a:endParaRPr lang="en-US" altLang="en-US" sz="2200"/>
          </a:p>
          <a:p>
            <a:pPr>
              <a:buNone/>
            </a:pPr>
            <a:endParaRPr lang="en-US" altLang="en-US" sz="2200"/>
          </a:p>
          <a:p>
            <a:r>
              <a:rPr lang="en-US" altLang="en-US" sz="2200"/>
              <a:t>Movie fans interested in the latest films.</a:t>
            </a:r>
            <a:endParaRPr lang="en-US" altLang="en-US" sz="2200"/>
          </a:p>
          <a:p>
            <a:r>
              <a:rPr lang="en-US" altLang="en-US" sz="2200"/>
              <a:t>Series watchers looking for new favorites.</a:t>
            </a:r>
            <a:endParaRPr lang="en-US" altLang="en-US" sz="2200"/>
          </a:p>
          <a:p>
            <a:r>
              <a:rPr lang="en-US" altLang="en-US" sz="2200"/>
              <a:t>Users who want to share their opinions and reviews with others.</a:t>
            </a:r>
            <a:endParaRPr lang="en-US" altLang="en-US" sz="2200"/>
          </a:p>
          <a:p>
            <a:r>
              <a:rPr lang="en-US" altLang="en-US" sz="2200"/>
              <a:t>Content is available for both older and younger audiences on our website.</a:t>
            </a:r>
            <a:endParaRPr lang="en-US" altLang="en-US" sz="2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640080" y="325369"/>
            <a:ext cx="4368602" cy="1956841"/>
          </a:xfrm>
        </p:spPr>
        <p:txBody>
          <a:bodyPr anchor="b">
            <a:normAutofit fontScale="90000"/>
          </a:bodyPr>
          <a:lstStyle/>
          <a:p>
            <a:r>
              <a:rPr lang="en-US" altLang="en-US" sz="5400"/>
              <a:t>What Does the Website Offer?</a:t>
            </a:r>
            <a:endParaRPr lang="en-US" altLang="en-US" sz="5400"/>
          </a:p>
        </p:txBody>
      </p:sp>
      <p:sp>
        <p:nvSpPr>
          <p:cNvPr id="14" name="sketchy line"/>
          <p:cNvSpPr>
            <a:spLocks noGrp="1" noRot="1" noChangeAspect="1" noMove="1" noResize="1" noEditPoints="1" noAdjustHandles="1" noChangeArrowheads="1" noChangeShapeType="1" noTextEdit="1"/>
          </p:cNvSpPr>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2"/>
          <p:cNvSpPr>
            <a:spLocks noGrp="1"/>
          </p:cNvSpPr>
          <p:nvPr>
            <p:ph idx="1"/>
          </p:nvPr>
        </p:nvSpPr>
        <p:spPr>
          <a:xfrm>
            <a:off x="640080" y="2872899"/>
            <a:ext cx="4243589" cy="3320668"/>
          </a:xfrm>
        </p:spPr>
        <p:txBody>
          <a:bodyPr>
            <a:normAutofit/>
          </a:bodyPr>
          <a:lstStyle/>
          <a:p>
            <a:r>
              <a:rPr lang="en-US" altLang="en-US" sz="1900" b="1"/>
              <a:t>FilmFókusz is a clear and user-friendly platform that allows:</a:t>
            </a:r>
            <a:endParaRPr lang="en-US" altLang="en-US" sz="1900" b="1"/>
          </a:p>
          <a:p>
            <a:endParaRPr lang="en-US" altLang="en-US" sz="1900" b="1"/>
          </a:p>
          <a:p>
            <a:r>
              <a:rPr lang="en-US" altLang="en-US" sz="1900" b="1"/>
              <a:t>Browsing movies and series</a:t>
            </a:r>
            <a:endParaRPr lang="en-US" altLang="en-US" sz="1900" b="1"/>
          </a:p>
          <a:p>
            <a:r>
              <a:rPr lang="en-US" altLang="en-US" sz="1900" b="1"/>
              <a:t>Viewing detailed information</a:t>
            </a:r>
            <a:endParaRPr lang="en-US" altLang="en-US" sz="1900" b="1"/>
          </a:p>
          <a:p>
            <a:r>
              <a:rPr lang="en-US" altLang="en-US" sz="1900" b="1"/>
              <a:t>Watching trailers</a:t>
            </a:r>
            <a:endParaRPr lang="en-US" altLang="en-US" sz="1900" b="1"/>
          </a:p>
          <a:p>
            <a:r>
              <a:rPr lang="en-US" altLang="en-US" sz="1900" b="1"/>
              <a:t>User ratings and commenting features (currently under development)</a:t>
            </a:r>
            <a:endParaRPr lang="en-US" altLang="en-US" sz="1900" b="1"/>
          </a:p>
        </p:txBody>
      </p:sp>
      <p:pic>
        <p:nvPicPr>
          <p:cNvPr id="7" name="Kép 6"/>
          <p:cNvPicPr>
            <a:picLocks noChangeAspect="1"/>
          </p:cNvPicPr>
          <p:nvPr/>
        </p:nvPicPr>
        <p:blipFill>
          <a:blip r:embed="rId1"/>
          <a:srcRect l="26426" r="25679"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p:cNvSpPr>
            <a:spLocks noGrp="1" noRot="1" noChangeAspect="1" noMove="1" noResize="1" noEditPoints="1" noAdjustHandles="1" noChangeArrowheads="1" noChangeShapeType="1" noTextEdit="1"/>
          </p:cNvSpPr>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686834" y="1153572"/>
            <a:ext cx="3200400" cy="4461163"/>
          </a:xfrm>
        </p:spPr>
        <p:txBody>
          <a:bodyPr>
            <a:normAutofit/>
          </a:bodyPr>
          <a:lstStyle/>
          <a:p>
            <a:r>
              <a:rPr lang="en-US" altLang="en-US">
                <a:solidFill>
                  <a:srgbClr val="FFFFFF"/>
                </a:solidFill>
              </a:rPr>
              <a:t>Features and Extras</a:t>
            </a:r>
            <a:endParaRPr lang="en-US" altLang="en-US">
              <a:solidFill>
                <a:srgbClr val="FFFFFF"/>
              </a:solidFill>
            </a:endParaRPr>
          </a:p>
        </p:txBody>
      </p:sp>
      <p:sp>
        <p:nvSpPr>
          <p:cNvPr id="12" name="Arc 11"/>
          <p:cNvSpPr>
            <a:spLocks noGrp="1" noRot="1" noChangeAspect="1" noMove="1" noResize="1" noEditPoints="1" noAdjustHandles="1" noChangeArrowheads="1" noChangeShapeType="1" noTextEdit="1"/>
          </p:cNvSpPr>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artalom helye 2"/>
          <p:cNvSpPr>
            <a:spLocks noGrp="1"/>
          </p:cNvSpPr>
          <p:nvPr>
            <p:ph idx="1"/>
          </p:nvPr>
        </p:nvSpPr>
        <p:spPr>
          <a:xfrm>
            <a:off x="4447308" y="591344"/>
            <a:ext cx="6906491" cy="5585619"/>
          </a:xfrm>
        </p:spPr>
        <p:txBody>
          <a:bodyPr anchor="ctr">
            <a:normAutofit/>
          </a:bodyPr>
          <a:lstStyle/>
          <a:p>
            <a:pPr>
              <a:buNone/>
            </a:pPr>
            <a:r>
              <a:rPr lang="en-US" altLang="en-US" sz="1800" b="1" dirty="0"/>
              <a:t>Quiz</a:t>
            </a:r>
            <a:r>
              <a:rPr lang="en-US" altLang="en-US" sz="1800" dirty="0"/>
              <a:t> – The user can choose whether they want to watch a movie or a series, then specify the genre and decade, and the website will recommend a random movie or series.</a:t>
            </a:r>
            <a:endParaRPr lang="en-US" altLang="en-US" sz="1800" dirty="0"/>
          </a:p>
          <a:p>
            <a:pPr>
              <a:buNone/>
            </a:pPr>
            <a:r>
              <a:rPr lang="en-US" altLang="en-US" sz="1800" b="1" dirty="0"/>
              <a:t>Movies and Series by Decade</a:t>
            </a:r>
            <a:r>
              <a:rPr lang="en-US" altLang="en-US" sz="1800" dirty="0"/>
              <a:t> – The user can select a specific decade (1970–2020), and the website will only display content released during that period.</a:t>
            </a:r>
            <a:endParaRPr lang="en-US" altLang="en-US" sz="1800" dirty="0"/>
          </a:p>
          <a:p>
            <a:pPr>
              <a:buNone/>
            </a:pPr>
            <a:r>
              <a:rPr lang="en-US" altLang="en-US" sz="1800" b="1" dirty="0"/>
              <a:t>Movies and Series by Genre</a:t>
            </a:r>
            <a:r>
              <a:rPr lang="en-US" altLang="en-US" sz="1800" dirty="0"/>
              <a:t> – Movies and series can be filtered by genre, such as action, comedy, horror, etc.</a:t>
            </a:r>
            <a:endParaRPr lang="en-US" altLang="en-US" sz="1800" dirty="0"/>
          </a:p>
          <a:p>
            <a:pPr>
              <a:buNone/>
            </a:pPr>
            <a:r>
              <a:rPr lang="en-US" altLang="en-US" sz="1800" b="1" dirty="0"/>
              <a:t>About Us</a:t>
            </a:r>
            <a:r>
              <a:rPr lang="en-US" altLang="en-US" sz="1800" dirty="0"/>
              <a:t> – An informational page that introduces the purpose of FilmFókusz and the creators of the website.</a:t>
            </a:r>
            <a:endParaRPr lang="en-US" altLang="en-US" sz="1800" dirty="0"/>
          </a:p>
          <a:p>
            <a:pPr>
              <a:buNone/>
            </a:pPr>
            <a:r>
              <a:rPr lang="en-US" altLang="en-US" sz="1800" b="1" dirty="0"/>
              <a:t>Guidelines</a:t>
            </a:r>
            <a:r>
              <a:rPr lang="en-US" altLang="en-US" sz="1800" dirty="0"/>
              <a:t> – Rules and guidelines for using the website, such as appropriate behavior, privacy, etc.</a:t>
            </a:r>
            <a:endParaRPr lang="en-US" altLang="en-US" sz="1800" dirty="0"/>
          </a:p>
          <a:p>
            <a:pPr>
              <a:buNone/>
            </a:pPr>
            <a:r>
              <a:rPr lang="en-US" altLang="en-US" sz="1800" b="1" dirty="0"/>
              <a:t>Profile Picture Change</a:t>
            </a:r>
            <a:r>
              <a:rPr lang="en-US" altLang="en-US" sz="1800" dirty="0"/>
              <a:t> – Registered users can set a custom profile picture, which they can change at any time.</a:t>
            </a:r>
            <a:endParaRPr lang="en-US" altLang="en-US" sz="1800" dirty="0"/>
          </a:p>
          <a:p>
            <a:pPr>
              <a:buNone/>
            </a:pPr>
            <a:r>
              <a:rPr lang="en-US" altLang="en-US" sz="1800" b="1" dirty="0"/>
              <a:t>Log Out</a:t>
            </a:r>
            <a:r>
              <a:rPr lang="en-US" altLang="en-US" sz="1800" dirty="0"/>
              <a:t> – The user can log out from the website.</a:t>
            </a:r>
            <a:endParaRPr lang="en-US" alt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19"/>
          <p:cNvGrpSpPr>
            <a:grpSpLocks noGrp="1" noRot="1" noChangeAspect="1" noMove="1" noResize="1" noUngrp="1"/>
          </p:cNvGrpSpPr>
          <p:nvPr/>
        </p:nvGrpSpPr>
        <p:grpSpPr>
          <a:xfrm>
            <a:off x="0" y="0"/>
            <a:ext cx="12192000" cy="6858000"/>
            <a:chOff x="0" y="0"/>
            <a:chExt cx="12192000" cy="6858000"/>
          </a:xfrm>
        </p:grpSpPr>
        <p:sp>
          <p:nvSpPr>
            <p:cNvPr id="21" name="Rectangle 20"/>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1"/>
            <p:cNvSpPr/>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Cím 1"/>
          <p:cNvSpPr>
            <a:spLocks noGrp="1"/>
          </p:cNvSpPr>
          <p:nvPr>
            <p:ph type="title"/>
          </p:nvPr>
        </p:nvSpPr>
        <p:spPr>
          <a:xfrm>
            <a:off x="549277" y="458033"/>
            <a:ext cx="5257798" cy="726224"/>
          </a:xfrm>
        </p:spPr>
        <p:txBody>
          <a:bodyPr vert="horz" wrap="square" lIns="91440" tIns="45720" rIns="91440" bIns="45720" rtlCol="0" anchor="ctr">
            <a:normAutofit fontScale="90000"/>
          </a:bodyPr>
          <a:lstStyle/>
          <a:p>
            <a:r>
              <a:rPr lang="en-US" altLang="en-US" sz="2200"/>
              <a:t>Genres, Profile Window, Movies/Series by Decade, Quiz</a:t>
            </a:r>
            <a:endParaRPr lang="en-US" altLang="en-US" sz="2200"/>
          </a:p>
        </p:txBody>
      </p:sp>
      <p:pic>
        <p:nvPicPr>
          <p:cNvPr id="9" name="Kép 8"/>
          <p:cNvPicPr>
            <a:picLocks noChangeAspect="1"/>
          </p:cNvPicPr>
          <p:nvPr/>
        </p:nvPicPr>
        <p:blipFill>
          <a:blip r:embed="rId1"/>
          <a:stretch>
            <a:fillRect/>
          </a:stretch>
        </p:blipFill>
        <p:spPr>
          <a:xfrm>
            <a:off x="664443" y="1557339"/>
            <a:ext cx="2411640" cy="4752000"/>
          </a:xfrm>
          <a:prstGeom prst="rect">
            <a:avLst/>
          </a:prstGeom>
          <a:effectLst>
            <a:outerShdw blurRad="508000" dist="101600" dir="5400000" algn="tl" rotWithShape="0">
              <a:prstClr val="black">
                <a:alpha val="10000"/>
              </a:prstClr>
            </a:outerShdw>
          </a:effectLst>
        </p:spPr>
      </p:pic>
      <p:pic>
        <p:nvPicPr>
          <p:cNvPr id="13" name="Kép 12"/>
          <p:cNvPicPr>
            <a:picLocks noChangeAspect="1"/>
          </p:cNvPicPr>
          <p:nvPr/>
        </p:nvPicPr>
        <p:blipFill>
          <a:blip r:embed="rId2"/>
          <a:stretch>
            <a:fillRect/>
          </a:stretch>
        </p:blipFill>
        <p:spPr>
          <a:xfrm>
            <a:off x="3454400" y="1142207"/>
            <a:ext cx="2638800" cy="2090077"/>
          </a:xfrm>
          <a:prstGeom prst="rect">
            <a:avLst/>
          </a:prstGeom>
          <a:effectLst>
            <a:outerShdw blurRad="508000" dist="101600" dir="5400000" algn="tl" rotWithShape="0">
              <a:prstClr val="black">
                <a:alpha val="10000"/>
              </a:prstClr>
            </a:outerShdw>
          </a:effectLst>
        </p:spPr>
      </p:pic>
      <p:pic>
        <p:nvPicPr>
          <p:cNvPr id="5" name="Tartalom helye 4"/>
          <p:cNvPicPr>
            <a:picLocks noGrp="1" noChangeAspect="1"/>
          </p:cNvPicPr>
          <p:nvPr>
            <p:ph idx="1"/>
          </p:nvPr>
        </p:nvPicPr>
        <p:blipFill>
          <a:blip r:embed="rId3"/>
          <a:stretch>
            <a:fillRect/>
          </a:stretch>
        </p:blipFill>
        <p:spPr>
          <a:xfrm>
            <a:off x="6472153" y="240147"/>
            <a:ext cx="5575420" cy="2634384"/>
          </a:xfrm>
          <a:prstGeom prst="rect">
            <a:avLst/>
          </a:prstGeom>
          <a:effectLst>
            <a:outerShdw blurRad="508000" dist="101600" dir="5400000" algn="tl" rotWithShape="0">
              <a:prstClr val="black">
                <a:alpha val="10000"/>
              </a:prstClr>
            </a:outerShdw>
          </a:effectLst>
        </p:spPr>
      </p:pic>
      <p:pic>
        <p:nvPicPr>
          <p:cNvPr id="7" name="Kép 6"/>
          <p:cNvPicPr>
            <a:picLocks noChangeAspect="1"/>
          </p:cNvPicPr>
          <p:nvPr/>
        </p:nvPicPr>
        <p:blipFill>
          <a:blip r:embed="rId4"/>
          <a:stretch>
            <a:fillRect/>
          </a:stretch>
        </p:blipFill>
        <p:spPr>
          <a:xfrm>
            <a:off x="4309441" y="3565978"/>
            <a:ext cx="6649200" cy="2992137"/>
          </a:xfrm>
          <a:prstGeom prst="rect">
            <a:avLst/>
          </a:prstGeom>
          <a:effectLst>
            <a:outerShdw blurRad="508000" dist="101600" dir="5400000" algn="tl" rotWithShape="0">
              <a:prstClr val="black">
                <a:alpha val="10000"/>
              </a:prst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p:cNvSpPr>
            <a:spLocks noGrp="1" noRot="1" noChangeAspect="1" noMove="1" noResize="1" noEditPoints="1" noAdjustHandles="1" noChangeArrowheads="1" noChangeShapeType="1" noTextEdit="1"/>
          </p:cNvSpPr>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p:cNvSpPr>
            <a:spLocks noGrp="1" noRot="1" noChangeAspect="1" noMove="1" noResize="1" noEditPoints="1" noAdjustHandles="1" noChangeArrowheads="1" noChangeShapeType="1" noTextEdit="1"/>
          </p:cNvSpPr>
          <p:nvPr/>
        </p:nvSpPr>
        <p:spPr>
          <a:xfrm>
            <a:off x="0" y="0"/>
            <a:ext cx="12192000" cy="6858000"/>
          </a:xfrm>
          <a:custGeom>
            <a:avLst/>
            <a:gdLst>
              <a:gd name="connsiteX0" fmla="*/ 5765387 w 12192000"/>
              <a:gd name="connsiteY0" fmla="*/ 552984 h 6858000"/>
              <a:gd name="connsiteX1" fmla="*/ 5743549 w 12192000"/>
              <a:gd name="connsiteY1" fmla="*/ 567982 h 6858000"/>
              <a:gd name="connsiteX2" fmla="*/ 5865186 w 12192000"/>
              <a:gd name="connsiteY2" fmla="*/ 624212 h 6858000"/>
              <a:gd name="connsiteX3" fmla="*/ 5674970 w 12192000"/>
              <a:gd name="connsiteY3" fmla="*/ 594618 h 6858000"/>
              <a:gd name="connsiteX4" fmla="*/ 5671722 w 12192000"/>
              <a:gd name="connsiteY4" fmla="*/ 613739 h 6858000"/>
              <a:gd name="connsiteX5" fmla="*/ 5887746 w 12192000"/>
              <a:gd name="connsiteY5" fmla="*/ 686133 h 6858000"/>
              <a:gd name="connsiteX6" fmla="*/ 5868434 w 12192000"/>
              <a:gd name="connsiteY6" fmla="*/ 697289 h 6858000"/>
              <a:gd name="connsiteX7" fmla="*/ 5753657 w 12192000"/>
              <a:gd name="connsiteY7" fmla="*/ 669287 h 6858000"/>
              <a:gd name="connsiteX8" fmla="*/ 5730555 w 12192000"/>
              <a:gd name="connsiteY8" fmla="*/ 676572 h 6858000"/>
              <a:gd name="connsiteX9" fmla="*/ 5741924 w 12192000"/>
              <a:gd name="connsiteY9" fmla="*/ 710491 h 6858000"/>
              <a:gd name="connsiteX10" fmla="*/ 5791735 w 12192000"/>
              <a:gd name="connsiteY10" fmla="*/ 723695 h 6858000"/>
              <a:gd name="connsiteX11" fmla="*/ 5869339 w 12192000"/>
              <a:gd name="connsiteY11" fmla="*/ 803376 h 6858000"/>
              <a:gd name="connsiteX12" fmla="*/ 5751851 w 12192000"/>
              <a:gd name="connsiteY12" fmla="*/ 793813 h 6858000"/>
              <a:gd name="connsiteX13" fmla="*/ 5731096 w 12192000"/>
              <a:gd name="connsiteY13" fmla="*/ 813164 h 6858000"/>
              <a:gd name="connsiteX14" fmla="*/ 5723155 w 12192000"/>
              <a:gd name="connsiteY14" fmla="*/ 838206 h 6858000"/>
              <a:gd name="connsiteX15" fmla="*/ 5677677 w 12192000"/>
              <a:gd name="connsiteY15" fmla="*/ 858922 h 6858000"/>
              <a:gd name="connsiteX16" fmla="*/ 5749146 w 12192000"/>
              <a:gd name="connsiteY16" fmla="*/ 882143 h 6858000"/>
              <a:gd name="connsiteX17" fmla="*/ 5672804 w 12192000"/>
              <a:gd name="connsiteY17" fmla="*/ 882143 h 6858000"/>
              <a:gd name="connsiteX18" fmla="*/ 5626987 w 12192000"/>
              <a:gd name="connsiteY18" fmla="*/ 862565 h 6858000"/>
              <a:gd name="connsiteX19" fmla="*/ 5611575 w 12192000"/>
              <a:gd name="connsiteY19" fmla="*/ 860624 h 6858000"/>
              <a:gd name="connsiteX20" fmla="*/ 5629275 w 12192000"/>
              <a:gd name="connsiteY20" fmla="*/ 904875 h 6858000"/>
              <a:gd name="connsiteX21" fmla="*/ 5648325 w 12192000"/>
              <a:gd name="connsiteY21" fmla="*/ 981075 h 6858000"/>
              <a:gd name="connsiteX22" fmla="*/ 5646577 w 12192000"/>
              <a:gd name="connsiteY22" fmla="*/ 1001285 h 6858000"/>
              <a:gd name="connsiteX23" fmla="*/ 5653179 w 12192000"/>
              <a:gd name="connsiteY23" fmla="*/ 1004447 h 6858000"/>
              <a:gd name="connsiteX24" fmla="*/ 5710342 w 12192000"/>
              <a:gd name="connsiteY24" fmla="*/ 1041501 h 6858000"/>
              <a:gd name="connsiteX25" fmla="*/ 5685076 w 12192000"/>
              <a:gd name="connsiteY25" fmla="*/ 1084982 h 6858000"/>
              <a:gd name="connsiteX26" fmla="*/ 5788666 w 12192000"/>
              <a:gd name="connsiteY26" fmla="*/ 1132334 h 6858000"/>
              <a:gd name="connsiteX27" fmla="*/ 5814113 w 12192000"/>
              <a:gd name="connsiteY27" fmla="*/ 1179230 h 6858000"/>
              <a:gd name="connsiteX28" fmla="*/ 5782171 w 12192000"/>
              <a:gd name="connsiteY28" fmla="*/ 1175133 h 6858000"/>
              <a:gd name="connsiteX29" fmla="*/ 5754739 w 12192000"/>
              <a:gd name="connsiteY29" fmla="*/ 1184011 h 6858000"/>
              <a:gd name="connsiteX30" fmla="*/ 5766109 w 12192000"/>
              <a:gd name="connsiteY30" fmla="*/ 1243656 h 6858000"/>
              <a:gd name="connsiteX31" fmla="*/ 5912470 w 12192000"/>
              <a:gd name="connsiteY31" fmla="*/ 1320604 h 6858000"/>
              <a:gd name="connsiteX32" fmla="*/ 5925644 w 12192000"/>
              <a:gd name="connsiteY32" fmla="*/ 1345645 h 6858000"/>
              <a:gd name="connsiteX33" fmla="*/ 5908138 w 12192000"/>
              <a:gd name="connsiteY33" fmla="*/ 1363402 h 6858000"/>
              <a:gd name="connsiteX34" fmla="*/ 5860855 w 12192000"/>
              <a:gd name="connsiteY34" fmla="*/ 1372508 h 6858000"/>
              <a:gd name="connsiteX35" fmla="*/ 5927087 w 12192000"/>
              <a:gd name="connsiteY35" fmla="*/ 1457878 h 6858000"/>
              <a:gd name="connsiteX36" fmla="*/ 5951271 w 12192000"/>
              <a:gd name="connsiteY36" fmla="*/ 1481553 h 6858000"/>
              <a:gd name="connsiteX37" fmla="*/ 5992599 w 12192000"/>
              <a:gd name="connsiteY37" fmla="*/ 1518207 h 6858000"/>
              <a:gd name="connsiteX38" fmla="*/ 5993321 w 12192000"/>
              <a:gd name="connsiteY38" fmla="*/ 1529362 h 6858000"/>
              <a:gd name="connsiteX39" fmla="*/ 5937015 w 12192000"/>
              <a:gd name="connsiteY39" fmla="*/ 1568746 h 6858000"/>
              <a:gd name="connsiteX40" fmla="*/ 5835410 w 12192000"/>
              <a:gd name="connsiteY40" fmla="*/ 1558045 h 6858000"/>
              <a:gd name="connsiteX41" fmla="*/ 5985561 w 12192000"/>
              <a:gd name="connsiteY41" fmla="*/ 1616780 h 6858000"/>
              <a:gd name="connsiteX42" fmla="*/ 5499552 w 12192000"/>
              <a:gd name="connsiteY42" fmla="*/ 1476774 h 6858000"/>
              <a:gd name="connsiteX43" fmla="*/ 5530593 w 12192000"/>
              <a:gd name="connsiteY43" fmla="*/ 1513425 h 6858000"/>
              <a:gd name="connsiteX44" fmla="*/ 5700597 w 12192000"/>
              <a:gd name="connsiteY44" fmla="*/ 1609949 h 6858000"/>
              <a:gd name="connsiteX45" fmla="*/ 5748782 w 12192000"/>
              <a:gd name="connsiteY45" fmla="*/ 1670507 h 6858000"/>
              <a:gd name="connsiteX46" fmla="*/ 5799315 w 12192000"/>
              <a:gd name="connsiteY46" fmla="*/ 1703970 h 6858000"/>
              <a:gd name="connsiteX47" fmla="*/ 5870240 w 12192000"/>
              <a:gd name="connsiteY47" fmla="*/ 1703289 h 6858000"/>
              <a:gd name="connsiteX48" fmla="*/ 5920591 w 12192000"/>
              <a:gd name="connsiteY48" fmla="*/ 1754738 h 6858000"/>
              <a:gd name="connsiteX49" fmla="*/ 5868074 w 12192000"/>
              <a:gd name="connsiteY49" fmla="*/ 1765665 h 6858000"/>
              <a:gd name="connsiteX50" fmla="*/ 5806533 w 12192000"/>
              <a:gd name="connsiteY50" fmla="*/ 1757242 h 6858000"/>
              <a:gd name="connsiteX51" fmla="*/ 5673706 w 12192000"/>
              <a:gd name="connsiteY51" fmla="*/ 1759972 h 6858000"/>
              <a:gd name="connsiteX52" fmla="*/ 5597548 w 12192000"/>
              <a:gd name="connsiteY52" fmla="*/ 1769990 h 6858000"/>
              <a:gd name="connsiteX53" fmla="*/ 5422491 w 12192000"/>
              <a:gd name="connsiteY53" fmla="*/ 1752916 h 6858000"/>
              <a:gd name="connsiteX54" fmla="*/ 5432778 w 12192000"/>
              <a:gd name="connsiteY54" fmla="*/ 1796626 h 6858000"/>
              <a:gd name="connsiteX55" fmla="*/ 5426281 w 12192000"/>
              <a:gd name="connsiteY55" fmla="*/ 1834644 h 6858000"/>
              <a:gd name="connsiteX56" fmla="*/ 5423754 w 12192000"/>
              <a:gd name="connsiteY56" fmla="*/ 1917282 h 6858000"/>
              <a:gd name="connsiteX57" fmla="*/ 5425378 w 12192000"/>
              <a:gd name="connsiteY57" fmla="*/ 1930714 h 6858000"/>
              <a:gd name="connsiteX58" fmla="*/ 5386217 w 12192000"/>
              <a:gd name="connsiteY58" fmla="*/ 1939365 h 6858000"/>
              <a:gd name="connsiteX59" fmla="*/ 5619566 w 12192000"/>
              <a:gd name="connsiteY59" fmla="*/ 2111243 h 6858000"/>
              <a:gd name="connsiteX60" fmla="*/ 5463640 w 12192000"/>
              <a:gd name="connsiteY60" fmla="*/ 2067533 h 6858000"/>
              <a:gd name="connsiteX61" fmla="*/ 5442523 w 12192000"/>
              <a:gd name="connsiteY61" fmla="*/ 2139700 h 6858000"/>
              <a:gd name="connsiteX62" fmla="*/ 5515794 w 12192000"/>
              <a:gd name="connsiteY62" fmla="*/ 2203898 h 6858000"/>
              <a:gd name="connsiteX63" fmla="*/ 5542865 w 12192000"/>
              <a:gd name="connsiteY63" fmla="*/ 2330929 h 6858000"/>
              <a:gd name="connsiteX64" fmla="*/ 5529691 w 12192000"/>
              <a:gd name="connsiteY64" fmla="*/ 2447031 h 6858000"/>
              <a:gd name="connsiteX65" fmla="*/ 5498289 w 12192000"/>
              <a:gd name="connsiteY65" fmla="*/ 2483910 h 6858000"/>
              <a:gd name="connsiteX66" fmla="*/ 5452810 w 12192000"/>
              <a:gd name="connsiteY66" fmla="*/ 2550157 h 6858000"/>
              <a:gd name="connsiteX67" fmla="*/ 5424658 w 12192000"/>
              <a:gd name="connsiteY67" fmla="*/ 2591135 h 6858000"/>
              <a:gd name="connsiteX68" fmla="*/ 5326841 w 12192000"/>
              <a:gd name="connsiteY68" fmla="*/ 2575200 h 6858000"/>
              <a:gd name="connsiteX69" fmla="*/ 5457322 w 12192000"/>
              <a:gd name="connsiteY69" fmla="*/ 2679238 h 6858000"/>
              <a:gd name="connsiteX70" fmla="*/ 5351566 w 12192000"/>
              <a:gd name="connsiteY70" fmla="*/ 2666261 h 6858000"/>
              <a:gd name="connsiteX71" fmla="*/ 5317096 w 12192000"/>
              <a:gd name="connsiteY71" fmla="*/ 2673546 h 6858000"/>
              <a:gd name="connsiteX72" fmla="*/ 5336768 w 12192000"/>
              <a:gd name="connsiteY72" fmla="*/ 2707238 h 6858000"/>
              <a:gd name="connsiteX73" fmla="*/ 5414369 w 12192000"/>
              <a:gd name="connsiteY73" fmla="*/ 2764378 h 6858000"/>
              <a:gd name="connsiteX74" fmla="*/ 5574268 w 12192000"/>
              <a:gd name="connsiteY74" fmla="*/ 2919184 h 6858000"/>
              <a:gd name="connsiteX75" fmla="*/ 5419422 w 12192000"/>
              <a:gd name="connsiteY75" fmla="*/ 2848157 h 6858000"/>
              <a:gd name="connsiteX76" fmla="*/ 5582568 w 12192000"/>
              <a:gd name="connsiteY76" fmla="*/ 3007285 h 6858000"/>
              <a:gd name="connsiteX77" fmla="*/ 5618844 w 12192000"/>
              <a:gd name="connsiteY77" fmla="*/ 3060100 h 6858000"/>
              <a:gd name="connsiteX78" fmla="*/ 5692115 w 12192000"/>
              <a:gd name="connsiteY78" fmla="*/ 3191228 h 6858000"/>
              <a:gd name="connsiteX79" fmla="*/ 5688506 w 12192000"/>
              <a:gd name="connsiteY79" fmla="*/ 3206025 h 6858000"/>
              <a:gd name="connsiteX80" fmla="*/ 5603864 w 12192000"/>
              <a:gd name="connsiteY80" fmla="*/ 3184854 h 6858000"/>
              <a:gd name="connsiteX81" fmla="*/ 5713591 w 12192000"/>
              <a:gd name="connsiteY81" fmla="*/ 3295040 h 6858000"/>
              <a:gd name="connsiteX82" fmla="*/ 5826927 w 12192000"/>
              <a:gd name="connsiteY82" fmla="*/ 3379724 h 6858000"/>
              <a:gd name="connsiteX83" fmla="*/ 5746436 w 12192000"/>
              <a:gd name="connsiteY83" fmla="*/ 3366750 h 6858000"/>
              <a:gd name="connsiteX84" fmla="*/ 5635807 w 12192000"/>
              <a:gd name="connsiteY84" fmla="*/ 3318259 h 6858000"/>
              <a:gd name="connsiteX85" fmla="*/ 5597367 w 12192000"/>
              <a:gd name="connsiteY85" fmla="*/ 3336472 h 6858000"/>
              <a:gd name="connsiteX86" fmla="*/ 5702221 w 12192000"/>
              <a:gd name="connsiteY86" fmla="*/ 3416605 h 6858000"/>
              <a:gd name="connsiteX87" fmla="*/ 5762317 w 12192000"/>
              <a:gd name="connsiteY87" fmla="*/ 3453714 h 6858000"/>
              <a:gd name="connsiteX88" fmla="*/ 5786319 w 12192000"/>
              <a:gd name="connsiteY88" fmla="*/ 3482169 h 6858000"/>
              <a:gd name="connsiteX89" fmla="*/ 5854901 w 12192000"/>
              <a:gd name="connsiteY89" fmla="*/ 3583703 h 6858000"/>
              <a:gd name="connsiteX90" fmla="*/ 6056305 w 12192000"/>
              <a:gd name="connsiteY90" fmla="*/ 3694570 h 6858000"/>
              <a:gd name="connsiteX91" fmla="*/ 6244716 w 12192000"/>
              <a:gd name="connsiteY91" fmla="*/ 3832301 h 6858000"/>
              <a:gd name="connsiteX92" fmla="*/ 6391802 w 12192000"/>
              <a:gd name="connsiteY92" fmla="*/ 3918125 h 6858000"/>
              <a:gd name="connsiteX93" fmla="*/ 6763572 w 12192000"/>
              <a:gd name="connsiteY93" fmla="*/ 4028537 h 6858000"/>
              <a:gd name="connsiteX94" fmla="*/ 8173592 w 12192000"/>
              <a:gd name="connsiteY94" fmla="*/ 3279560 h 6858000"/>
              <a:gd name="connsiteX95" fmla="*/ 8191458 w 12192000"/>
              <a:gd name="connsiteY95" fmla="*/ 3257248 h 6858000"/>
              <a:gd name="connsiteX96" fmla="*/ 8259856 w 12192000"/>
              <a:gd name="connsiteY96" fmla="*/ 3173245 h 6858000"/>
              <a:gd name="connsiteX97" fmla="*/ 8317969 w 12192000"/>
              <a:gd name="connsiteY97" fmla="*/ 3097663 h 6858000"/>
              <a:gd name="connsiteX98" fmla="*/ 8287650 w 12192000"/>
              <a:gd name="connsiteY98" fmla="*/ 3072166 h 6858000"/>
              <a:gd name="connsiteX99" fmla="*/ 8328617 w 12192000"/>
              <a:gd name="connsiteY99" fmla="*/ 3000000 h 6858000"/>
              <a:gd name="connsiteX100" fmla="*/ 8458917 w 12192000"/>
              <a:gd name="connsiteY100" fmla="*/ 2777583 h 6858000"/>
              <a:gd name="connsiteX101" fmla="*/ 8516125 w 12192000"/>
              <a:gd name="connsiteY101" fmla="*/ 2728639 h 6858000"/>
              <a:gd name="connsiteX102" fmla="*/ 8585788 w 12192000"/>
              <a:gd name="connsiteY102" fmla="*/ 2605478 h 6858000"/>
              <a:gd name="connsiteX103" fmla="*/ 8595714 w 12192000"/>
              <a:gd name="connsiteY103" fmla="*/ 2577023 h 6858000"/>
              <a:gd name="connsiteX104" fmla="*/ 8581457 w 12192000"/>
              <a:gd name="connsiteY104" fmla="*/ 2540823 h 6858000"/>
              <a:gd name="connsiteX105" fmla="*/ 8570809 w 12192000"/>
              <a:gd name="connsiteY105" fmla="*/ 2504399 h 6858000"/>
              <a:gd name="connsiteX106" fmla="*/ 8584705 w 12192000"/>
              <a:gd name="connsiteY106" fmla="*/ 2493699 h 6858000"/>
              <a:gd name="connsiteX107" fmla="*/ 8674038 w 12192000"/>
              <a:gd name="connsiteY107" fmla="*/ 2475260 h 6858000"/>
              <a:gd name="connsiteX108" fmla="*/ 8622243 w 12192000"/>
              <a:gd name="connsiteY108" fmla="*/ 2406054 h 6858000"/>
              <a:gd name="connsiteX109" fmla="*/ 8530925 w 12192000"/>
              <a:gd name="connsiteY109" fmla="*/ 2302926 h 6858000"/>
              <a:gd name="connsiteX110" fmla="*/ 8489417 w 12192000"/>
              <a:gd name="connsiteY110" fmla="*/ 2229622 h 6858000"/>
              <a:gd name="connsiteX111" fmla="*/ 8484543 w 12192000"/>
              <a:gd name="connsiteY111" fmla="*/ 2164058 h 6858000"/>
              <a:gd name="connsiteX112" fmla="*/ 8402970 w 12192000"/>
              <a:gd name="connsiteY112" fmla="*/ 2125358 h 6858000"/>
              <a:gd name="connsiteX113" fmla="*/ 8479670 w 12192000"/>
              <a:gd name="connsiteY113" fmla="*/ 1986716 h 6858000"/>
              <a:gd name="connsiteX114" fmla="*/ 8487432 w 12192000"/>
              <a:gd name="connsiteY114" fmla="*/ 1958032 h 6858000"/>
              <a:gd name="connsiteX115" fmla="*/ 8441412 w 12192000"/>
              <a:gd name="connsiteY115" fmla="*/ 1855361 h 6858000"/>
              <a:gd name="connsiteX116" fmla="*/ 8433831 w 12192000"/>
              <a:gd name="connsiteY116" fmla="*/ 1838969 h 6858000"/>
              <a:gd name="connsiteX117" fmla="*/ 8416868 w 12192000"/>
              <a:gd name="connsiteY117" fmla="*/ 1806187 h 6858000"/>
              <a:gd name="connsiteX118" fmla="*/ 8368140 w 12192000"/>
              <a:gd name="connsiteY118" fmla="*/ 1798219 h 6858000"/>
              <a:gd name="connsiteX119" fmla="*/ 8393405 w 12192000"/>
              <a:gd name="connsiteY119" fmla="*/ 1774999 h 6858000"/>
              <a:gd name="connsiteX120" fmla="*/ 8442495 w 12192000"/>
              <a:gd name="connsiteY120" fmla="*/ 1696458 h 6858000"/>
              <a:gd name="connsiteX121" fmla="*/ 8409828 w 12192000"/>
              <a:gd name="connsiteY121" fmla="*/ 1621332 h 6858000"/>
              <a:gd name="connsiteX122" fmla="*/ 8407664 w 12192000"/>
              <a:gd name="connsiteY122" fmla="*/ 1579899 h 6858000"/>
              <a:gd name="connsiteX123" fmla="*/ 8462707 w 12192000"/>
              <a:gd name="connsiteY123" fmla="*/ 1526857 h 6858000"/>
              <a:gd name="connsiteX124" fmla="*/ 8504215 w 12192000"/>
              <a:gd name="connsiteY124" fmla="*/ 1505913 h 6858000"/>
              <a:gd name="connsiteX125" fmla="*/ 8523345 w 12192000"/>
              <a:gd name="connsiteY125" fmla="*/ 1475863 h 6858000"/>
              <a:gd name="connsiteX126" fmla="*/ 8500786 w 12192000"/>
              <a:gd name="connsiteY126" fmla="*/ 1450820 h 6858000"/>
              <a:gd name="connsiteX127" fmla="*/ 8400624 w 12192000"/>
              <a:gd name="connsiteY127" fmla="*/ 1391176 h 6858000"/>
              <a:gd name="connsiteX128" fmla="*/ 8454585 w 12192000"/>
              <a:gd name="connsiteY128" fmla="*/ 1341319 h 6858000"/>
              <a:gd name="connsiteX129" fmla="*/ 8172509 w 12192000"/>
              <a:gd name="connsiteY129" fmla="*/ 1106153 h 6858000"/>
              <a:gd name="connsiteX130" fmla="*/ 8138399 w 12192000"/>
              <a:gd name="connsiteY130" fmla="*/ 1070184 h 6858000"/>
              <a:gd name="connsiteX131" fmla="*/ 7957388 w 12192000"/>
              <a:gd name="connsiteY131" fmla="*/ 982992 h 6858000"/>
              <a:gd name="connsiteX132" fmla="*/ 7771142 w 12192000"/>
              <a:gd name="connsiteY132" fmla="*/ 921300 h 6858000"/>
              <a:gd name="connsiteX133" fmla="*/ 7900539 w 12192000"/>
              <a:gd name="connsiteY133" fmla="*/ 791082 h 6858000"/>
              <a:gd name="connsiteX134" fmla="*/ 7702923 w 12192000"/>
              <a:gd name="connsiteY134" fmla="*/ 760803 h 6858000"/>
              <a:gd name="connsiteX135" fmla="*/ 7683614 w 12192000"/>
              <a:gd name="connsiteY135" fmla="*/ 761714 h 6858000"/>
              <a:gd name="connsiteX136" fmla="*/ 7295600 w 12192000"/>
              <a:gd name="connsiteY136" fmla="*/ 741680 h 6858000"/>
              <a:gd name="connsiteX137" fmla="*/ 6739388 w 12192000"/>
              <a:gd name="connsiteY137" fmla="*/ 675206 h 6858000"/>
              <a:gd name="connsiteX138" fmla="*/ 6279006 w 12192000"/>
              <a:gd name="connsiteY138" fmla="*/ 635367 h 6858000"/>
              <a:gd name="connsiteX139" fmla="*/ 5788847 w 12192000"/>
              <a:gd name="connsiteY139" fmla="*/ 557964 h 6858000"/>
              <a:gd name="connsiteX140" fmla="*/ 5765387 w 12192000"/>
              <a:gd name="connsiteY140" fmla="*/ 552984 h 6858000"/>
              <a:gd name="connsiteX141" fmla="*/ 0 w 12192000"/>
              <a:gd name="connsiteY141" fmla="*/ 0 h 6858000"/>
              <a:gd name="connsiteX142" fmla="*/ 768106 w 12192000"/>
              <a:gd name="connsiteY142" fmla="*/ 0 h 6858000"/>
              <a:gd name="connsiteX143" fmla="*/ 767098 w 12192000"/>
              <a:gd name="connsiteY143" fmla="*/ 10118 h 6858000"/>
              <a:gd name="connsiteX144" fmla="*/ 756850 w 12192000"/>
              <a:gd name="connsiteY144" fmla="*/ 43654 h 6858000"/>
              <a:gd name="connsiteX145" fmla="*/ 768357 w 12192000"/>
              <a:gd name="connsiteY145" fmla="*/ 76852 h 6858000"/>
              <a:gd name="connsiteX146" fmla="*/ 882077 w 12192000"/>
              <a:gd name="connsiteY146" fmla="*/ 237315 h 6858000"/>
              <a:gd name="connsiteX147" fmla="*/ 761133 w 12192000"/>
              <a:gd name="connsiteY147" fmla="*/ 282106 h 6858000"/>
              <a:gd name="connsiteX148" fmla="*/ 753907 w 12192000"/>
              <a:gd name="connsiteY148" fmla="*/ 357988 h 6858000"/>
              <a:gd name="connsiteX149" fmla="*/ 692364 w 12192000"/>
              <a:gd name="connsiteY149" fmla="*/ 442830 h 6858000"/>
              <a:gd name="connsiteX150" fmla="*/ 556972 w 12192000"/>
              <a:gd name="connsiteY150" fmla="*/ 562188 h 6858000"/>
              <a:gd name="connsiteX151" fmla="*/ 480177 w 12192000"/>
              <a:gd name="connsiteY151" fmla="*/ 642286 h 6858000"/>
              <a:gd name="connsiteX152" fmla="*/ 612627 w 12192000"/>
              <a:gd name="connsiteY152" fmla="*/ 663627 h 6858000"/>
              <a:gd name="connsiteX153" fmla="*/ 633230 w 12192000"/>
              <a:gd name="connsiteY153" fmla="*/ 676011 h 6858000"/>
              <a:gd name="connsiteX154" fmla="*/ 617443 w 12192000"/>
              <a:gd name="connsiteY154" fmla="*/ 718168 h 6858000"/>
              <a:gd name="connsiteX155" fmla="*/ 596304 w 12192000"/>
              <a:gd name="connsiteY155" fmla="*/ 760064 h 6858000"/>
              <a:gd name="connsiteX156" fmla="*/ 611021 w 12192000"/>
              <a:gd name="connsiteY156" fmla="*/ 792998 h 6858000"/>
              <a:gd name="connsiteX157" fmla="*/ 714308 w 12192000"/>
              <a:gd name="connsiteY157" fmla="*/ 935543 h 6858000"/>
              <a:gd name="connsiteX158" fmla="*/ 799128 w 12192000"/>
              <a:gd name="connsiteY158" fmla="*/ 992190 h 6858000"/>
              <a:gd name="connsiteX159" fmla="*/ 992317 w 12192000"/>
              <a:gd name="connsiteY159" fmla="*/ 1249612 h 6858000"/>
              <a:gd name="connsiteX160" fmla="*/ 1053058 w 12192000"/>
              <a:gd name="connsiteY160" fmla="*/ 1333136 h 6858000"/>
              <a:gd name="connsiteX161" fmla="*/ 1008104 w 12192000"/>
              <a:gd name="connsiteY161" fmla="*/ 1362645 h 6858000"/>
              <a:gd name="connsiteX162" fmla="*/ 1094265 w 12192000"/>
              <a:gd name="connsiteY162" fmla="*/ 1450123 h 6858000"/>
              <a:gd name="connsiteX163" fmla="*/ 1195677 w 12192000"/>
              <a:gd name="connsiteY163" fmla="*/ 1547347 h 6858000"/>
              <a:gd name="connsiteX164" fmla="*/ 1222166 w 12192000"/>
              <a:gd name="connsiteY164" fmla="*/ 1573170 h 6858000"/>
              <a:gd name="connsiteX165" fmla="*/ 3312738 w 12192000"/>
              <a:gd name="connsiteY165" fmla="*/ 2440024 h 6858000"/>
              <a:gd name="connsiteX166" fmla="*/ 3863944 w 12192000"/>
              <a:gd name="connsiteY166" fmla="*/ 2312235 h 6858000"/>
              <a:gd name="connsiteX167" fmla="*/ 4082022 w 12192000"/>
              <a:gd name="connsiteY167" fmla="*/ 2212904 h 6858000"/>
              <a:gd name="connsiteX168" fmla="*/ 4361371 w 12192000"/>
              <a:gd name="connsiteY168" fmla="*/ 2053496 h 6858000"/>
              <a:gd name="connsiteX169" fmla="*/ 4659987 w 12192000"/>
              <a:gd name="connsiteY169" fmla="*/ 1925180 h 6858000"/>
              <a:gd name="connsiteX170" fmla="*/ 4761667 w 12192000"/>
              <a:gd name="connsiteY170" fmla="*/ 1807667 h 6858000"/>
              <a:gd name="connsiteX171" fmla="*/ 4797253 w 12192000"/>
              <a:gd name="connsiteY171" fmla="*/ 1774733 h 6858000"/>
              <a:gd name="connsiteX172" fmla="*/ 4886356 w 12192000"/>
              <a:gd name="connsiteY172" fmla="*/ 1731784 h 6858000"/>
              <a:gd name="connsiteX173" fmla="*/ 5041818 w 12192000"/>
              <a:gd name="connsiteY173" fmla="*/ 1639039 h 6858000"/>
              <a:gd name="connsiteX174" fmla="*/ 4984824 w 12192000"/>
              <a:gd name="connsiteY174" fmla="*/ 1617960 h 6858000"/>
              <a:gd name="connsiteX175" fmla="*/ 4820800 w 12192000"/>
              <a:gd name="connsiteY175" fmla="*/ 1674082 h 6858000"/>
              <a:gd name="connsiteX176" fmla="*/ 4701459 w 12192000"/>
              <a:gd name="connsiteY176" fmla="*/ 1689099 h 6858000"/>
              <a:gd name="connsiteX177" fmla="*/ 4869498 w 12192000"/>
              <a:gd name="connsiteY177" fmla="*/ 1591086 h 6858000"/>
              <a:gd name="connsiteX178" fmla="*/ 5032185 w 12192000"/>
              <a:gd name="connsiteY178" fmla="*/ 1463559 h 6858000"/>
              <a:gd name="connsiteX179" fmla="*/ 4906692 w 12192000"/>
              <a:gd name="connsiteY179" fmla="*/ 1488062 h 6858000"/>
              <a:gd name="connsiteX180" fmla="*/ 4901340 w 12192000"/>
              <a:gd name="connsiteY180" fmla="*/ 1470936 h 6858000"/>
              <a:gd name="connsiteX181" fmla="*/ 5009976 w 12192000"/>
              <a:gd name="connsiteY181" fmla="*/ 1319171 h 6858000"/>
              <a:gd name="connsiteX182" fmla="*/ 5063760 w 12192000"/>
              <a:gd name="connsiteY182" fmla="*/ 1258044 h 6858000"/>
              <a:gd name="connsiteX183" fmla="*/ 5305648 w 12192000"/>
              <a:gd name="connsiteY183" fmla="*/ 1073871 h 6858000"/>
              <a:gd name="connsiteX184" fmla="*/ 5076067 w 12192000"/>
              <a:gd name="connsiteY184" fmla="*/ 1156077 h 6858000"/>
              <a:gd name="connsiteX185" fmla="*/ 5313141 w 12192000"/>
              <a:gd name="connsiteY185" fmla="*/ 976907 h 6858000"/>
              <a:gd name="connsiteX186" fmla="*/ 5428196 w 12192000"/>
              <a:gd name="connsiteY186" fmla="*/ 910774 h 6858000"/>
              <a:gd name="connsiteX187" fmla="*/ 5457363 w 12192000"/>
              <a:gd name="connsiteY187" fmla="*/ 871779 h 6858000"/>
              <a:gd name="connsiteX188" fmla="*/ 5406256 w 12192000"/>
              <a:gd name="connsiteY188" fmla="*/ 863347 h 6858000"/>
              <a:gd name="connsiteX189" fmla="*/ 5249456 w 12192000"/>
              <a:gd name="connsiteY189" fmla="*/ 878367 h 6858000"/>
              <a:gd name="connsiteX190" fmla="*/ 5442914 w 12192000"/>
              <a:gd name="connsiteY190" fmla="*/ 757955 h 6858000"/>
              <a:gd name="connsiteX191" fmla="*/ 5297887 w 12192000"/>
              <a:gd name="connsiteY191" fmla="*/ 776398 h 6858000"/>
              <a:gd name="connsiteX192" fmla="*/ 5256146 w 12192000"/>
              <a:gd name="connsiteY192" fmla="*/ 728971 h 6858000"/>
              <a:gd name="connsiteX193" fmla="*/ 5188716 w 12192000"/>
              <a:gd name="connsiteY193" fmla="*/ 652298 h 6858000"/>
              <a:gd name="connsiteX194" fmla="*/ 5142160 w 12192000"/>
              <a:gd name="connsiteY194" fmla="*/ 609614 h 6858000"/>
              <a:gd name="connsiteX195" fmla="*/ 5122626 w 12192000"/>
              <a:gd name="connsiteY195" fmla="*/ 475239 h 6858000"/>
              <a:gd name="connsiteX196" fmla="*/ 5162763 w 12192000"/>
              <a:gd name="connsiteY196" fmla="*/ 328215 h 6858000"/>
              <a:gd name="connsiteX197" fmla="*/ 5271399 w 12192000"/>
              <a:gd name="connsiteY197" fmla="*/ 253914 h 6858000"/>
              <a:gd name="connsiteX198" fmla="*/ 5240091 w 12192000"/>
              <a:gd name="connsiteY198" fmla="*/ 170389 h 6858000"/>
              <a:gd name="connsiteX199" fmla="*/ 5008904 w 12192000"/>
              <a:gd name="connsiteY199" fmla="*/ 220979 h 6858000"/>
              <a:gd name="connsiteX200" fmla="*/ 5354881 w 12192000"/>
              <a:gd name="connsiteY200" fmla="*/ 22050 h 6858000"/>
              <a:gd name="connsiteX201" fmla="*/ 5296818 w 12192000"/>
              <a:gd name="connsiteY201" fmla="*/ 12038 h 6858000"/>
              <a:gd name="connsiteX202" fmla="*/ 5297018 w 12192000"/>
              <a:gd name="connsiteY202" fmla="*/ 3177 h 6858000"/>
              <a:gd name="connsiteX203" fmla="*/ 5298067 w 12192000"/>
              <a:gd name="connsiteY203" fmla="*/ 0 h 6858000"/>
              <a:gd name="connsiteX204" fmla="*/ 8958468 w 12192000"/>
              <a:gd name="connsiteY204" fmla="*/ 0 h 6858000"/>
              <a:gd name="connsiteX205" fmla="*/ 8936439 w 12192000"/>
              <a:gd name="connsiteY205" fmla="*/ 18562 h 6858000"/>
              <a:gd name="connsiteX206" fmla="*/ 8934304 w 12192000"/>
              <a:gd name="connsiteY206" fmla="*/ 46608 h 6858000"/>
              <a:gd name="connsiteX207" fmla="*/ 9027240 w 12192000"/>
              <a:gd name="connsiteY207" fmla="*/ 113638 h 6858000"/>
              <a:gd name="connsiteX208" fmla="*/ 8854734 w 12192000"/>
              <a:gd name="connsiteY208" fmla="*/ 193826 h 6858000"/>
              <a:gd name="connsiteX209" fmla="*/ 8815880 w 12192000"/>
              <a:gd name="connsiteY209" fmla="*/ 227493 h 6858000"/>
              <a:gd name="connsiteX210" fmla="*/ 8848828 w 12192000"/>
              <a:gd name="connsiteY210" fmla="*/ 267894 h 6858000"/>
              <a:gd name="connsiteX211" fmla="*/ 8920315 w 12192000"/>
              <a:gd name="connsiteY211" fmla="*/ 296052 h 6858000"/>
              <a:gd name="connsiteX212" fmla="*/ 9015115 w 12192000"/>
              <a:gd name="connsiteY212" fmla="*/ 367363 h 6858000"/>
              <a:gd name="connsiteX213" fmla="*/ 9011388 w 12192000"/>
              <a:gd name="connsiteY213" fmla="*/ 423067 h 6858000"/>
              <a:gd name="connsiteX214" fmla="*/ 8955127 w 12192000"/>
              <a:gd name="connsiteY214" fmla="*/ 524068 h 6858000"/>
              <a:gd name="connsiteX215" fmla="*/ 9039672 w 12192000"/>
              <a:gd name="connsiteY215" fmla="*/ 629661 h 6858000"/>
              <a:gd name="connsiteX216" fmla="*/ 9083187 w 12192000"/>
              <a:gd name="connsiteY216" fmla="*/ 660880 h 6858000"/>
              <a:gd name="connsiteX217" fmla="*/ 8999263 w 12192000"/>
              <a:gd name="connsiteY217" fmla="*/ 671592 h 6858000"/>
              <a:gd name="connsiteX218" fmla="*/ 8970048 w 12192000"/>
              <a:gd name="connsiteY218" fmla="*/ 715664 h 6858000"/>
              <a:gd name="connsiteX219" fmla="*/ 8956992 w 12192000"/>
              <a:gd name="connsiteY219" fmla="*/ 737702 h 6858000"/>
              <a:gd name="connsiteX220" fmla="*/ 8877733 w 12192000"/>
              <a:gd name="connsiteY220" fmla="*/ 875737 h 6858000"/>
              <a:gd name="connsiteX221" fmla="*/ 8891100 w 12192000"/>
              <a:gd name="connsiteY221" fmla="*/ 914300 h 6858000"/>
              <a:gd name="connsiteX222" fmla="*/ 9023199 w 12192000"/>
              <a:gd name="connsiteY222" fmla="*/ 1100695 h 6858000"/>
              <a:gd name="connsiteX223" fmla="*/ 8882708 w 12192000"/>
              <a:gd name="connsiteY223" fmla="*/ 1152725 h 6858000"/>
              <a:gd name="connsiteX224" fmla="*/ 8874315 w 12192000"/>
              <a:gd name="connsiteY224" fmla="*/ 1240870 h 6858000"/>
              <a:gd name="connsiteX225" fmla="*/ 8802826 w 12192000"/>
              <a:gd name="connsiteY225" fmla="*/ 1339424 h 6858000"/>
              <a:gd name="connsiteX226" fmla="*/ 8645552 w 12192000"/>
              <a:gd name="connsiteY226" fmla="*/ 1478072 h 6858000"/>
              <a:gd name="connsiteX227" fmla="*/ 8556347 w 12192000"/>
              <a:gd name="connsiteY227" fmla="*/ 1571114 h 6858000"/>
              <a:gd name="connsiteX228" fmla="*/ 8710202 w 12192000"/>
              <a:gd name="connsiteY228" fmla="*/ 1595904 h 6858000"/>
              <a:gd name="connsiteX229" fmla="*/ 8734135 w 12192000"/>
              <a:gd name="connsiteY229" fmla="*/ 1610290 h 6858000"/>
              <a:gd name="connsiteX230" fmla="*/ 8715797 w 12192000"/>
              <a:gd name="connsiteY230" fmla="*/ 1659260 h 6858000"/>
              <a:gd name="connsiteX231" fmla="*/ 8691242 w 12192000"/>
              <a:gd name="connsiteY231" fmla="*/ 1707927 h 6858000"/>
              <a:gd name="connsiteX232" fmla="*/ 8708337 w 12192000"/>
              <a:gd name="connsiteY232" fmla="*/ 1746183 h 6858000"/>
              <a:gd name="connsiteX233" fmla="*/ 8828316 w 12192000"/>
              <a:gd name="connsiteY233" fmla="*/ 1911765 h 6858000"/>
              <a:gd name="connsiteX234" fmla="*/ 8926844 w 12192000"/>
              <a:gd name="connsiteY234" fmla="*/ 1977567 h 6858000"/>
              <a:gd name="connsiteX235" fmla="*/ 9151255 w 12192000"/>
              <a:gd name="connsiteY235" fmla="*/ 2276592 h 6858000"/>
              <a:gd name="connsiteX236" fmla="*/ 9221812 w 12192000"/>
              <a:gd name="connsiteY236" fmla="*/ 2373614 h 6858000"/>
              <a:gd name="connsiteX237" fmla="*/ 9169593 w 12192000"/>
              <a:gd name="connsiteY237" fmla="*/ 2407892 h 6858000"/>
              <a:gd name="connsiteX238" fmla="*/ 9269679 w 12192000"/>
              <a:gd name="connsiteY238" fmla="*/ 2509507 h 6858000"/>
              <a:gd name="connsiteX239" fmla="*/ 9387480 w 12192000"/>
              <a:gd name="connsiteY239" fmla="*/ 2622444 h 6858000"/>
              <a:gd name="connsiteX240" fmla="*/ 9418250 w 12192000"/>
              <a:gd name="connsiteY240" fmla="*/ 2652440 h 6858000"/>
              <a:gd name="connsiteX241" fmla="*/ 11846684 w 12192000"/>
              <a:gd name="connsiteY241" fmla="*/ 3659389 h 6858000"/>
              <a:gd name="connsiteX242" fmla="*/ 12172890 w 12192000"/>
              <a:gd name="connsiteY242" fmla="*/ 3610878 h 6858000"/>
              <a:gd name="connsiteX243" fmla="*/ 12192000 w 12192000"/>
              <a:gd name="connsiteY243" fmla="*/ 3605403 h 6858000"/>
              <a:gd name="connsiteX244" fmla="*/ 12192000 w 12192000"/>
              <a:gd name="connsiteY244" fmla="*/ 6858000 h 6858000"/>
              <a:gd name="connsiteX245" fmla="*/ 2667892 w 12192000"/>
              <a:gd name="connsiteY245" fmla="*/ 6858000 h 6858000"/>
              <a:gd name="connsiteX246" fmla="*/ 2654380 w 12192000"/>
              <a:gd name="connsiteY246" fmla="*/ 6849405 h 6858000"/>
              <a:gd name="connsiteX247" fmla="*/ 2517472 w 12192000"/>
              <a:gd name="connsiteY247" fmla="*/ 6768410 h 6858000"/>
              <a:gd name="connsiteX248" fmla="*/ 2863768 w 12192000"/>
              <a:gd name="connsiteY248" fmla="*/ 6678867 h 6858000"/>
              <a:gd name="connsiteX249" fmla="*/ 3200332 w 12192000"/>
              <a:gd name="connsiteY249" fmla="*/ 6552312 h 6858000"/>
              <a:gd name="connsiteX250" fmla="*/ 3263755 w 12192000"/>
              <a:gd name="connsiteY250" fmla="*/ 6500106 h 6858000"/>
              <a:gd name="connsiteX251" fmla="*/ 3788234 w 12192000"/>
              <a:gd name="connsiteY251" fmla="*/ 6158777 h 6858000"/>
              <a:gd name="connsiteX252" fmla="*/ 3687901 w 12192000"/>
              <a:gd name="connsiteY252" fmla="*/ 6086412 h 6858000"/>
              <a:gd name="connsiteX253" fmla="*/ 3874137 w 12192000"/>
              <a:gd name="connsiteY253" fmla="*/ 5999841 h 6858000"/>
              <a:gd name="connsiteX254" fmla="*/ 3916083 w 12192000"/>
              <a:gd name="connsiteY254" fmla="*/ 5963494 h 6858000"/>
              <a:gd name="connsiteX255" fmla="*/ 3880513 w 12192000"/>
              <a:gd name="connsiteY255" fmla="*/ 5919878 h 6858000"/>
              <a:gd name="connsiteX256" fmla="*/ 3803335 w 12192000"/>
              <a:gd name="connsiteY256" fmla="*/ 5889479 h 6858000"/>
              <a:gd name="connsiteX257" fmla="*/ 3700990 w 12192000"/>
              <a:gd name="connsiteY257" fmla="*/ 5812491 h 6858000"/>
              <a:gd name="connsiteX258" fmla="*/ 3705014 w 12192000"/>
              <a:gd name="connsiteY258" fmla="*/ 5752353 h 6858000"/>
              <a:gd name="connsiteX259" fmla="*/ 3765753 w 12192000"/>
              <a:gd name="connsiteY259" fmla="*/ 5643313 h 6858000"/>
              <a:gd name="connsiteX260" fmla="*/ 3674479 w 12192000"/>
              <a:gd name="connsiteY260" fmla="*/ 5529315 h 6858000"/>
              <a:gd name="connsiteX261" fmla="*/ 3627501 w 12192000"/>
              <a:gd name="connsiteY261" fmla="*/ 5495612 h 6858000"/>
              <a:gd name="connsiteX262" fmla="*/ 3718104 w 12192000"/>
              <a:gd name="connsiteY262" fmla="*/ 5484048 h 6858000"/>
              <a:gd name="connsiteX263" fmla="*/ 3749644 w 12192000"/>
              <a:gd name="connsiteY263" fmla="*/ 5436467 h 6858000"/>
              <a:gd name="connsiteX264" fmla="*/ 3763740 w 12192000"/>
              <a:gd name="connsiteY264" fmla="*/ 5412675 h 6858000"/>
              <a:gd name="connsiteX265" fmla="*/ 3849307 w 12192000"/>
              <a:gd name="connsiteY265" fmla="*/ 5263654 h 6858000"/>
              <a:gd name="connsiteX266" fmla="*/ 3834876 w 12192000"/>
              <a:gd name="connsiteY266" fmla="*/ 5222021 h 6858000"/>
              <a:gd name="connsiteX267" fmla="*/ 3692263 w 12192000"/>
              <a:gd name="connsiteY267" fmla="*/ 5020790 h 6858000"/>
              <a:gd name="connsiteX268" fmla="*/ 3843936 w 12192000"/>
              <a:gd name="connsiteY268" fmla="*/ 4964619 h 6858000"/>
              <a:gd name="connsiteX269" fmla="*/ 3852997 w 12192000"/>
              <a:gd name="connsiteY269" fmla="*/ 4869458 h 6858000"/>
              <a:gd name="connsiteX270" fmla="*/ 3930177 w 12192000"/>
              <a:gd name="connsiteY270" fmla="*/ 4763060 h 6858000"/>
              <a:gd name="connsiteX271" fmla="*/ 4099968 w 12192000"/>
              <a:gd name="connsiteY271" fmla="*/ 4613376 h 6858000"/>
              <a:gd name="connsiteX272" fmla="*/ 4196274 w 12192000"/>
              <a:gd name="connsiteY272" fmla="*/ 4512928 h 6858000"/>
              <a:gd name="connsiteX273" fmla="*/ 4030173 w 12192000"/>
              <a:gd name="connsiteY273" fmla="*/ 4486165 h 6858000"/>
              <a:gd name="connsiteX274" fmla="*/ 4004335 w 12192000"/>
              <a:gd name="connsiteY274" fmla="*/ 4470634 h 6858000"/>
              <a:gd name="connsiteX275" fmla="*/ 4024133 w 12192000"/>
              <a:gd name="connsiteY275" fmla="*/ 4417767 h 6858000"/>
              <a:gd name="connsiteX276" fmla="*/ 4050642 w 12192000"/>
              <a:gd name="connsiteY276" fmla="*/ 4365226 h 6858000"/>
              <a:gd name="connsiteX277" fmla="*/ 4032186 w 12192000"/>
              <a:gd name="connsiteY277" fmla="*/ 4323924 h 6858000"/>
              <a:gd name="connsiteX278" fmla="*/ 3902658 w 12192000"/>
              <a:gd name="connsiteY278" fmla="*/ 4145163 h 6858000"/>
              <a:gd name="connsiteX279" fmla="*/ 3796288 w 12192000"/>
              <a:gd name="connsiteY279" fmla="*/ 4074123 h 6858000"/>
              <a:gd name="connsiteX280" fmla="*/ 3554015 w 12192000"/>
              <a:gd name="connsiteY280" fmla="*/ 3751298 h 6858000"/>
              <a:gd name="connsiteX281" fmla="*/ 3477841 w 12192000"/>
              <a:gd name="connsiteY281" fmla="*/ 3646554 h 6858000"/>
              <a:gd name="connsiteX282" fmla="*/ 3534217 w 12192000"/>
              <a:gd name="connsiteY282" fmla="*/ 3609547 h 6858000"/>
              <a:gd name="connsiteX283" fmla="*/ 3426164 w 12192000"/>
              <a:gd name="connsiteY283" fmla="*/ 3499844 h 6858000"/>
              <a:gd name="connsiteX284" fmla="*/ 3298987 w 12192000"/>
              <a:gd name="connsiteY284" fmla="*/ 3377918 h 6858000"/>
              <a:gd name="connsiteX285" fmla="*/ 3265768 w 12192000"/>
              <a:gd name="connsiteY285" fmla="*/ 3345534 h 6858000"/>
              <a:gd name="connsiteX286" fmla="*/ 698533 w 12192000"/>
              <a:gd name="connsiteY286" fmla="*/ 2257448 h 6858000"/>
              <a:gd name="connsiteX287" fmla="*/ 644044 w 12192000"/>
              <a:gd name="connsiteY287" fmla="*/ 2258439 h 6858000"/>
              <a:gd name="connsiteX288" fmla="*/ 121106 w 12192000"/>
              <a:gd name="connsiteY288" fmla="*/ 2359734 h 6858000"/>
              <a:gd name="connsiteX289" fmla="*/ 0 w 12192000"/>
              <a:gd name="connsiteY289" fmla="*/ 240215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Lst>
            <a:rect l="l" t="t" r="r" b="b"/>
            <a:pathLst>
              <a:path w="12192000" h="6858000">
                <a:moveTo>
                  <a:pt x="5765387" y="552984"/>
                </a:moveTo>
                <a:cubicBezTo>
                  <a:pt x="5757491" y="552728"/>
                  <a:pt x="5749866" y="555802"/>
                  <a:pt x="5743549" y="567982"/>
                </a:cubicBezTo>
                <a:cubicBezTo>
                  <a:pt x="5777117" y="600080"/>
                  <a:pt x="5819889" y="588014"/>
                  <a:pt x="5865186" y="624212"/>
                </a:cubicBezTo>
                <a:cubicBezTo>
                  <a:pt x="5791555" y="612828"/>
                  <a:pt x="5733261" y="603722"/>
                  <a:pt x="5674970" y="594618"/>
                </a:cubicBezTo>
                <a:cubicBezTo>
                  <a:pt x="5673886" y="600991"/>
                  <a:pt x="5672804" y="607366"/>
                  <a:pt x="5671722" y="613739"/>
                </a:cubicBezTo>
                <a:cubicBezTo>
                  <a:pt x="5746257" y="627171"/>
                  <a:pt x="5815197" y="661774"/>
                  <a:pt x="5887746" y="686133"/>
                </a:cubicBezTo>
                <a:cubicBezTo>
                  <a:pt x="5881068" y="701160"/>
                  <a:pt x="5874392" y="698199"/>
                  <a:pt x="5868434" y="697289"/>
                </a:cubicBezTo>
                <a:cubicBezTo>
                  <a:pt x="5829634" y="691369"/>
                  <a:pt x="5790832" y="685452"/>
                  <a:pt x="5753657" y="669287"/>
                </a:cubicBezTo>
                <a:cubicBezTo>
                  <a:pt x="5745355" y="665643"/>
                  <a:pt x="5735248" y="665643"/>
                  <a:pt x="5730555" y="676572"/>
                </a:cubicBezTo>
                <a:cubicBezTo>
                  <a:pt x="5723878" y="692053"/>
                  <a:pt x="5733442" y="702070"/>
                  <a:pt x="5741924" y="710491"/>
                </a:cubicBezTo>
                <a:cubicBezTo>
                  <a:pt x="5756724" y="725062"/>
                  <a:pt x="5774589" y="720965"/>
                  <a:pt x="5791735" y="723695"/>
                </a:cubicBezTo>
                <a:cubicBezTo>
                  <a:pt x="5837394" y="730753"/>
                  <a:pt x="5859232" y="752836"/>
                  <a:pt x="5869339" y="803376"/>
                </a:cubicBezTo>
                <a:cubicBezTo>
                  <a:pt x="5829273" y="782886"/>
                  <a:pt x="5790652" y="808156"/>
                  <a:pt x="5751851" y="793813"/>
                </a:cubicBezTo>
                <a:cubicBezTo>
                  <a:pt x="5741745" y="790172"/>
                  <a:pt x="5725683" y="795634"/>
                  <a:pt x="5731096" y="813164"/>
                </a:cubicBezTo>
                <a:cubicBezTo>
                  <a:pt x="5736150" y="829555"/>
                  <a:pt x="5752933" y="841392"/>
                  <a:pt x="5723155" y="838206"/>
                </a:cubicBezTo>
                <a:cubicBezTo>
                  <a:pt x="5701860" y="835929"/>
                  <a:pt x="5660171" y="854369"/>
                  <a:pt x="5677677" y="858922"/>
                </a:cubicBezTo>
                <a:cubicBezTo>
                  <a:pt x="5699694" y="864614"/>
                  <a:pt x="5721172" y="872810"/>
                  <a:pt x="5749146" y="882143"/>
                </a:cubicBezTo>
                <a:cubicBezTo>
                  <a:pt x="5718283" y="897394"/>
                  <a:pt x="5696085" y="894207"/>
                  <a:pt x="5672804" y="882143"/>
                </a:cubicBezTo>
                <a:cubicBezTo>
                  <a:pt x="5658728" y="874858"/>
                  <a:pt x="5642530" y="866776"/>
                  <a:pt x="5626987" y="862565"/>
                </a:cubicBezTo>
                <a:lnTo>
                  <a:pt x="5611575" y="860624"/>
                </a:lnTo>
                <a:lnTo>
                  <a:pt x="5629275" y="904875"/>
                </a:lnTo>
                <a:cubicBezTo>
                  <a:pt x="5636975" y="929899"/>
                  <a:pt x="5648325" y="981075"/>
                  <a:pt x="5648325" y="981075"/>
                </a:cubicBezTo>
                <a:lnTo>
                  <a:pt x="5646577" y="1001285"/>
                </a:lnTo>
                <a:lnTo>
                  <a:pt x="5653179" y="1004447"/>
                </a:lnTo>
                <a:cubicBezTo>
                  <a:pt x="5672649" y="1015232"/>
                  <a:pt x="5691732" y="1027443"/>
                  <a:pt x="5710342" y="1041501"/>
                </a:cubicBezTo>
                <a:cubicBezTo>
                  <a:pt x="5704025" y="1052200"/>
                  <a:pt x="5671903" y="1082706"/>
                  <a:pt x="5685076" y="1084982"/>
                </a:cubicBezTo>
                <a:cubicBezTo>
                  <a:pt x="5722072" y="1091584"/>
                  <a:pt x="5754918" y="1113894"/>
                  <a:pt x="5788666" y="1132334"/>
                </a:cubicBezTo>
                <a:cubicBezTo>
                  <a:pt x="5803286" y="1140301"/>
                  <a:pt x="5820971" y="1150775"/>
                  <a:pt x="5814113" y="1179230"/>
                </a:cubicBezTo>
                <a:cubicBezTo>
                  <a:pt x="5801661" y="1187198"/>
                  <a:pt x="5792457" y="1176043"/>
                  <a:pt x="5782171" y="1175133"/>
                </a:cubicBezTo>
                <a:cubicBezTo>
                  <a:pt x="5771703" y="1174223"/>
                  <a:pt x="5748241" y="1180140"/>
                  <a:pt x="5754739" y="1184011"/>
                </a:cubicBezTo>
                <a:cubicBezTo>
                  <a:pt x="5784336" y="1201540"/>
                  <a:pt x="5731096" y="1243656"/>
                  <a:pt x="5766109" y="1243656"/>
                </a:cubicBezTo>
                <a:cubicBezTo>
                  <a:pt x="5824761" y="1243883"/>
                  <a:pt x="5855983" y="1318554"/>
                  <a:pt x="5912470" y="1320604"/>
                </a:cubicBezTo>
                <a:cubicBezTo>
                  <a:pt x="5921493" y="1320830"/>
                  <a:pt x="5925825" y="1334034"/>
                  <a:pt x="5925644" y="1345645"/>
                </a:cubicBezTo>
                <a:cubicBezTo>
                  <a:pt x="5925644" y="1359532"/>
                  <a:pt x="5917343" y="1362036"/>
                  <a:pt x="5908138" y="1363402"/>
                </a:cubicBezTo>
                <a:cubicBezTo>
                  <a:pt x="5894061" y="1365450"/>
                  <a:pt x="5879444" y="1345645"/>
                  <a:pt x="5860855" y="1372508"/>
                </a:cubicBezTo>
                <a:cubicBezTo>
                  <a:pt x="5894242" y="1388215"/>
                  <a:pt x="5927629" y="1403924"/>
                  <a:pt x="5927087" y="1457878"/>
                </a:cubicBezTo>
                <a:cubicBezTo>
                  <a:pt x="5926908" y="1472447"/>
                  <a:pt x="5940804" y="1477911"/>
                  <a:pt x="5951271" y="1481553"/>
                </a:cubicBezTo>
                <a:cubicBezTo>
                  <a:pt x="5968597" y="1487473"/>
                  <a:pt x="5983213" y="1497945"/>
                  <a:pt x="5992599" y="1518207"/>
                </a:cubicBezTo>
                <a:cubicBezTo>
                  <a:pt x="5992418" y="1522076"/>
                  <a:pt x="5992238" y="1526174"/>
                  <a:pt x="5993321" y="1529362"/>
                </a:cubicBezTo>
                <a:cubicBezTo>
                  <a:pt x="5990253" y="1578306"/>
                  <a:pt x="5964988" y="1576939"/>
                  <a:pt x="5937015" y="1568746"/>
                </a:cubicBezTo>
                <a:cubicBezTo>
                  <a:pt x="5903627" y="1558728"/>
                  <a:pt x="5870601" y="1540515"/>
                  <a:pt x="5835410" y="1558045"/>
                </a:cubicBezTo>
                <a:cubicBezTo>
                  <a:pt x="5885040" y="1581493"/>
                  <a:pt x="5938999" y="1583315"/>
                  <a:pt x="5985561" y="1616780"/>
                </a:cubicBezTo>
                <a:cubicBezTo>
                  <a:pt x="5815197" y="1622927"/>
                  <a:pt x="5664684" y="1517295"/>
                  <a:pt x="5499552" y="1476774"/>
                </a:cubicBezTo>
                <a:cubicBezTo>
                  <a:pt x="5505146" y="1503863"/>
                  <a:pt x="5518501" y="1509327"/>
                  <a:pt x="5530593" y="1513425"/>
                </a:cubicBezTo>
                <a:cubicBezTo>
                  <a:pt x="5591592" y="1533915"/>
                  <a:pt x="5645011" y="1574665"/>
                  <a:pt x="5700597" y="1609949"/>
                </a:cubicBezTo>
                <a:cubicBezTo>
                  <a:pt x="5723516" y="1624519"/>
                  <a:pt x="5740121" y="1639091"/>
                  <a:pt x="5748782" y="1670507"/>
                </a:cubicBezTo>
                <a:cubicBezTo>
                  <a:pt x="5756544" y="1698963"/>
                  <a:pt x="5771522" y="1712167"/>
                  <a:pt x="5799315" y="1703970"/>
                </a:cubicBezTo>
                <a:cubicBezTo>
                  <a:pt x="5821873" y="1697141"/>
                  <a:pt x="5846597" y="1700783"/>
                  <a:pt x="5870240" y="1703289"/>
                </a:cubicBezTo>
                <a:cubicBezTo>
                  <a:pt x="5897491" y="1706020"/>
                  <a:pt x="5927991" y="1738119"/>
                  <a:pt x="5920591" y="1754738"/>
                </a:cubicBezTo>
                <a:cubicBezTo>
                  <a:pt x="5907958" y="1782967"/>
                  <a:pt x="5886844" y="1768852"/>
                  <a:pt x="5868074" y="1765665"/>
                </a:cubicBezTo>
                <a:cubicBezTo>
                  <a:pt x="5846778" y="1761795"/>
                  <a:pt x="5807256" y="1753826"/>
                  <a:pt x="5806533" y="1757242"/>
                </a:cubicBezTo>
                <a:cubicBezTo>
                  <a:pt x="5792636" y="1828042"/>
                  <a:pt x="5694821" y="1766350"/>
                  <a:pt x="5673706" y="1759972"/>
                </a:cubicBezTo>
                <a:cubicBezTo>
                  <a:pt x="5647358" y="1752006"/>
                  <a:pt x="5622635" y="1766576"/>
                  <a:pt x="5597548" y="1769990"/>
                </a:cubicBezTo>
                <a:cubicBezTo>
                  <a:pt x="5575169" y="1773177"/>
                  <a:pt x="5448658" y="1782967"/>
                  <a:pt x="5422491" y="1752916"/>
                </a:cubicBezTo>
                <a:cubicBezTo>
                  <a:pt x="5418882" y="1776364"/>
                  <a:pt x="5426460" y="1785926"/>
                  <a:pt x="5432778" y="1796626"/>
                </a:cubicBezTo>
                <a:cubicBezTo>
                  <a:pt x="5441620" y="1811878"/>
                  <a:pt x="5443065" y="1822578"/>
                  <a:pt x="5426281" y="1834644"/>
                </a:cubicBezTo>
                <a:cubicBezTo>
                  <a:pt x="5378455" y="1869248"/>
                  <a:pt x="5379178" y="1870385"/>
                  <a:pt x="5423754" y="1917282"/>
                </a:cubicBezTo>
                <a:cubicBezTo>
                  <a:pt x="5425921" y="1919330"/>
                  <a:pt x="5425017" y="1926161"/>
                  <a:pt x="5425378" y="1930714"/>
                </a:cubicBezTo>
                <a:cubicBezTo>
                  <a:pt x="5413647" y="1937998"/>
                  <a:pt x="5399932" y="1919786"/>
                  <a:pt x="5386217" y="1939365"/>
                </a:cubicBezTo>
                <a:cubicBezTo>
                  <a:pt x="5445952" y="2025417"/>
                  <a:pt x="5537091" y="2046587"/>
                  <a:pt x="5619566" y="2111243"/>
                </a:cubicBezTo>
                <a:cubicBezTo>
                  <a:pt x="5552792" y="2132642"/>
                  <a:pt x="5512726" y="2057972"/>
                  <a:pt x="5463640" y="2067533"/>
                </a:cubicBezTo>
                <a:cubicBezTo>
                  <a:pt x="5439094" y="2090982"/>
                  <a:pt x="5512005" y="2128545"/>
                  <a:pt x="5442523" y="2139700"/>
                </a:cubicBezTo>
                <a:cubicBezTo>
                  <a:pt x="5472663" y="2160188"/>
                  <a:pt x="5495041" y="2180220"/>
                  <a:pt x="5515794" y="2203898"/>
                </a:cubicBezTo>
                <a:cubicBezTo>
                  <a:pt x="5552792" y="2246241"/>
                  <a:pt x="5560010" y="2274014"/>
                  <a:pt x="5542865" y="2330929"/>
                </a:cubicBezTo>
                <a:cubicBezTo>
                  <a:pt x="5531676" y="2368264"/>
                  <a:pt x="5515253" y="2402640"/>
                  <a:pt x="5529691" y="2447031"/>
                </a:cubicBezTo>
                <a:cubicBezTo>
                  <a:pt x="5539796" y="2477537"/>
                  <a:pt x="5535826" y="2497570"/>
                  <a:pt x="5498289" y="2483910"/>
                </a:cubicBezTo>
                <a:cubicBezTo>
                  <a:pt x="5457864" y="2469340"/>
                  <a:pt x="5442704" y="2496659"/>
                  <a:pt x="5452810" y="2550157"/>
                </a:cubicBezTo>
                <a:cubicBezTo>
                  <a:pt x="5459307" y="2584534"/>
                  <a:pt x="5452449" y="2595005"/>
                  <a:pt x="5424658" y="2591135"/>
                </a:cubicBezTo>
                <a:cubicBezTo>
                  <a:pt x="5393976" y="2586810"/>
                  <a:pt x="5364740" y="2564271"/>
                  <a:pt x="5326841" y="2575200"/>
                </a:cubicBezTo>
                <a:cubicBezTo>
                  <a:pt x="5357159" y="2637577"/>
                  <a:pt x="5421950" y="2619820"/>
                  <a:pt x="5457322" y="2679238"/>
                </a:cubicBezTo>
                <a:cubicBezTo>
                  <a:pt x="5415093" y="2679464"/>
                  <a:pt x="5382787" y="2679238"/>
                  <a:pt x="5351566" y="2666261"/>
                </a:cubicBezTo>
                <a:cubicBezTo>
                  <a:pt x="5338571" y="2661024"/>
                  <a:pt x="5324314" y="2655562"/>
                  <a:pt x="5317096" y="2673546"/>
                </a:cubicBezTo>
                <a:cubicBezTo>
                  <a:pt x="5308613" y="2695173"/>
                  <a:pt x="5326119" y="2703369"/>
                  <a:pt x="5336768" y="2707238"/>
                </a:cubicBezTo>
                <a:cubicBezTo>
                  <a:pt x="5366726" y="2718166"/>
                  <a:pt x="5389645" y="2744118"/>
                  <a:pt x="5414369" y="2764378"/>
                </a:cubicBezTo>
                <a:cubicBezTo>
                  <a:pt x="5468692" y="2808772"/>
                  <a:pt x="5528248" y="2845879"/>
                  <a:pt x="5574268" y="2919184"/>
                </a:cubicBezTo>
                <a:cubicBezTo>
                  <a:pt x="5516335" y="2900516"/>
                  <a:pt x="5473203" y="2857035"/>
                  <a:pt x="5419422" y="2848157"/>
                </a:cubicBezTo>
                <a:cubicBezTo>
                  <a:pt x="5465985" y="2914859"/>
                  <a:pt x="5525902" y="2958795"/>
                  <a:pt x="5582568" y="3007285"/>
                </a:cubicBezTo>
                <a:cubicBezTo>
                  <a:pt x="5598811" y="3020945"/>
                  <a:pt x="5615234" y="3030279"/>
                  <a:pt x="5618844" y="3060100"/>
                </a:cubicBezTo>
                <a:cubicBezTo>
                  <a:pt x="5625883" y="3117925"/>
                  <a:pt x="5646997" y="3165732"/>
                  <a:pt x="5692115" y="3191228"/>
                </a:cubicBezTo>
                <a:cubicBezTo>
                  <a:pt x="5692475" y="3191457"/>
                  <a:pt x="5689949" y="3200109"/>
                  <a:pt x="5688506" y="3206025"/>
                </a:cubicBezTo>
                <a:cubicBezTo>
                  <a:pt x="5660893" y="3207848"/>
                  <a:pt x="5639057" y="3173699"/>
                  <a:pt x="5603864" y="3184854"/>
                </a:cubicBezTo>
                <a:cubicBezTo>
                  <a:pt x="5637613" y="3231295"/>
                  <a:pt x="5665767" y="3272957"/>
                  <a:pt x="5713591" y="3295040"/>
                </a:cubicBezTo>
                <a:cubicBezTo>
                  <a:pt x="5751851" y="3312567"/>
                  <a:pt x="5799134" y="3322812"/>
                  <a:pt x="5826927" y="3379724"/>
                </a:cubicBezTo>
                <a:cubicBezTo>
                  <a:pt x="5794623" y="3390881"/>
                  <a:pt x="5770619" y="3376768"/>
                  <a:pt x="5746436" y="3366750"/>
                </a:cubicBezTo>
                <a:cubicBezTo>
                  <a:pt x="5709440" y="3351269"/>
                  <a:pt x="5672804" y="3333741"/>
                  <a:pt x="5635807" y="3318259"/>
                </a:cubicBezTo>
                <a:cubicBezTo>
                  <a:pt x="5621731" y="3312340"/>
                  <a:pt x="5606392" y="3308241"/>
                  <a:pt x="5597367" y="3336472"/>
                </a:cubicBezTo>
                <a:cubicBezTo>
                  <a:pt x="5644471" y="3342391"/>
                  <a:pt x="5672624" y="3380636"/>
                  <a:pt x="5702221" y="3416605"/>
                </a:cubicBezTo>
                <a:cubicBezTo>
                  <a:pt x="5718825" y="3436867"/>
                  <a:pt x="5732361" y="3463958"/>
                  <a:pt x="5762317" y="3453714"/>
                </a:cubicBezTo>
                <a:cubicBezTo>
                  <a:pt x="5778019" y="3448251"/>
                  <a:pt x="5787944" y="3463501"/>
                  <a:pt x="5786319" y="3482169"/>
                </a:cubicBezTo>
                <a:cubicBezTo>
                  <a:pt x="5780365" y="3547962"/>
                  <a:pt x="5817001" y="3570954"/>
                  <a:pt x="5854901" y="3583703"/>
                </a:cubicBezTo>
                <a:cubicBezTo>
                  <a:pt x="5926728" y="3607607"/>
                  <a:pt x="5986464" y="3663836"/>
                  <a:pt x="6056305" y="3694570"/>
                </a:cubicBezTo>
                <a:cubicBezTo>
                  <a:pt x="6124163" y="3724393"/>
                  <a:pt x="6176680" y="3795192"/>
                  <a:pt x="6244716" y="3832301"/>
                </a:cubicBezTo>
                <a:cubicBezTo>
                  <a:pt x="6293986" y="3859164"/>
                  <a:pt x="6341089" y="3893766"/>
                  <a:pt x="6391802" y="3918125"/>
                </a:cubicBezTo>
                <a:cubicBezTo>
                  <a:pt x="6511814" y="3975722"/>
                  <a:pt x="6634174" y="4021935"/>
                  <a:pt x="6763572" y="4028537"/>
                </a:cubicBezTo>
                <a:cubicBezTo>
                  <a:pt x="6870411" y="4033774"/>
                  <a:pt x="7797129" y="4028766"/>
                  <a:pt x="8173592" y="3279560"/>
                </a:cubicBezTo>
                <a:cubicBezTo>
                  <a:pt x="8180811" y="3275916"/>
                  <a:pt x="8188931" y="3266355"/>
                  <a:pt x="8191458" y="3257248"/>
                </a:cubicBezTo>
                <a:cubicBezTo>
                  <a:pt x="8203550" y="3214677"/>
                  <a:pt x="8233147" y="3196237"/>
                  <a:pt x="8259856" y="3173245"/>
                </a:cubicBezTo>
                <a:cubicBezTo>
                  <a:pt x="8283318" y="3152983"/>
                  <a:pt x="8308224" y="3131812"/>
                  <a:pt x="8317969" y="3097663"/>
                </a:cubicBezTo>
                <a:cubicBezTo>
                  <a:pt x="8330783" y="3052133"/>
                  <a:pt x="8294328" y="3089468"/>
                  <a:pt x="8287650" y="3072166"/>
                </a:cubicBezTo>
                <a:cubicBezTo>
                  <a:pt x="8301546" y="3048491"/>
                  <a:pt x="8323023" y="3026863"/>
                  <a:pt x="8328617" y="3000000"/>
                </a:cubicBezTo>
                <a:cubicBezTo>
                  <a:pt x="8349009" y="2903020"/>
                  <a:pt x="8393045" y="2832447"/>
                  <a:pt x="8458917" y="2777583"/>
                </a:cubicBezTo>
                <a:cubicBezTo>
                  <a:pt x="8477866" y="2761875"/>
                  <a:pt x="8490318" y="2733190"/>
                  <a:pt x="8516125" y="2728639"/>
                </a:cubicBezTo>
                <a:cubicBezTo>
                  <a:pt x="8573515" y="2718621"/>
                  <a:pt x="8555468" y="2640309"/>
                  <a:pt x="8585788" y="2605478"/>
                </a:cubicBezTo>
                <a:cubicBezTo>
                  <a:pt x="8591563" y="2598874"/>
                  <a:pt x="8596796" y="2585900"/>
                  <a:pt x="8595714" y="2577023"/>
                </a:cubicBezTo>
                <a:cubicBezTo>
                  <a:pt x="8594091" y="2564271"/>
                  <a:pt x="8587232" y="2552206"/>
                  <a:pt x="8581457" y="2540823"/>
                </a:cubicBezTo>
                <a:cubicBezTo>
                  <a:pt x="8575501" y="2529441"/>
                  <a:pt x="8566478" y="2519424"/>
                  <a:pt x="8570809" y="2504399"/>
                </a:cubicBezTo>
                <a:cubicBezTo>
                  <a:pt x="8572612" y="2498253"/>
                  <a:pt x="8571351" y="2476854"/>
                  <a:pt x="8584705" y="2493699"/>
                </a:cubicBezTo>
                <a:cubicBezTo>
                  <a:pt x="8621340" y="2539914"/>
                  <a:pt x="8642637" y="2496205"/>
                  <a:pt x="8674038" y="2475260"/>
                </a:cubicBezTo>
                <a:cubicBezTo>
                  <a:pt x="8648772" y="2453632"/>
                  <a:pt x="8626033" y="2438380"/>
                  <a:pt x="8622243" y="2406054"/>
                </a:cubicBezTo>
                <a:cubicBezTo>
                  <a:pt x="8614483" y="2339351"/>
                  <a:pt x="8581278" y="2308846"/>
                  <a:pt x="8530925" y="2302926"/>
                </a:cubicBezTo>
                <a:cubicBezTo>
                  <a:pt x="8549513" y="2238501"/>
                  <a:pt x="8549513" y="2238501"/>
                  <a:pt x="8489417" y="2229622"/>
                </a:cubicBezTo>
                <a:cubicBezTo>
                  <a:pt x="8512517" y="2188645"/>
                  <a:pt x="8512517" y="2178173"/>
                  <a:pt x="8484543" y="2164058"/>
                </a:cubicBezTo>
                <a:cubicBezTo>
                  <a:pt x="8457653" y="2150626"/>
                  <a:pt x="8427876" y="2146073"/>
                  <a:pt x="8402970" y="2125358"/>
                </a:cubicBezTo>
                <a:cubicBezTo>
                  <a:pt x="8425891" y="2072997"/>
                  <a:pt x="8432387" y="2012214"/>
                  <a:pt x="8479670" y="1986716"/>
                </a:cubicBezTo>
                <a:cubicBezTo>
                  <a:pt x="8487070" y="1982846"/>
                  <a:pt x="8492123" y="1967138"/>
                  <a:pt x="8487432" y="1958032"/>
                </a:cubicBezTo>
                <a:cubicBezTo>
                  <a:pt x="8470286" y="1925023"/>
                  <a:pt x="8494830" y="1862417"/>
                  <a:pt x="8441412" y="1855361"/>
                </a:cubicBezTo>
                <a:cubicBezTo>
                  <a:pt x="8434733" y="1854678"/>
                  <a:pt x="8428597" y="1847847"/>
                  <a:pt x="8433831" y="1838969"/>
                </a:cubicBezTo>
                <a:cubicBezTo>
                  <a:pt x="8451879" y="1808009"/>
                  <a:pt x="8430041" y="1810057"/>
                  <a:pt x="8416868" y="1806187"/>
                </a:cubicBezTo>
                <a:cubicBezTo>
                  <a:pt x="8400985" y="1801408"/>
                  <a:pt x="8382938" y="1815066"/>
                  <a:pt x="8368140" y="1798219"/>
                </a:cubicBezTo>
                <a:cubicBezTo>
                  <a:pt x="8371569" y="1780462"/>
                  <a:pt x="8384382" y="1780689"/>
                  <a:pt x="8393405" y="1774999"/>
                </a:cubicBezTo>
                <a:cubicBezTo>
                  <a:pt x="8419754" y="1758607"/>
                  <a:pt x="8441231" y="1739030"/>
                  <a:pt x="8442495" y="1696458"/>
                </a:cubicBezTo>
                <a:cubicBezTo>
                  <a:pt x="8443396" y="1662083"/>
                  <a:pt x="8446284" y="1631805"/>
                  <a:pt x="8409828" y="1621332"/>
                </a:cubicBezTo>
                <a:cubicBezTo>
                  <a:pt x="8394669" y="1617006"/>
                  <a:pt x="8399001" y="1592193"/>
                  <a:pt x="8407664" y="1579899"/>
                </a:cubicBezTo>
                <a:cubicBezTo>
                  <a:pt x="8423184" y="1558045"/>
                  <a:pt x="8435996" y="1528906"/>
                  <a:pt x="8462707" y="1526857"/>
                </a:cubicBezTo>
                <a:cubicBezTo>
                  <a:pt x="8478949" y="1525492"/>
                  <a:pt x="8491402" y="1516384"/>
                  <a:pt x="8504215" y="1505913"/>
                </a:cubicBezTo>
                <a:cubicBezTo>
                  <a:pt x="8513419" y="1498398"/>
                  <a:pt x="8524428" y="1492025"/>
                  <a:pt x="8523345" y="1475863"/>
                </a:cubicBezTo>
                <a:cubicBezTo>
                  <a:pt x="8522262" y="1460382"/>
                  <a:pt x="8511615" y="1454008"/>
                  <a:pt x="8500786" y="1450820"/>
                </a:cubicBezTo>
                <a:cubicBezTo>
                  <a:pt x="8464691" y="1440577"/>
                  <a:pt x="8430764" y="1425551"/>
                  <a:pt x="8400624" y="1391176"/>
                </a:cubicBezTo>
                <a:cubicBezTo>
                  <a:pt x="8420657" y="1372963"/>
                  <a:pt x="8439787" y="1359759"/>
                  <a:pt x="8454585" y="1341319"/>
                </a:cubicBezTo>
                <a:cubicBezTo>
                  <a:pt x="8490318" y="1296701"/>
                  <a:pt x="8187668" y="1156238"/>
                  <a:pt x="8172509" y="1106153"/>
                </a:cubicBezTo>
                <a:cubicBezTo>
                  <a:pt x="8167817" y="1090673"/>
                  <a:pt x="8151755" y="1074738"/>
                  <a:pt x="8138399" y="1070184"/>
                </a:cubicBezTo>
                <a:cubicBezTo>
                  <a:pt x="8075777" y="1048785"/>
                  <a:pt x="8021456" y="1000749"/>
                  <a:pt x="7957388" y="982992"/>
                </a:cubicBezTo>
                <a:cubicBezTo>
                  <a:pt x="7896929" y="966147"/>
                  <a:pt x="7837375" y="943608"/>
                  <a:pt x="7771142" y="921300"/>
                </a:cubicBezTo>
                <a:cubicBezTo>
                  <a:pt x="7811747" y="865296"/>
                  <a:pt x="7883756" y="871899"/>
                  <a:pt x="7900539" y="791082"/>
                </a:cubicBezTo>
                <a:cubicBezTo>
                  <a:pt x="7835028" y="770137"/>
                  <a:pt x="7766090" y="794042"/>
                  <a:pt x="7702923" y="760803"/>
                </a:cubicBezTo>
                <a:cubicBezTo>
                  <a:pt x="7697509" y="757845"/>
                  <a:pt x="7690109" y="760803"/>
                  <a:pt x="7683614" y="761714"/>
                </a:cubicBezTo>
                <a:cubicBezTo>
                  <a:pt x="7553493" y="779471"/>
                  <a:pt x="7423915" y="763991"/>
                  <a:pt x="7295600" y="741680"/>
                </a:cubicBezTo>
                <a:cubicBezTo>
                  <a:pt x="7110798" y="709810"/>
                  <a:pt x="6925273" y="689548"/>
                  <a:pt x="6739388" y="675206"/>
                </a:cubicBezTo>
                <a:cubicBezTo>
                  <a:pt x="6585807" y="663367"/>
                  <a:pt x="6431866" y="658132"/>
                  <a:pt x="6279006" y="635367"/>
                </a:cubicBezTo>
                <a:cubicBezTo>
                  <a:pt x="6115501" y="611009"/>
                  <a:pt x="5952175" y="583462"/>
                  <a:pt x="5788847" y="557964"/>
                </a:cubicBezTo>
                <a:cubicBezTo>
                  <a:pt x="5781448" y="556825"/>
                  <a:pt x="5773282" y="553240"/>
                  <a:pt x="5765387" y="552984"/>
                </a:cubicBezTo>
                <a:close/>
                <a:moveTo>
                  <a:pt x="0" y="0"/>
                </a:moveTo>
                <a:lnTo>
                  <a:pt x="768106" y="0"/>
                </a:lnTo>
                <a:lnTo>
                  <a:pt x="767098" y="10118"/>
                </a:lnTo>
                <a:cubicBezTo>
                  <a:pt x="765697" y="22412"/>
                  <a:pt x="763205" y="34103"/>
                  <a:pt x="756850" y="43654"/>
                </a:cubicBezTo>
                <a:cubicBezTo>
                  <a:pt x="749894" y="54193"/>
                  <a:pt x="757386" y="72374"/>
                  <a:pt x="768357" y="76852"/>
                </a:cubicBezTo>
                <a:cubicBezTo>
                  <a:pt x="838462" y="106364"/>
                  <a:pt x="848094" y="176713"/>
                  <a:pt x="882077" y="237315"/>
                </a:cubicBezTo>
                <a:cubicBezTo>
                  <a:pt x="845150" y="261290"/>
                  <a:pt x="801001" y="266560"/>
                  <a:pt x="761133" y="282106"/>
                </a:cubicBezTo>
                <a:cubicBezTo>
                  <a:pt x="719657" y="298442"/>
                  <a:pt x="719657" y="310562"/>
                  <a:pt x="753907" y="357988"/>
                </a:cubicBezTo>
                <a:cubicBezTo>
                  <a:pt x="664804" y="368265"/>
                  <a:pt x="664804" y="368265"/>
                  <a:pt x="692364" y="442830"/>
                </a:cubicBezTo>
                <a:cubicBezTo>
                  <a:pt x="617709" y="449681"/>
                  <a:pt x="568477" y="484987"/>
                  <a:pt x="556972" y="562188"/>
                </a:cubicBezTo>
                <a:cubicBezTo>
                  <a:pt x="551352" y="599602"/>
                  <a:pt x="517637" y="617254"/>
                  <a:pt x="480177" y="642286"/>
                </a:cubicBezTo>
                <a:cubicBezTo>
                  <a:pt x="526734" y="666528"/>
                  <a:pt x="558310" y="717115"/>
                  <a:pt x="612627" y="663627"/>
                </a:cubicBezTo>
                <a:cubicBezTo>
                  <a:pt x="632427" y="644130"/>
                  <a:pt x="630557" y="668898"/>
                  <a:pt x="633230" y="676011"/>
                </a:cubicBezTo>
                <a:cubicBezTo>
                  <a:pt x="639651" y="693400"/>
                  <a:pt x="626274" y="704995"/>
                  <a:pt x="617443" y="718168"/>
                </a:cubicBezTo>
                <a:cubicBezTo>
                  <a:pt x="608881" y="731343"/>
                  <a:pt x="598711" y="745306"/>
                  <a:pt x="596304" y="760064"/>
                </a:cubicBezTo>
                <a:cubicBezTo>
                  <a:pt x="594700" y="770339"/>
                  <a:pt x="602459" y="785355"/>
                  <a:pt x="611021" y="792998"/>
                </a:cubicBezTo>
                <a:cubicBezTo>
                  <a:pt x="655975" y="833311"/>
                  <a:pt x="629217" y="923949"/>
                  <a:pt x="714308" y="935543"/>
                </a:cubicBezTo>
                <a:cubicBezTo>
                  <a:pt x="752570" y="940811"/>
                  <a:pt x="771032" y="974010"/>
                  <a:pt x="799128" y="992190"/>
                </a:cubicBezTo>
                <a:cubicBezTo>
                  <a:pt x="896793" y="1055689"/>
                  <a:pt x="962082" y="1137368"/>
                  <a:pt x="992317" y="1249612"/>
                </a:cubicBezTo>
                <a:cubicBezTo>
                  <a:pt x="1000611" y="1280703"/>
                  <a:pt x="1032454" y="1305735"/>
                  <a:pt x="1053058" y="1333136"/>
                </a:cubicBezTo>
                <a:cubicBezTo>
                  <a:pt x="1043156" y="1353160"/>
                  <a:pt x="989106" y="1309949"/>
                  <a:pt x="1008104" y="1362645"/>
                </a:cubicBezTo>
                <a:cubicBezTo>
                  <a:pt x="1022553" y="1402169"/>
                  <a:pt x="1059480" y="1426672"/>
                  <a:pt x="1094265" y="1450123"/>
                </a:cubicBezTo>
                <a:cubicBezTo>
                  <a:pt x="1133866" y="1476733"/>
                  <a:pt x="1177749" y="1498075"/>
                  <a:pt x="1195677" y="1547347"/>
                </a:cubicBezTo>
                <a:cubicBezTo>
                  <a:pt x="1199423" y="1557887"/>
                  <a:pt x="1211463" y="1568953"/>
                  <a:pt x="1222166" y="1573170"/>
                </a:cubicBezTo>
                <a:cubicBezTo>
                  <a:pt x="1780331" y="2440289"/>
                  <a:pt x="3154333" y="2446085"/>
                  <a:pt x="3312738" y="2440024"/>
                </a:cubicBezTo>
                <a:cubicBezTo>
                  <a:pt x="3504591" y="2432384"/>
                  <a:pt x="3686008" y="2378897"/>
                  <a:pt x="3863944" y="2312235"/>
                </a:cubicBezTo>
                <a:cubicBezTo>
                  <a:pt x="3939135" y="2284043"/>
                  <a:pt x="4008972" y="2243995"/>
                  <a:pt x="4082022" y="2212904"/>
                </a:cubicBezTo>
                <a:cubicBezTo>
                  <a:pt x="4182897" y="2169955"/>
                  <a:pt x="4260761" y="2088012"/>
                  <a:pt x="4361371" y="2053496"/>
                </a:cubicBezTo>
                <a:cubicBezTo>
                  <a:pt x="4464921" y="2017925"/>
                  <a:pt x="4553490" y="1952846"/>
                  <a:pt x="4659987" y="1925180"/>
                </a:cubicBezTo>
                <a:cubicBezTo>
                  <a:pt x="4716177" y="1910425"/>
                  <a:pt x="4770494" y="1883815"/>
                  <a:pt x="4761667" y="1807667"/>
                </a:cubicBezTo>
                <a:cubicBezTo>
                  <a:pt x="4759257" y="1786061"/>
                  <a:pt x="4773973" y="1768410"/>
                  <a:pt x="4797253" y="1774733"/>
                </a:cubicBezTo>
                <a:cubicBezTo>
                  <a:pt x="4841669" y="1786589"/>
                  <a:pt x="4861738" y="1755234"/>
                  <a:pt x="4886356" y="1731784"/>
                </a:cubicBezTo>
                <a:cubicBezTo>
                  <a:pt x="4930237" y="1690154"/>
                  <a:pt x="4971978" y="1645890"/>
                  <a:pt x="5041818" y="1639039"/>
                </a:cubicBezTo>
                <a:cubicBezTo>
                  <a:pt x="5028440" y="1606365"/>
                  <a:pt x="5005695" y="1611110"/>
                  <a:pt x="4984824" y="1617960"/>
                </a:cubicBezTo>
                <a:cubicBezTo>
                  <a:pt x="4929971" y="1635878"/>
                  <a:pt x="4875653" y="1656165"/>
                  <a:pt x="4820800" y="1674082"/>
                </a:cubicBezTo>
                <a:cubicBezTo>
                  <a:pt x="4784945" y="1685677"/>
                  <a:pt x="4749356" y="1702012"/>
                  <a:pt x="4701459" y="1689099"/>
                </a:cubicBezTo>
                <a:cubicBezTo>
                  <a:pt x="4742668" y="1623230"/>
                  <a:pt x="4812771" y="1611373"/>
                  <a:pt x="4869498" y="1591086"/>
                </a:cubicBezTo>
                <a:cubicBezTo>
                  <a:pt x="4940404" y="1565528"/>
                  <a:pt x="4982147" y="1517309"/>
                  <a:pt x="5032185" y="1463559"/>
                </a:cubicBezTo>
                <a:cubicBezTo>
                  <a:pt x="4980006" y="1450649"/>
                  <a:pt x="4947630" y="1490172"/>
                  <a:pt x="4906692" y="1488062"/>
                </a:cubicBezTo>
                <a:cubicBezTo>
                  <a:pt x="4904550" y="1481215"/>
                  <a:pt x="4900805" y="1471202"/>
                  <a:pt x="4901340" y="1470936"/>
                </a:cubicBezTo>
                <a:cubicBezTo>
                  <a:pt x="4968234" y="1441427"/>
                  <a:pt x="4999539" y="1386097"/>
                  <a:pt x="5009976" y="1319171"/>
                </a:cubicBezTo>
                <a:cubicBezTo>
                  <a:pt x="5015328" y="1284656"/>
                  <a:pt x="5039677" y="1273853"/>
                  <a:pt x="5063760" y="1258044"/>
                </a:cubicBezTo>
                <a:cubicBezTo>
                  <a:pt x="5147777" y="1201922"/>
                  <a:pt x="5236613" y="1151071"/>
                  <a:pt x="5305648" y="1073871"/>
                </a:cubicBezTo>
                <a:cubicBezTo>
                  <a:pt x="5225910" y="1084147"/>
                  <a:pt x="5161960" y="1134471"/>
                  <a:pt x="5076067" y="1156077"/>
                </a:cubicBezTo>
                <a:cubicBezTo>
                  <a:pt x="5144298" y="1071235"/>
                  <a:pt x="5232600" y="1028288"/>
                  <a:pt x="5313141" y="976907"/>
                </a:cubicBezTo>
                <a:cubicBezTo>
                  <a:pt x="5349798" y="953458"/>
                  <a:pt x="5383779" y="923421"/>
                  <a:pt x="5428196" y="910774"/>
                </a:cubicBezTo>
                <a:cubicBezTo>
                  <a:pt x="5443985" y="906295"/>
                  <a:pt x="5469939" y="896809"/>
                  <a:pt x="5457363" y="871779"/>
                </a:cubicBezTo>
                <a:cubicBezTo>
                  <a:pt x="5446661" y="850965"/>
                  <a:pt x="5425523" y="857286"/>
                  <a:pt x="5406256" y="863347"/>
                </a:cubicBezTo>
                <a:cubicBezTo>
                  <a:pt x="5359965" y="878367"/>
                  <a:pt x="5312069" y="878629"/>
                  <a:pt x="5249456" y="878367"/>
                </a:cubicBezTo>
                <a:cubicBezTo>
                  <a:pt x="5301901" y="809597"/>
                  <a:pt x="5397963" y="830149"/>
                  <a:pt x="5442914" y="757955"/>
                </a:cubicBezTo>
                <a:cubicBezTo>
                  <a:pt x="5386723" y="745306"/>
                  <a:pt x="5343376" y="771392"/>
                  <a:pt x="5297887" y="776398"/>
                </a:cubicBezTo>
                <a:cubicBezTo>
                  <a:pt x="5256683" y="780877"/>
                  <a:pt x="5246513" y="768758"/>
                  <a:pt x="5256146" y="728971"/>
                </a:cubicBezTo>
                <a:cubicBezTo>
                  <a:pt x="5271129" y="667053"/>
                  <a:pt x="5248653" y="635435"/>
                  <a:pt x="5188716" y="652298"/>
                </a:cubicBezTo>
                <a:cubicBezTo>
                  <a:pt x="5133062" y="668107"/>
                  <a:pt x="5127175" y="644922"/>
                  <a:pt x="5142160" y="609614"/>
                </a:cubicBezTo>
                <a:cubicBezTo>
                  <a:pt x="5163564" y="558237"/>
                  <a:pt x="5139216" y="518450"/>
                  <a:pt x="5122626" y="475239"/>
                </a:cubicBezTo>
                <a:cubicBezTo>
                  <a:pt x="5097205" y="409367"/>
                  <a:pt x="5107908" y="377223"/>
                  <a:pt x="5162763" y="328215"/>
                </a:cubicBezTo>
                <a:cubicBezTo>
                  <a:pt x="5193532" y="300811"/>
                  <a:pt x="5226711" y="277627"/>
                  <a:pt x="5271399" y="253914"/>
                </a:cubicBezTo>
                <a:cubicBezTo>
                  <a:pt x="5168381" y="241003"/>
                  <a:pt x="5276483" y="197528"/>
                  <a:pt x="5240091" y="170389"/>
                </a:cubicBezTo>
                <a:cubicBezTo>
                  <a:pt x="5167310" y="159323"/>
                  <a:pt x="5107908" y="245745"/>
                  <a:pt x="5008904" y="220979"/>
                </a:cubicBezTo>
                <a:cubicBezTo>
                  <a:pt x="5131187" y="146147"/>
                  <a:pt x="5266315" y="121645"/>
                  <a:pt x="5354881" y="22050"/>
                </a:cubicBezTo>
                <a:cubicBezTo>
                  <a:pt x="5334546" y="-611"/>
                  <a:pt x="5314210" y="20468"/>
                  <a:pt x="5296818" y="12038"/>
                </a:cubicBezTo>
                <a:cubicBezTo>
                  <a:pt x="5297085" y="9403"/>
                  <a:pt x="5296884" y="6109"/>
                  <a:pt x="5297018" y="3177"/>
                </a:cubicBezTo>
                <a:lnTo>
                  <a:pt x="5298067" y="0"/>
                </a:lnTo>
                <a:lnTo>
                  <a:pt x="8958468" y="0"/>
                </a:lnTo>
                <a:lnTo>
                  <a:pt x="8936439" y="18562"/>
                </a:lnTo>
                <a:cubicBezTo>
                  <a:pt x="8928025" y="29598"/>
                  <a:pt x="8926611" y="39110"/>
                  <a:pt x="8934304" y="46608"/>
                </a:cubicBezTo>
                <a:cubicBezTo>
                  <a:pt x="8959791" y="71400"/>
                  <a:pt x="8992737" y="89152"/>
                  <a:pt x="9027240" y="113638"/>
                </a:cubicBezTo>
                <a:cubicBezTo>
                  <a:pt x="8975330" y="159853"/>
                  <a:pt x="8916899" y="180054"/>
                  <a:pt x="8854734" y="193826"/>
                </a:cubicBezTo>
                <a:cubicBezTo>
                  <a:pt x="8836083" y="198111"/>
                  <a:pt x="8817746" y="206680"/>
                  <a:pt x="8815880" y="227493"/>
                </a:cubicBezTo>
                <a:cubicBezTo>
                  <a:pt x="8814017" y="249223"/>
                  <a:pt x="8832977" y="257791"/>
                  <a:pt x="8848828" y="267894"/>
                </a:cubicBezTo>
                <a:cubicBezTo>
                  <a:pt x="8870895" y="281971"/>
                  <a:pt x="8892342" y="294216"/>
                  <a:pt x="8920315" y="296052"/>
                </a:cubicBezTo>
                <a:cubicBezTo>
                  <a:pt x="8966319" y="298806"/>
                  <a:pt x="8988385" y="337982"/>
                  <a:pt x="9015115" y="367363"/>
                </a:cubicBezTo>
                <a:cubicBezTo>
                  <a:pt x="9030034" y="383892"/>
                  <a:pt x="9037496" y="417251"/>
                  <a:pt x="9011388" y="423067"/>
                </a:cubicBezTo>
                <a:cubicBezTo>
                  <a:pt x="8948601" y="437148"/>
                  <a:pt x="8953575" y="477853"/>
                  <a:pt x="8955127" y="524068"/>
                </a:cubicBezTo>
                <a:cubicBezTo>
                  <a:pt x="8957303" y="581304"/>
                  <a:pt x="8994292" y="607624"/>
                  <a:pt x="9039672" y="629661"/>
                </a:cubicBezTo>
                <a:cubicBezTo>
                  <a:pt x="9055213" y="637312"/>
                  <a:pt x="9077279" y="637006"/>
                  <a:pt x="9083187" y="660880"/>
                </a:cubicBezTo>
                <a:cubicBezTo>
                  <a:pt x="9057699" y="683528"/>
                  <a:pt x="9026617" y="665166"/>
                  <a:pt x="8999263" y="671592"/>
                </a:cubicBezTo>
                <a:cubicBezTo>
                  <a:pt x="8976575" y="676794"/>
                  <a:pt x="8938965" y="674041"/>
                  <a:pt x="8970048" y="715664"/>
                </a:cubicBezTo>
                <a:cubicBezTo>
                  <a:pt x="8979063" y="727601"/>
                  <a:pt x="8968494" y="736784"/>
                  <a:pt x="8956992" y="737702"/>
                </a:cubicBezTo>
                <a:cubicBezTo>
                  <a:pt x="8864991" y="747189"/>
                  <a:pt x="8907262" y="831359"/>
                  <a:pt x="8877733" y="875737"/>
                </a:cubicBezTo>
                <a:cubicBezTo>
                  <a:pt x="8869654" y="887979"/>
                  <a:pt x="8878357" y="909097"/>
                  <a:pt x="8891100" y="914300"/>
                </a:cubicBezTo>
                <a:cubicBezTo>
                  <a:pt x="8972534" y="948581"/>
                  <a:pt x="8983724" y="1030299"/>
                  <a:pt x="9023199" y="1100695"/>
                </a:cubicBezTo>
                <a:cubicBezTo>
                  <a:pt x="8980304" y="1128545"/>
                  <a:pt x="8929020" y="1134666"/>
                  <a:pt x="8882708" y="1152725"/>
                </a:cubicBezTo>
                <a:cubicBezTo>
                  <a:pt x="8834530" y="1171701"/>
                  <a:pt x="8834530" y="1185780"/>
                  <a:pt x="8874315" y="1240870"/>
                </a:cubicBezTo>
                <a:cubicBezTo>
                  <a:pt x="8770812" y="1252808"/>
                  <a:pt x="8770812" y="1252808"/>
                  <a:pt x="8802826" y="1339424"/>
                </a:cubicBezTo>
                <a:cubicBezTo>
                  <a:pt x="8716105" y="1347382"/>
                  <a:pt x="8658917" y="1388394"/>
                  <a:pt x="8645552" y="1478072"/>
                </a:cubicBezTo>
                <a:cubicBezTo>
                  <a:pt x="8639024" y="1521532"/>
                  <a:pt x="8599861" y="1542037"/>
                  <a:pt x="8556347" y="1571114"/>
                </a:cubicBezTo>
                <a:cubicBezTo>
                  <a:pt x="8610428" y="1599274"/>
                  <a:pt x="8647106" y="1658037"/>
                  <a:pt x="8710202" y="1595904"/>
                </a:cubicBezTo>
                <a:cubicBezTo>
                  <a:pt x="8733202" y="1573257"/>
                  <a:pt x="8731030" y="1602027"/>
                  <a:pt x="8734135" y="1610290"/>
                </a:cubicBezTo>
                <a:cubicBezTo>
                  <a:pt x="8741594" y="1630489"/>
                  <a:pt x="8726054" y="1643958"/>
                  <a:pt x="8715797" y="1659260"/>
                </a:cubicBezTo>
                <a:cubicBezTo>
                  <a:pt x="8705851" y="1674564"/>
                  <a:pt x="8694038" y="1690784"/>
                  <a:pt x="8691242" y="1707927"/>
                </a:cubicBezTo>
                <a:cubicBezTo>
                  <a:pt x="8689378" y="1719862"/>
                  <a:pt x="8698391" y="1737306"/>
                  <a:pt x="8708337" y="1746183"/>
                </a:cubicBezTo>
                <a:cubicBezTo>
                  <a:pt x="8760556" y="1793011"/>
                  <a:pt x="8729474" y="1898297"/>
                  <a:pt x="8828316" y="1911765"/>
                </a:cubicBezTo>
                <a:cubicBezTo>
                  <a:pt x="8872762" y="1917884"/>
                  <a:pt x="8894207" y="1956449"/>
                  <a:pt x="8926844" y="1977567"/>
                </a:cubicBezTo>
                <a:cubicBezTo>
                  <a:pt x="9040293" y="2051328"/>
                  <a:pt x="9116134" y="2146208"/>
                  <a:pt x="9151255" y="2276592"/>
                </a:cubicBezTo>
                <a:cubicBezTo>
                  <a:pt x="9160890" y="2312707"/>
                  <a:pt x="9197879" y="2341785"/>
                  <a:pt x="9221812" y="2373614"/>
                </a:cubicBezTo>
                <a:cubicBezTo>
                  <a:pt x="9210310" y="2396875"/>
                  <a:pt x="9147525" y="2346680"/>
                  <a:pt x="9169593" y="2407892"/>
                </a:cubicBezTo>
                <a:cubicBezTo>
                  <a:pt x="9186377" y="2453803"/>
                  <a:pt x="9229272" y="2482267"/>
                  <a:pt x="9269679" y="2509507"/>
                </a:cubicBezTo>
                <a:cubicBezTo>
                  <a:pt x="9315680" y="2540419"/>
                  <a:pt x="9366654" y="2565210"/>
                  <a:pt x="9387480" y="2622444"/>
                </a:cubicBezTo>
                <a:cubicBezTo>
                  <a:pt x="9391832" y="2634687"/>
                  <a:pt x="9405817" y="2647542"/>
                  <a:pt x="9418250" y="2652440"/>
                </a:cubicBezTo>
                <a:cubicBezTo>
                  <a:pt x="10066621" y="3659697"/>
                  <a:pt x="11662679" y="3666430"/>
                  <a:pt x="11846684" y="3659389"/>
                </a:cubicBezTo>
                <a:cubicBezTo>
                  <a:pt x="11958113" y="3654952"/>
                  <a:pt x="12066512" y="3637200"/>
                  <a:pt x="12172890" y="3610878"/>
                </a:cubicBezTo>
                <a:lnTo>
                  <a:pt x="12192000" y="3605403"/>
                </a:lnTo>
                <a:lnTo>
                  <a:pt x="12192000" y="6858000"/>
                </a:lnTo>
                <a:lnTo>
                  <a:pt x="2667892" y="6858000"/>
                </a:lnTo>
                <a:lnTo>
                  <a:pt x="2654380" y="6849405"/>
                </a:lnTo>
                <a:cubicBezTo>
                  <a:pt x="2607569" y="6826978"/>
                  <a:pt x="2555222" y="6809052"/>
                  <a:pt x="2517472" y="6768410"/>
                </a:cubicBezTo>
                <a:cubicBezTo>
                  <a:pt x="2640621" y="6736030"/>
                  <a:pt x="2751355" y="6703317"/>
                  <a:pt x="2863768" y="6678867"/>
                </a:cubicBezTo>
                <a:cubicBezTo>
                  <a:pt x="2982893" y="6653093"/>
                  <a:pt x="3083895" y="6583373"/>
                  <a:pt x="3200332" y="6552312"/>
                </a:cubicBezTo>
                <a:cubicBezTo>
                  <a:pt x="3225166" y="6545703"/>
                  <a:pt x="3255030" y="6522574"/>
                  <a:pt x="3263755" y="6500106"/>
                </a:cubicBezTo>
                <a:cubicBezTo>
                  <a:pt x="3291941" y="6427411"/>
                  <a:pt x="3854674" y="6223537"/>
                  <a:pt x="3788234" y="6158777"/>
                </a:cubicBezTo>
                <a:cubicBezTo>
                  <a:pt x="3760718" y="6132011"/>
                  <a:pt x="3725150" y="6112847"/>
                  <a:pt x="3687901" y="6086412"/>
                </a:cubicBezTo>
                <a:cubicBezTo>
                  <a:pt x="3743942" y="6036518"/>
                  <a:pt x="3807024" y="6014710"/>
                  <a:pt x="3874137" y="5999841"/>
                </a:cubicBezTo>
                <a:cubicBezTo>
                  <a:pt x="3894273" y="5995216"/>
                  <a:pt x="3914069" y="5985964"/>
                  <a:pt x="3916083" y="5963494"/>
                </a:cubicBezTo>
                <a:cubicBezTo>
                  <a:pt x="3918095" y="5940035"/>
                  <a:pt x="3897626" y="5930785"/>
                  <a:pt x="3880513" y="5919878"/>
                </a:cubicBezTo>
                <a:cubicBezTo>
                  <a:pt x="3856689" y="5904680"/>
                  <a:pt x="3833535" y="5891460"/>
                  <a:pt x="3803335" y="5889479"/>
                </a:cubicBezTo>
                <a:cubicBezTo>
                  <a:pt x="3753670" y="5886505"/>
                  <a:pt x="3729848" y="5844211"/>
                  <a:pt x="3700990" y="5812491"/>
                </a:cubicBezTo>
                <a:cubicBezTo>
                  <a:pt x="3684884" y="5794647"/>
                  <a:pt x="3676828" y="5758633"/>
                  <a:pt x="3705014" y="5752353"/>
                </a:cubicBezTo>
                <a:cubicBezTo>
                  <a:pt x="3772798" y="5737152"/>
                  <a:pt x="3767428" y="5693207"/>
                  <a:pt x="3765753" y="5643313"/>
                </a:cubicBezTo>
                <a:cubicBezTo>
                  <a:pt x="3763404" y="5581522"/>
                  <a:pt x="3723470" y="5553107"/>
                  <a:pt x="3674479" y="5529315"/>
                </a:cubicBezTo>
                <a:cubicBezTo>
                  <a:pt x="3657701" y="5521056"/>
                  <a:pt x="3633878" y="5521386"/>
                  <a:pt x="3627501" y="5495612"/>
                </a:cubicBezTo>
                <a:cubicBezTo>
                  <a:pt x="3655017" y="5471161"/>
                  <a:pt x="3688572" y="5490985"/>
                  <a:pt x="3718104" y="5484048"/>
                </a:cubicBezTo>
                <a:cubicBezTo>
                  <a:pt x="3742598" y="5478431"/>
                  <a:pt x="3783202" y="5481403"/>
                  <a:pt x="3749644" y="5436467"/>
                </a:cubicBezTo>
                <a:cubicBezTo>
                  <a:pt x="3739912" y="5423580"/>
                  <a:pt x="3751322" y="5413666"/>
                  <a:pt x="3763740" y="5412675"/>
                </a:cubicBezTo>
                <a:cubicBezTo>
                  <a:pt x="3863064" y="5402433"/>
                  <a:pt x="3817428" y="5311564"/>
                  <a:pt x="3849307" y="5263654"/>
                </a:cubicBezTo>
                <a:cubicBezTo>
                  <a:pt x="3858030" y="5250437"/>
                  <a:pt x="3848634" y="5227638"/>
                  <a:pt x="3834876" y="5222021"/>
                </a:cubicBezTo>
                <a:cubicBezTo>
                  <a:pt x="3746960" y="5185011"/>
                  <a:pt x="3734880" y="5096789"/>
                  <a:pt x="3692263" y="5020790"/>
                </a:cubicBezTo>
                <a:cubicBezTo>
                  <a:pt x="3738572" y="4990724"/>
                  <a:pt x="3793938" y="4984115"/>
                  <a:pt x="3843936" y="4964619"/>
                </a:cubicBezTo>
                <a:cubicBezTo>
                  <a:pt x="3895949" y="4944132"/>
                  <a:pt x="3895949" y="4928933"/>
                  <a:pt x="3852997" y="4869458"/>
                </a:cubicBezTo>
                <a:cubicBezTo>
                  <a:pt x="3964739" y="4856569"/>
                  <a:pt x="3964739" y="4856569"/>
                  <a:pt x="3930177" y="4763060"/>
                </a:cubicBezTo>
                <a:cubicBezTo>
                  <a:pt x="4023800" y="4754468"/>
                  <a:pt x="4085540" y="4710192"/>
                  <a:pt x="4099968" y="4613376"/>
                </a:cubicBezTo>
                <a:cubicBezTo>
                  <a:pt x="4107016" y="4566456"/>
                  <a:pt x="4149296" y="4544320"/>
                  <a:pt x="4196274" y="4512928"/>
                </a:cubicBezTo>
                <a:cubicBezTo>
                  <a:pt x="4137888" y="4482527"/>
                  <a:pt x="4098290" y="4419087"/>
                  <a:pt x="4030173" y="4486165"/>
                </a:cubicBezTo>
                <a:cubicBezTo>
                  <a:pt x="4005342" y="4510615"/>
                  <a:pt x="4007687" y="4479555"/>
                  <a:pt x="4004335" y="4470634"/>
                </a:cubicBezTo>
                <a:cubicBezTo>
                  <a:pt x="3996282" y="4448827"/>
                  <a:pt x="4013059" y="4434287"/>
                  <a:pt x="4024133" y="4417767"/>
                </a:cubicBezTo>
                <a:cubicBezTo>
                  <a:pt x="4034870" y="4401245"/>
                  <a:pt x="4047624" y="4383734"/>
                  <a:pt x="4050642" y="4365226"/>
                </a:cubicBezTo>
                <a:cubicBezTo>
                  <a:pt x="4052655" y="4352340"/>
                  <a:pt x="4042924" y="4333509"/>
                  <a:pt x="4032186" y="4323924"/>
                </a:cubicBezTo>
                <a:cubicBezTo>
                  <a:pt x="3975811" y="4273370"/>
                  <a:pt x="4009367" y="4159704"/>
                  <a:pt x="3902658" y="4145163"/>
                </a:cubicBezTo>
                <a:cubicBezTo>
                  <a:pt x="3854674" y="4138557"/>
                  <a:pt x="3831522" y="4096923"/>
                  <a:pt x="3796288" y="4074123"/>
                </a:cubicBezTo>
                <a:cubicBezTo>
                  <a:pt x="3673808" y="3994492"/>
                  <a:pt x="3591931" y="3892060"/>
                  <a:pt x="3554015" y="3751298"/>
                </a:cubicBezTo>
                <a:cubicBezTo>
                  <a:pt x="3543613" y="3712308"/>
                  <a:pt x="3503679" y="3680917"/>
                  <a:pt x="3477841" y="3646554"/>
                </a:cubicBezTo>
                <a:cubicBezTo>
                  <a:pt x="3490259" y="3621441"/>
                  <a:pt x="3558041" y="3675631"/>
                  <a:pt x="3534217" y="3609547"/>
                </a:cubicBezTo>
                <a:cubicBezTo>
                  <a:pt x="3516097" y="3559982"/>
                  <a:pt x="3469788" y="3529253"/>
                  <a:pt x="3426164" y="3499844"/>
                </a:cubicBezTo>
                <a:cubicBezTo>
                  <a:pt x="3376502" y="3466472"/>
                  <a:pt x="3321470" y="3439708"/>
                  <a:pt x="3298987" y="3377918"/>
                </a:cubicBezTo>
                <a:cubicBezTo>
                  <a:pt x="3294289" y="3364700"/>
                  <a:pt x="3279190" y="3350823"/>
                  <a:pt x="3265768" y="3345534"/>
                </a:cubicBezTo>
                <a:cubicBezTo>
                  <a:pt x="2609539" y="2326070"/>
                  <a:pt x="1054085" y="2255965"/>
                  <a:pt x="698533" y="2257448"/>
                </a:cubicBezTo>
                <a:cubicBezTo>
                  <a:pt x="674830" y="2257546"/>
                  <a:pt x="656459" y="2257963"/>
                  <a:pt x="644044" y="2258439"/>
                </a:cubicBezTo>
                <a:cubicBezTo>
                  <a:pt x="463596" y="2265625"/>
                  <a:pt x="290510" y="2305151"/>
                  <a:pt x="121106" y="2359734"/>
                </a:cubicBezTo>
                <a:lnTo>
                  <a:pt x="0" y="2402158"/>
                </a:lnTo>
                <a:close/>
              </a:path>
            </a:pathLst>
          </a:custGeom>
          <a:solidFill>
            <a:schemeClr val="bg2">
              <a:alpha val="50000"/>
            </a:schemeClr>
          </a:solidFill>
          <a:ln w="32707" cap="flat">
            <a:noFill/>
            <a:prstDash val="solid"/>
            <a:miter/>
          </a:ln>
        </p:spPr>
        <p:txBody>
          <a:bodyPr wrap="square" rtlCol="0" anchor="ctr">
            <a:noAutofit/>
          </a:bodyPr>
          <a:lstStyle/>
          <a:p>
            <a:endParaRPr lang="en-US"/>
          </a:p>
        </p:txBody>
      </p:sp>
      <p:sp>
        <p:nvSpPr>
          <p:cNvPr id="2" name="Cím 1"/>
          <p:cNvSpPr>
            <a:spLocks noGrp="1"/>
          </p:cNvSpPr>
          <p:nvPr>
            <p:ph type="title"/>
          </p:nvPr>
        </p:nvSpPr>
        <p:spPr>
          <a:xfrm>
            <a:off x="4654295" y="4029233"/>
            <a:ext cx="6864412" cy="1924999"/>
          </a:xfrm>
        </p:spPr>
        <p:txBody>
          <a:bodyPr anchor="b">
            <a:normAutofit/>
          </a:bodyPr>
          <a:lstStyle/>
          <a:p>
            <a:r>
              <a:rPr lang="en-US" altLang="en-US" sz="3100" dirty="0"/>
              <a:t>Guidelines, About Us, Log Out Features</a:t>
            </a:r>
            <a:endParaRPr lang="en-US" altLang="en-US" sz="3100" dirty="0"/>
          </a:p>
        </p:txBody>
      </p:sp>
      <p:pic>
        <p:nvPicPr>
          <p:cNvPr id="9" name="Kép 8"/>
          <p:cNvPicPr>
            <a:picLocks noChangeAspect="1"/>
          </p:cNvPicPr>
          <p:nvPr/>
        </p:nvPicPr>
        <p:blipFill>
          <a:blip r:embed="rId1"/>
          <a:stretch>
            <a:fillRect/>
          </a:stretch>
        </p:blipFill>
        <p:spPr>
          <a:xfrm>
            <a:off x="9688276" y="1803465"/>
            <a:ext cx="2256431" cy="689464"/>
          </a:xfrm>
          <a:prstGeom prst="rect">
            <a:avLst/>
          </a:prstGeom>
        </p:spPr>
      </p:pic>
      <p:pic>
        <p:nvPicPr>
          <p:cNvPr id="5" name="Kép 4"/>
          <p:cNvPicPr>
            <a:picLocks noChangeAspect="1"/>
          </p:cNvPicPr>
          <p:nvPr/>
        </p:nvPicPr>
        <p:blipFill>
          <a:blip r:embed="rId2"/>
          <a:stretch>
            <a:fillRect/>
          </a:stretch>
        </p:blipFill>
        <p:spPr>
          <a:xfrm>
            <a:off x="5334237" y="124612"/>
            <a:ext cx="3452318" cy="4146929"/>
          </a:xfrm>
          <a:prstGeom prst="rect">
            <a:avLst/>
          </a:prstGeom>
        </p:spPr>
      </p:pic>
      <p:pic>
        <p:nvPicPr>
          <p:cNvPr id="7" name="Kép 6"/>
          <p:cNvPicPr>
            <a:picLocks noChangeAspect="1"/>
          </p:cNvPicPr>
          <p:nvPr/>
        </p:nvPicPr>
        <p:blipFill>
          <a:blip r:embed="rId3"/>
          <a:stretch>
            <a:fillRect/>
          </a:stretch>
        </p:blipFill>
        <p:spPr>
          <a:xfrm>
            <a:off x="673293" y="343013"/>
            <a:ext cx="3024265" cy="6171973"/>
          </a:xfrm>
          <a:prstGeom prst="rect">
            <a:avLst/>
          </a:prstGeom>
        </p:spPr>
      </p:pic>
      <p:pic>
        <p:nvPicPr>
          <p:cNvPr id="11" name="Kép 10"/>
          <p:cNvPicPr>
            <a:picLocks noChangeAspect="1"/>
          </p:cNvPicPr>
          <p:nvPr/>
        </p:nvPicPr>
        <p:blipFill>
          <a:blip r:embed="rId4"/>
          <a:stretch>
            <a:fillRect/>
          </a:stretch>
        </p:blipFill>
        <p:spPr>
          <a:xfrm>
            <a:off x="9711182" y="568116"/>
            <a:ext cx="2183642" cy="849526"/>
          </a:xfrm>
          <a:prstGeom prst="rect">
            <a:avLst/>
          </a:prstGeom>
        </p:spPr>
      </p:pic>
      <p:sp>
        <p:nvSpPr>
          <p:cNvPr id="3" name="Tartalom helye 2"/>
          <p:cNvSpPr>
            <a:spLocks noGrp="1"/>
          </p:cNvSpPr>
          <p:nvPr>
            <p:ph idx="1"/>
          </p:nvPr>
        </p:nvSpPr>
        <p:spPr>
          <a:xfrm>
            <a:off x="4742121" y="6310630"/>
            <a:ext cx="6776584" cy="45719"/>
          </a:xfrm>
        </p:spPr>
        <p:txBody>
          <a:bodyPr>
            <a:normAutofit fontScale="25000" lnSpcReduction="20000"/>
          </a:bodyPr>
          <a:lstStyle/>
          <a:p>
            <a:endParaRPr lang="hu-HU"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640080" y="329184"/>
            <a:ext cx="6894576" cy="1783080"/>
          </a:xfrm>
        </p:spPr>
        <p:txBody>
          <a:bodyPr anchor="b">
            <a:normAutofit/>
          </a:bodyPr>
          <a:lstStyle/>
          <a:p>
            <a:r>
              <a:rPr lang="en-US" altLang="en-US" sz="5400"/>
              <a:t>Login and Registration</a:t>
            </a:r>
            <a:endParaRPr lang="en-US" altLang="en-US" sz="5400"/>
          </a:p>
        </p:txBody>
      </p:sp>
      <p:sp>
        <p:nvSpPr>
          <p:cNvPr id="14" name="sketch line"/>
          <p:cNvSpPr>
            <a:spLocks noGrp="1" noRot="1" noChangeAspect="1" noMove="1" noResize="1" noEditPoints="1" noAdjustHandles="1" noChangeArrowheads="1" noChangeShapeType="1" noTextEdit="1"/>
          </p:cNvSpPr>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2"/>
          <p:cNvSpPr>
            <a:spLocks noGrp="1"/>
          </p:cNvSpPr>
          <p:nvPr>
            <p:ph idx="1"/>
          </p:nvPr>
        </p:nvSpPr>
        <p:spPr>
          <a:xfrm>
            <a:off x="640080" y="2706624"/>
            <a:ext cx="6894576" cy="3483864"/>
          </a:xfrm>
        </p:spPr>
        <p:txBody>
          <a:bodyPr>
            <a:normAutofit/>
          </a:bodyPr>
          <a:lstStyle/>
          <a:p>
            <a:pPr>
              <a:buNone/>
            </a:pPr>
            <a:r>
              <a:rPr lang="en-US" altLang="en-US" sz="1500" b="1"/>
              <a:t>Registration – New users must provide the following information:</a:t>
            </a:r>
            <a:endParaRPr lang="en-US" altLang="en-US" sz="1500" b="1"/>
          </a:p>
          <a:p>
            <a:pPr marL="514350" indent="-285750"/>
            <a:r>
              <a:rPr lang="en-US" altLang="en-US" sz="1500" b="1"/>
              <a:t>Full name</a:t>
            </a:r>
            <a:endParaRPr lang="en-US" altLang="en-US" sz="1500" b="1"/>
          </a:p>
          <a:p>
            <a:pPr marL="514350" indent="-285750"/>
            <a:r>
              <a:rPr lang="en-US" altLang="en-US" sz="1500" b="1"/>
              <a:t>Username</a:t>
            </a:r>
            <a:endParaRPr lang="en-US" altLang="en-US" sz="1500" b="1"/>
          </a:p>
          <a:p>
            <a:pPr marL="514350" indent="-285750"/>
            <a:r>
              <a:rPr lang="en-US" altLang="en-US" sz="1500" b="1"/>
              <a:t>Email address</a:t>
            </a:r>
            <a:endParaRPr lang="en-US" altLang="en-US" sz="1500" b="1"/>
          </a:p>
          <a:p>
            <a:pPr marL="514350" indent="-285750"/>
            <a:r>
              <a:rPr lang="en-US" altLang="en-US" sz="1500" b="1"/>
              <a:t>Password and password confirmation</a:t>
            </a:r>
            <a:endParaRPr lang="en-US" altLang="en-US" sz="1500" b="1"/>
          </a:p>
          <a:p>
            <a:pPr marL="514350" indent="-285750"/>
            <a:r>
              <a:rPr lang="en-US" altLang="en-US" sz="1500" b="1"/>
              <a:t>Profile picture (optional)</a:t>
            </a:r>
            <a:endParaRPr lang="en-US" altLang="en-US" sz="1500" b="1"/>
          </a:p>
          <a:p>
            <a:pPr marL="514350" indent="-285750"/>
            <a:r>
              <a:rPr lang="en-US" altLang="en-US" sz="1500" b="1"/>
              <a:t>Bot filter (CAPTCHA or other verification to filter out robots)</a:t>
            </a:r>
            <a:endParaRPr lang="en-US" altLang="en-US" sz="1500"/>
          </a:p>
          <a:p>
            <a:pPr marL="0" indent="0">
              <a:buFont typeface="Arial" panose="020B0604020202020204" pitchFamily="34" charset="0"/>
              <a:buNone/>
            </a:pPr>
            <a:r>
              <a:rPr lang="en-US" altLang="en-US" sz="1500"/>
              <a:t>Login – After successful registration, users can log in with their username or email address and password.</a:t>
            </a:r>
            <a:endParaRPr lang="en-US" altLang="en-US" sz="1500"/>
          </a:p>
          <a:p>
            <a:pPr marL="0" indent="0">
              <a:buFont typeface="Arial" panose="020B0604020202020204" pitchFamily="34" charset="0"/>
              <a:buNone/>
            </a:pPr>
            <a:r>
              <a:rPr lang="en-US" altLang="en-US" sz="1500"/>
              <a:t>Security – Passwords are stored encrypted in the database, and the bot filter helps prevent spam or automated registrations.</a:t>
            </a:r>
            <a:endParaRPr lang="en-US" altLang="en-US" sz="1500"/>
          </a:p>
          <a:p>
            <a:endParaRPr lang="hu-HU" sz="1500"/>
          </a:p>
        </p:txBody>
      </p:sp>
      <p:pic>
        <p:nvPicPr>
          <p:cNvPr id="5" name="Kép 4"/>
          <p:cNvPicPr>
            <a:picLocks noChangeAspect="1"/>
          </p:cNvPicPr>
          <p:nvPr/>
        </p:nvPicPr>
        <p:blipFill>
          <a:blip r:embed="rId1"/>
          <a:stretch>
            <a:fillRect/>
          </a:stretch>
        </p:blipFill>
        <p:spPr>
          <a:xfrm>
            <a:off x="8992018" y="329183"/>
            <a:ext cx="1757859" cy="3429969"/>
          </a:xfrm>
          <a:prstGeom prst="rect">
            <a:avLst/>
          </a:prstGeom>
        </p:spPr>
      </p:pic>
      <p:pic>
        <p:nvPicPr>
          <p:cNvPr id="7" name="Kép 6"/>
          <p:cNvPicPr>
            <a:picLocks noChangeAspect="1"/>
          </p:cNvPicPr>
          <p:nvPr/>
        </p:nvPicPr>
        <p:blipFill>
          <a:blip r:embed="rId2"/>
          <a:stretch>
            <a:fillRect/>
          </a:stretch>
        </p:blipFill>
        <p:spPr>
          <a:xfrm>
            <a:off x="8858428" y="4079193"/>
            <a:ext cx="2006751" cy="21762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ím 1"/>
          <p:cNvSpPr>
            <a:spLocks noGrp="1"/>
          </p:cNvSpPr>
          <p:nvPr>
            <p:ph type="title"/>
          </p:nvPr>
        </p:nvSpPr>
        <p:spPr>
          <a:xfrm>
            <a:off x="329609" y="637762"/>
            <a:ext cx="3018025" cy="5576770"/>
          </a:xfrm>
        </p:spPr>
        <p:txBody>
          <a:bodyPr anchor="t">
            <a:normAutofit/>
          </a:bodyPr>
          <a:lstStyle/>
          <a:p>
            <a:r>
              <a:rPr lang="hu-HU" sz="2800">
                <a:solidFill>
                  <a:schemeClr val="bg1"/>
                </a:solidFill>
              </a:rPr>
              <a:t>A technológiák kiválasztása</a:t>
            </a:r>
            <a:endParaRPr lang="hu-HU" sz="2800" dirty="0">
              <a:solidFill>
                <a:schemeClr val="bg1"/>
              </a:solidFill>
            </a:endParaRPr>
          </a:p>
        </p:txBody>
      </p:sp>
      <p:sp>
        <p:nvSpPr>
          <p:cNvPr id="3" name="Tartalom helye 2"/>
          <p:cNvSpPr>
            <a:spLocks noGrp="1"/>
          </p:cNvSpPr>
          <p:nvPr>
            <p:ph idx="1"/>
          </p:nvPr>
        </p:nvSpPr>
        <p:spPr>
          <a:xfrm>
            <a:off x="4504476" y="689186"/>
            <a:ext cx="6872361" cy="5817940"/>
          </a:xfrm>
        </p:spPr>
        <p:txBody>
          <a:bodyPr>
            <a:normAutofit lnSpcReduction="10000"/>
          </a:bodyPr>
          <a:lstStyle/>
          <a:p>
            <a:pPr marL="0" indent="0">
              <a:buNone/>
            </a:pPr>
            <a:r>
              <a:rPr lang="en-US" altLang="en-US" sz="1200" b="1" dirty="0"/>
              <a:t>Why React for the Frontend?</a:t>
            </a:r>
            <a:endParaRPr lang="en-US" altLang="en-US" sz="1200" b="1" dirty="0"/>
          </a:p>
          <a:p>
            <a:pPr marL="0" indent="0">
              <a:buNone/>
            </a:pPr>
            <a:r>
              <a:rPr lang="en-US" altLang="en-US" sz="1100" dirty="0"/>
              <a:t>Component-based architecture – Easily reusable UI elements.</a:t>
            </a:r>
            <a:endParaRPr lang="en-US" altLang="en-US" sz="1100" dirty="0"/>
          </a:p>
          <a:p>
            <a:pPr marL="0" indent="0">
              <a:buNone/>
            </a:pPr>
            <a:r>
              <a:rPr lang="en-US" altLang="en-US" sz="1100" dirty="0"/>
              <a:t>Simple state management – Use of useEffect and useState hooks.</a:t>
            </a:r>
            <a:endParaRPr lang="en-US" altLang="en-US" sz="1100" dirty="0"/>
          </a:p>
          <a:p>
            <a:pPr marL="0" indent="0">
              <a:buNone/>
            </a:pPr>
            <a:endParaRPr lang="en-US" altLang="en-US" sz="1100" dirty="0"/>
          </a:p>
          <a:p>
            <a:pPr>
              <a:buNone/>
            </a:pPr>
            <a:r>
              <a:rPr lang="en-US" altLang="en-US" sz="1200" b="1" dirty="0"/>
              <a:t>Why ASP.NET Core Web API for the Backend?</a:t>
            </a:r>
            <a:endParaRPr lang="en-US" altLang="en-US" sz="1200" b="1" dirty="0"/>
          </a:p>
          <a:p>
            <a:pPr>
              <a:buNone/>
            </a:pPr>
            <a:r>
              <a:rPr lang="en-US" altLang="en-US" sz="1200" dirty="0"/>
              <a:t>Fast and secure – Delivers excellent performance in the .NET environment.</a:t>
            </a:r>
            <a:endParaRPr lang="en-US" altLang="en-US" sz="1200" dirty="0"/>
          </a:p>
          <a:p>
            <a:pPr>
              <a:buNone/>
            </a:pPr>
            <a:r>
              <a:rPr lang="en-US" altLang="en-US" sz="1200" dirty="0"/>
              <a:t>RESTful API support – Easily scalable and extendable endpoints.</a:t>
            </a:r>
            <a:endParaRPr lang="en-US" altLang="en-US" sz="1200" dirty="0"/>
          </a:p>
          <a:p>
            <a:pPr>
              <a:buNone/>
            </a:pPr>
            <a:endParaRPr lang="en-US" altLang="en-US" sz="1200" dirty="0"/>
          </a:p>
          <a:p>
            <a:pPr marL="0" indent="0">
              <a:buNone/>
            </a:pPr>
            <a:r>
              <a:rPr lang="en-US" altLang="en-US" sz="1200" b="1" dirty="0"/>
              <a:t>Why We Chose MySQL Database Management?</a:t>
            </a:r>
            <a:endParaRPr lang="en-US" altLang="en-US" sz="1200" b="1" dirty="0"/>
          </a:p>
          <a:p>
            <a:pPr marL="0" indent="0">
              <a:buNone/>
            </a:pPr>
            <a:r>
              <a:rPr lang="en-US" altLang="en-US" sz="1100" dirty="0"/>
              <a:t>Reliable and highly scalable – Can handle large amounts of data.</a:t>
            </a:r>
            <a:endParaRPr lang="en-US" altLang="en-US" sz="1100" dirty="0"/>
          </a:p>
          <a:p>
            <a:pPr marL="0" indent="0">
              <a:buNone/>
            </a:pPr>
            <a:r>
              <a:rPr lang="en-US" altLang="en-US" sz="1100" dirty="0"/>
              <a:t>Secure and scalable – Capable of managing growing user and data storage needs.</a:t>
            </a:r>
            <a:endParaRPr lang="en-US" altLang="en-US" sz="1100" dirty="0"/>
          </a:p>
          <a:p>
            <a:pPr marL="0" indent="0">
              <a:buNone/>
            </a:pPr>
            <a:endParaRPr lang="en-US" altLang="en-US" sz="1100" dirty="0"/>
          </a:p>
          <a:p>
            <a:pPr marL="0" indent="0">
              <a:buNone/>
            </a:pPr>
            <a:r>
              <a:rPr lang="en-US" altLang="en-US" sz="1200" b="1" dirty="0"/>
              <a:t>Why We Chose WPF?</a:t>
            </a:r>
            <a:endParaRPr lang="en-US" altLang="en-US" sz="1200" b="1" dirty="0"/>
          </a:p>
          <a:p>
            <a:pPr marL="0" indent="0">
              <a:buNone/>
            </a:pPr>
            <a:r>
              <a:rPr lang="en-US" altLang="en-US" sz="1100" dirty="0"/>
              <a:t>Efficient desktop application development – WPF allows for the creation of modern and responsive desktop applications.</a:t>
            </a:r>
            <a:endParaRPr lang="en-US" altLang="en-US" sz="1100" dirty="0"/>
          </a:p>
          <a:p>
            <a:pPr marL="0" indent="0">
              <a:buNone/>
            </a:pPr>
            <a:r>
              <a:rPr lang="en-US" altLang="en-US" sz="1100" dirty="0"/>
              <a:t>Customizable UI – WPF provides the ability to create a unique and modern administrative interface.</a:t>
            </a:r>
            <a:endParaRPr lang="en-US" altLang="en-US" sz="1100" dirty="0"/>
          </a:p>
          <a:p>
            <a:pPr marL="0" indent="0">
              <a:buNone/>
            </a:pPr>
            <a:endParaRPr lang="en-US" altLang="en-US" sz="1100" dirty="0"/>
          </a:p>
          <a:p>
            <a:pPr marL="0" indent="0">
              <a:buNone/>
            </a:pPr>
            <a:r>
              <a:rPr lang="en-US" altLang="en-US" sz="1200" b="1" dirty="0"/>
              <a:t>Why We Chose Visual Studio Code?</a:t>
            </a:r>
            <a:endParaRPr lang="en-US" altLang="en-US" sz="1200" b="1" dirty="0"/>
          </a:p>
          <a:p>
            <a:pPr marL="0" indent="0">
              <a:buNone/>
            </a:pPr>
            <a:r>
              <a:rPr lang="en-US" altLang="en-US" sz="1200" dirty="0"/>
              <a:t>Extensions and support – Plenty of plugins and tools that assist in development (e.g., React, ASP.NET Core, MySQL management).</a:t>
            </a:r>
            <a:endParaRPr lang="en-US" altLang="en-US" sz="1200" dirty="0"/>
          </a:p>
          <a:p>
            <a:pPr marL="0" indent="0">
              <a:buNone/>
            </a:pPr>
            <a:r>
              <a:rPr lang="en-US" altLang="en-US" sz="1200" dirty="0"/>
              <a:t>Convenient development environment – Allows for fast editing and testing of code while developing the React frontend.</a:t>
            </a:r>
            <a:endParaRPr lang="en-US" altLang="en-US" sz="1200" dirty="0"/>
          </a:p>
        </p:txBody>
      </p:sp>
      <p:pic>
        <p:nvPicPr>
          <p:cNvPr id="24" name="Kép 23" descr="A képen képernyőkép, Grafika, szimbólum, Acélkék látható&#10;&#10;Előfordulhat, hogy a mesterséges intelligencia által létrehozott tartalom helytelen."/>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435177" y="2087884"/>
            <a:ext cx="1470936" cy="1470936"/>
          </a:xfrm>
          <a:prstGeom prst="rect">
            <a:avLst/>
          </a:prstGeom>
        </p:spPr>
      </p:pic>
      <p:pic>
        <p:nvPicPr>
          <p:cNvPr id="26" name="Kép 25" descr="A képen Grafika, lila, Orgona, Színesség látható&#10;&#10;Előfordulhat, hogy a mesterséges intelligencia által létrehozott tartalom helytel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28622" y="338311"/>
            <a:ext cx="1244009" cy="1244009"/>
          </a:xfrm>
          <a:prstGeom prst="rect">
            <a:avLst/>
          </a:prstGeom>
        </p:spPr>
      </p:pic>
      <p:pic>
        <p:nvPicPr>
          <p:cNvPr id="30" name="Kép 29" descr="A képen Grafika, Betűtípus, embléma, Grafikus tervezés látható&#10;&#10;Előfordulhat, hogy a mesterséges intelligencia által létrehozott tartalom helytel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135" y="3598156"/>
            <a:ext cx="2744972" cy="2744972"/>
          </a:xfrm>
          <a:prstGeom prst="rect">
            <a:avLst/>
          </a:prstGeom>
        </p:spPr>
      </p:pic>
      <p:pic>
        <p:nvPicPr>
          <p:cNvPr id="34" name="Kép 33" descr="A képen Grafika, Betűtípus, Grafikus tervezés, embléma látható&#10;&#10;Előfordulhat, hogy a mesterséges intelligencia által létrehozott tartalom helytel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348" y="2182138"/>
            <a:ext cx="2406546" cy="12440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Kép 6"/>
          <p:cNvPicPr>
            <a:picLocks noChangeAspect="1"/>
          </p:cNvPicPr>
          <p:nvPr/>
        </p:nvPicPr>
        <p:blipFill>
          <a:blip r:embed="rId1"/>
          <a:stretch>
            <a:fillRect/>
          </a:stretch>
        </p:blipFill>
        <p:spPr>
          <a:xfrm>
            <a:off x="1183757" y="741915"/>
            <a:ext cx="2262478" cy="4927602"/>
          </a:xfrm>
          <a:prstGeom prst="rect">
            <a:avLst/>
          </a:prstGeom>
        </p:spPr>
      </p:pic>
      <p:sp>
        <p:nvSpPr>
          <p:cNvPr id="14" name="Freeform: Shape 13"/>
          <p:cNvSpPr>
            <a:spLocks noGrp="1" noRot="1" noChangeAspect="1" noMove="1" noResize="1" noEditPoints="1" noAdjustHandles="1" noChangeArrowheads="1" noChangeShapeType="1" noTextEdit="1"/>
          </p:cNvSpPr>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Cím 1"/>
          <p:cNvSpPr>
            <a:spLocks noGrp="1"/>
          </p:cNvSpPr>
          <p:nvPr>
            <p:ph type="title"/>
          </p:nvPr>
        </p:nvSpPr>
        <p:spPr>
          <a:xfrm>
            <a:off x="5759354" y="457201"/>
            <a:ext cx="5337270" cy="1835911"/>
          </a:xfrm>
        </p:spPr>
        <p:txBody>
          <a:bodyPr anchor="b">
            <a:normAutofit/>
          </a:bodyPr>
          <a:lstStyle/>
          <a:p>
            <a:r>
              <a:rPr lang="en-US" sz="5400">
                <a:solidFill>
                  <a:srgbClr val="FFFFFF"/>
                </a:solidFill>
              </a:rPr>
              <a:t>Backend (ASP.NET Core Web API)</a:t>
            </a:r>
            <a:endParaRPr lang="hu-HU" sz="5400">
              <a:solidFill>
                <a:srgbClr val="FFFFFF"/>
              </a:solidFill>
            </a:endParaRPr>
          </a:p>
        </p:txBody>
      </p:sp>
      <p:sp>
        <p:nvSpPr>
          <p:cNvPr id="16" name="sketch line"/>
          <p:cNvSpPr>
            <a:spLocks noGrp="1" noRot="1" noChangeAspect="1" noMove="1" noResize="1" noEditPoints="1" noAdjustHandles="1" noChangeArrowheads="1" noChangeShapeType="1" noTextEdit="1"/>
          </p:cNvSpPr>
          <p:nvPr/>
        </p:nvSpPr>
        <p:spPr>
          <a:xfrm>
            <a:off x="5759353" y="2560829"/>
            <a:ext cx="5029200" cy="18288"/>
          </a:xfrm>
          <a:custGeom>
            <a:avLst/>
            <a:gdLst>
              <a:gd name="connsiteX0" fmla="*/ 0 w 5029200"/>
              <a:gd name="connsiteY0" fmla="*/ 0 h 18288"/>
              <a:gd name="connsiteX1" fmla="*/ 528066 w 5029200"/>
              <a:gd name="connsiteY1" fmla="*/ 0 h 18288"/>
              <a:gd name="connsiteX2" fmla="*/ 1207008 w 5029200"/>
              <a:gd name="connsiteY2" fmla="*/ 0 h 18288"/>
              <a:gd name="connsiteX3" fmla="*/ 1785366 w 5029200"/>
              <a:gd name="connsiteY3" fmla="*/ 0 h 18288"/>
              <a:gd name="connsiteX4" fmla="*/ 2313432 w 5029200"/>
              <a:gd name="connsiteY4" fmla="*/ 0 h 18288"/>
              <a:gd name="connsiteX5" fmla="*/ 2992374 w 5029200"/>
              <a:gd name="connsiteY5" fmla="*/ 0 h 18288"/>
              <a:gd name="connsiteX6" fmla="*/ 3621024 w 5029200"/>
              <a:gd name="connsiteY6" fmla="*/ 0 h 18288"/>
              <a:gd name="connsiteX7" fmla="*/ 4249674 w 5029200"/>
              <a:gd name="connsiteY7" fmla="*/ 0 h 18288"/>
              <a:gd name="connsiteX8" fmla="*/ 5029200 w 5029200"/>
              <a:gd name="connsiteY8" fmla="*/ 0 h 18288"/>
              <a:gd name="connsiteX9" fmla="*/ 5029200 w 5029200"/>
              <a:gd name="connsiteY9" fmla="*/ 18288 h 18288"/>
              <a:gd name="connsiteX10" fmla="*/ 4501134 w 5029200"/>
              <a:gd name="connsiteY10" fmla="*/ 18288 h 18288"/>
              <a:gd name="connsiteX11" fmla="*/ 4023360 w 5029200"/>
              <a:gd name="connsiteY11" fmla="*/ 18288 h 18288"/>
              <a:gd name="connsiteX12" fmla="*/ 3344418 w 5029200"/>
              <a:gd name="connsiteY12" fmla="*/ 18288 h 18288"/>
              <a:gd name="connsiteX13" fmla="*/ 2816352 w 5029200"/>
              <a:gd name="connsiteY13" fmla="*/ 18288 h 18288"/>
              <a:gd name="connsiteX14" fmla="*/ 2137410 w 5029200"/>
              <a:gd name="connsiteY14" fmla="*/ 18288 h 18288"/>
              <a:gd name="connsiteX15" fmla="*/ 1408176 w 5029200"/>
              <a:gd name="connsiteY15" fmla="*/ 18288 h 18288"/>
              <a:gd name="connsiteX16" fmla="*/ 829818 w 5029200"/>
              <a:gd name="connsiteY16" fmla="*/ 18288 h 18288"/>
              <a:gd name="connsiteX17" fmla="*/ 0 w 5029200"/>
              <a:gd name="connsiteY17" fmla="*/ 18288 h 18288"/>
              <a:gd name="connsiteX18" fmla="*/ 0 w 5029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9200" h="18288" fill="none" extrusionOk="0">
                <a:moveTo>
                  <a:pt x="0" y="0"/>
                </a:moveTo>
                <a:cubicBezTo>
                  <a:pt x="142937" y="1696"/>
                  <a:pt x="371859" y="12840"/>
                  <a:pt x="528066" y="0"/>
                </a:cubicBezTo>
                <a:cubicBezTo>
                  <a:pt x="684273" y="-12840"/>
                  <a:pt x="928949" y="-5725"/>
                  <a:pt x="1207008" y="0"/>
                </a:cubicBezTo>
                <a:cubicBezTo>
                  <a:pt x="1485067" y="5725"/>
                  <a:pt x="1562886" y="-21331"/>
                  <a:pt x="1785366" y="0"/>
                </a:cubicBezTo>
                <a:cubicBezTo>
                  <a:pt x="2007846" y="21331"/>
                  <a:pt x="2056226" y="25221"/>
                  <a:pt x="2313432" y="0"/>
                </a:cubicBezTo>
                <a:cubicBezTo>
                  <a:pt x="2570638" y="-25221"/>
                  <a:pt x="2732455" y="16294"/>
                  <a:pt x="2992374" y="0"/>
                </a:cubicBezTo>
                <a:cubicBezTo>
                  <a:pt x="3252293" y="-16294"/>
                  <a:pt x="3319267" y="-29774"/>
                  <a:pt x="3621024" y="0"/>
                </a:cubicBezTo>
                <a:cubicBezTo>
                  <a:pt x="3922781" y="29774"/>
                  <a:pt x="3998107" y="-1004"/>
                  <a:pt x="4249674" y="0"/>
                </a:cubicBezTo>
                <a:cubicBezTo>
                  <a:pt x="4501241" y="1004"/>
                  <a:pt x="4792523" y="-4510"/>
                  <a:pt x="5029200" y="0"/>
                </a:cubicBezTo>
                <a:cubicBezTo>
                  <a:pt x="5029730" y="6954"/>
                  <a:pt x="5029934" y="12839"/>
                  <a:pt x="5029200" y="18288"/>
                </a:cubicBezTo>
                <a:cubicBezTo>
                  <a:pt x="4805432" y="23154"/>
                  <a:pt x="4715801" y="17034"/>
                  <a:pt x="4501134" y="18288"/>
                </a:cubicBezTo>
                <a:cubicBezTo>
                  <a:pt x="4286467" y="19542"/>
                  <a:pt x="4193719" y="41701"/>
                  <a:pt x="4023360" y="18288"/>
                </a:cubicBezTo>
                <a:cubicBezTo>
                  <a:pt x="3853001" y="-5125"/>
                  <a:pt x="3676466" y="16909"/>
                  <a:pt x="3344418" y="18288"/>
                </a:cubicBezTo>
                <a:cubicBezTo>
                  <a:pt x="3012370" y="19667"/>
                  <a:pt x="2945824" y="14410"/>
                  <a:pt x="2816352" y="18288"/>
                </a:cubicBezTo>
                <a:cubicBezTo>
                  <a:pt x="2686880" y="22166"/>
                  <a:pt x="2438351" y="13507"/>
                  <a:pt x="2137410" y="18288"/>
                </a:cubicBezTo>
                <a:cubicBezTo>
                  <a:pt x="1836469" y="23069"/>
                  <a:pt x="1581391" y="46111"/>
                  <a:pt x="1408176" y="18288"/>
                </a:cubicBezTo>
                <a:cubicBezTo>
                  <a:pt x="1234961" y="-9535"/>
                  <a:pt x="1040489" y="-7495"/>
                  <a:pt x="829818" y="18288"/>
                </a:cubicBezTo>
                <a:cubicBezTo>
                  <a:pt x="619147" y="44071"/>
                  <a:pt x="238626" y="37568"/>
                  <a:pt x="0" y="18288"/>
                </a:cubicBezTo>
                <a:cubicBezTo>
                  <a:pt x="-570" y="9279"/>
                  <a:pt x="132" y="5100"/>
                  <a:pt x="0" y="0"/>
                </a:cubicBezTo>
                <a:close/>
              </a:path>
              <a:path w="5029200" h="18288" stroke="0" extrusionOk="0">
                <a:moveTo>
                  <a:pt x="0" y="0"/>
                </a:moveTo>
                <a:cubicBezTo>
                  <a:pt x="165412" y="-21137"/>
                  <a:pt x="322344" y="-21985"/>
                  <a:pt x="578358" y="0"/>
                </a:cubicBezTo>
                <a:cubicBezTo>
                  <a:pt x="834372" y="21985"/>
                  <a:pt x="907099" y="-19195"/>
                  <a:pt x="1056132" y="0"/>
                </a:cubicBezTo>
                <a:cubicBezTo>
                  <a:pt x="1205165" y="19195"/>
                  <a:pt x="1612834" y="-24928"/>
                  <a:pt x="1785366" y="0"/>
                </a:cubicBezTo>
                <a:cubicBezTo>
                  <a:pt x="1957898" y="24928"/>
                  <a:pt x="2149044" y="19108"/>
                  <a:pt x="2363724" y="0"/>
                </a:cubicBezTo>
                <a:cubicBezTo>
                  <a:pt x="2578404" y="-19108"/>
                  <a:pt x="2759981" y="-21788"/>
                  <a:pt x="2942082" y="0"/>
                </a:cubicBezTo>
                <a:cubicBezTo>
                  <a:pt x="3124183" y="21788"/>
                  <a:pt x="3482217" y="8836"/>
                  <a:pt x="3671316" y="0"/>
                </a:cubicBezTo>
                <a:cubicBezTo>
                  <a:pt x="3860415" y="-8836"/>
                  <a:pt x="4058665" y="-25048"/>
                  <a:pt x="4199382" y="0"/>
                </a:cubicBezTo>
                <a:cubicBezTo>
                  <a:pt x="4340099" y="25048"/>
                  <a:pt x="4735096" y="-22088"/>
                  <a:pt x="5029200" y="0"/>
                </a:cubicBezTo>
                <a:cubicBezTo>
                  <a:pt x="5028517" y="5414"/>
                  <a:pt x="5028480" y="12510"/>
                  <a:pt x="5029200" y="18288"/>
                </a:cubicBezTo>
                <a:cubicBezTo>
                  <a:pt x="4891577" y="31493"/>
                  <a:pt x="4684146" y="-2509"/>
                  <a:pt x="4501134" y="18288"/>
                </a:cubicBezTo>
                <a:cubicBezTo>
                  <a:pt x="4318122" y="39085"/>
                  <a:pt x="4030703" y="3672"/>
                  <a:pt x="3872484" y="18288"/>
                </a:cubicBezTo>
                <a:cubicBezTo>
                  <a:pt x="3714265" y="32905"/>
                  <a:pt x="3546134" y="7501"/>
                  <a:pt x="3294126" y="18288"/>
                </a:cubicBezTo>
                <a:cubicBezTo>
                  <a:pt x="3042118" y="29075"/>
                  <a:pt x="2912116" y="11153"/>
                  <a:pt x="2564892" y="18288"/>
                </a:cubicBezTo>
                <a:cubicBezTo>
                  <a:pt x="2217668" y="25423"/>
                  <a:pt x="2095118" y="11659"/>
                  <a:pt x="1835658" y="18288"/>
                </a:cubicBezTo>
                <a:cubicBezTo>
                  <a:pt x="1576198" y="24917"/>
                  <a:pt x="1500897" y="19889"/>
                  <a:pt x="1307592" y="18288"/>
                </a:cubicBezTo>
                <a:cubicBezTo>
                  <a:pt x="1114287" y="16687"/>
                  <a:pt x="961527" y="47453"/>
                  <a:pt x="678942" y="18288"/>
                </a:cubicBezTo>
                <a:cubicBezTo>
                  <a:pt x="396357" y="-10877"/>
                  <a:pt x="271066" y="23005"/>
                  <a:pt x="0" y="18288"/>
                </a:cubicBezTo>
                <a:cubicBezTo>
                  <a:pt x="-306" y="11061"/>
                  <a:pt x="-655" y="7751"/>
                  <a:pt x="0" y="0"/>
                </a:cubicBezTo>
                <a:close/>
              </a:path>
            </a:pathLst>
          </a:custGeom>
          <a:solidFill>
            <a:srgbClr val="FFFFFF"/>
          </a:solidFill>
          <a:ln w="38100" cap="rnd">
            <a:solidFill>
              <a:srgbClr val="FFFFFF"/>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2"/>
          <p:cNvSpPr>
            <a:spLocks noGrp="1"/>
          </p:cNvSpPr>
          <p:nvPr>
            <p:ph idx="1"/>
          </p:nvPr>
        </p:nvSpPr>
        <p:spPr>
          <a:xfrm>
            <a:off x="5759450" y="2580005"/>
            <a:ext cx="5461000" cy="3635375"/>
          </a:xfrm>
        </p:spPr>
        <p:txBody>
          <a:bodyPr anchor="t">
            <a:normAutofit lnSpcReduction="20000"/>
          </a:bodyPr>
          <a:lstStyle/>
          <a:p>
            <a:pPr marL="0" indent="0">
              <a:buNone/>
            </a:pPr>
            <a:r>
              <a:rPr lang="en-US" altLang="en-US" sz="1500" dirty="0">
                <a:solidFill>
                  <a:srgbClr val="FFFFFF"/>
                </a:solidFill>
              </a:rPr>
              <a:t>The </a:t>
            </a:r>
            <a:r>
              <a:rPr lang="en-US" altLang="en-US" sz="1500" b="1" dirty="0">
                <a:solidFill>
                  <a:srgbClr val="FFFFFF"/>
                </a:solidFill>
              </a:rPr>
              <a:t>backend</a:t>
            </a:r>
            <a:r>
              <a:rPr lang="en-US" altLang="en-US" sz="1500" dirty="0">
                <a:solidFill>
                  <a:srgbClr val="FFFFFF"/>
                </a:solidFill>
              </a:rPr>
              <a:t> is the server-side part of the application, responsible for handling, storing, and transmitting data between the frontend and the database. We created the API endpoints using </a:t>
            </a:r>
            <a:r>
              <a:rPr lang="en-US" altLang="en-US" sz="1500" b="1" dirty="0">
                <a:solidFill>
                  <a:srgbClr val="FFFFFF"/>
                </a:solidFill>
              </a:rPr>
              <a:t>ASP.NET Core Web API</a:t>
            </a:r>
            <a:r>
              <a:rPr lang="en-US" altLang="en-US" sz="1500" dirty="0">
                <a:solidFill>
                  <a:srgbClr val="FFFFFF"/>
                </a:solidFill>
              </a:rPr>
              <a:t>, which enable the proper functioning of the application.</a:t>
            </a:r>
            <a:endParaRPr lang="en-US" altLang="en-US" sz="1500" dirty="0">
              <a:solidFill>
                <a:srgbClr val="FFFFFF"/>
              </a:solidFill>
            </a:endParaRPr>
          </a:p>
          <a:p>
            <a:pPr marL="0" indent="0">
              <a:buNone/>
            </a:pPr>
            <a:r>
              <a:rPr lang="en-US" altLang="en-US" sz="1500" b="1" dirty="0">
                <a:solidFill>
                  <a:srgbClr val="FFFFFF"/>
                </a:solidFill>
              </a:rPr>
              <a:t>The Role of the Backend in the Application</a:t>
            </a:r>
            <a:endParaRPr lang="en-US" altLang="en-US" sz="1500" b="1" dirty="0">
              <a:solidFill>
                <a:srgbClr val="FFFFFF"/>
              </a:solidFill>
            </a:endParaRPr>
          </a:p>
          <a:p>
            <a:pPr marL="0" indent="0">
              <a:buNone/>
            </a:pPr>
            <a:r>
              <a:rPr lang="en-US" altLang="en-US" sz="1500" b="1" dirty="0">
                <a:solidFill>
                  <a:srgbClr val="FFFFFF"/>
                </a:solidFill>
              </a:rPr>
              <a:t>Data Management:</a:t>
            </a:r>
            <a:r>
              <a:rPr lang="en-US" altLang="en-US" sz="1500" dirty="0">
                <a:solidFill>
                  <a:srgbClr val="FFFFFF"/>
                </a:solidFill>
              </a:rPr>
              <a:t> Storing and managing data for movies, series, and user information.</a:t>
            </a:r>
            <a:endParaRPr lang="en-US" altLang="en-US" sz="1500" dirty="0">
              <a:solidFill>
                <a:srgbClr val="FFFFFF"/>
              </a:solidFill>
            </a:endParaRPr>
          </a:p>
          <a:p>
            <a:pPr marL="0" indent="0">
              <a:buNone/>
            </a:pPr>
            <a:br>
              <a:rPr lang="hu-HU" sz="1500" dirty="0">
                <a:solidFill>
                  <a:srgbClr val="FFFFFF"/>
                </a:solidFill>
              </a:rPr>
            </a:br>
            <a:r>
              <a:rPr lang="en-US" altLang="en-US" sz="1500" b="1" dirty="0">
                <a:solidFill>
                  <a:srgbClr val="FFFFFF"/>
                </a:solidFill>
              </a:rPr>
              <a:t>Authentication and Authorization:</a:t>
            </a:r>
            <a:r>
              <a:rPr lang="en-US" altLang="en-US" sz="1500" dirty="0">
                <a:solidFill>
                  <a:srgbClr val="FFFFFF"/>
                </a:solidFill>
              </a:rPr>
              <a:t> User login and access control management.</a:t>
            </a:r>
            <a:endParaRPr lang="en-US" altLang="en-US" sz="1500" dirty="0">
              <a:solidFill>
                <a:srgbClr val="FFFFFF"/>
              </a:solidFill>
            </a:endParaRPr>
          </a:p>
          <a:p>
            <a:pPr marL="0" indent="0">
              <a:buNone/>
            </a:pPr>
            <a:br>
              <a:rPr lang="hu-HU" sz="1500" dirty="0">
                <a:solidFill>
                  <a:srgbClr val="FFFFFF"/>
                </a:solidFill>
              </a:rPr>
            </a:br>
            <a:r>
              <a:rPr lang="en-US" altLang="en-US" sz="1500" b="1" dirty="0">
                <a:solidFill>
                  <a:srgbClr val="FFFFFF"/>
                </a:solidFill>
              </a:rPr>
              <a:t>Database Connection: </a:t>
            </a:r>
            <a:r>
              <a:rPr lang="en-US" altLang="en-US" sz="1500" dirty="0">
                <a:solidFill>
                  <a:srgbClr val="FFFFFF"/>
                </a:solidFill>
              </a:rPr>
              <a:t>Communication between the application and the MySQL database.</a:t>
            </a:r>
            <a:endParaRPr lang="en-US" altLang="en-US" sz="1500" b="1" dirty="0">
              <a:solidFill>
                <a:srgbClr val="FFFFFF"/>
              </a:solidFill>
            </a:endParaRPr>
          </a:p>
          <a:p>
            <a:pPr marL="0" indent="0">
              <a:buNone/>
            </a:pPr>
            <a:r>
              <a:rPr lang="en-US" altLang="en-US" sz="1500" b="1" dirty="0" err="1">
                <a:solidFill>
                  <a:srgbClr val="FFFFFF"/>
                </a:solidFill>
              </a:rPr>
              <a:t>Executing Business Logic:</a:t>
            </a:r>
            <a:r>
              <a:rPr lang="en-US" altLang="en-US" sz="1500" dirty="0" err="1">
                <a:solidFill>
                  <a:srgbClr val="FFFFFF"/>
                </a:solidFill>
              </a:rPr>
              <a:t> Validating, modifying, and processing data.</a:t>
            </a:r>
            <a:endParaRPr lang="hu-HU" sz="1500" dirty="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p:cNvSpPr>
            <a:spLocks noGrp="1" noRot="1" noChangeAspect="1" noMove="1" noResize="1" noEditPoints="1" noAdjustHandles="1" noChangeArrowheads="1" noChangeShapeType="1" noTextEdit="1"/>
          </p:cNvSpPr>
          <p:nvPr/>
        </p:nvSpPr>
        <p:spPr>
          <a:xfrm>
            <a:off x="0" y="1918174"/>
            <a:ext cx="12192000" cy="4939827"/>
          </a:xfrm>
          <a:custGeom>
            <a:avLst/>
            <a:gdLst>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499101 w 12192000"/>
              <a:gd name="connsiteY144" fmla="*/ 232983 h 4939827"/>
              <a:gd name="connsiteX145" fmla="*/ 4558432 w 12192000"/>
              <a:gd name="connsiteY145" fmla="*/ 269194 h 4939827"/>
              <a:gd name="connsiteX146" fmla="*/ 4635061 w 12192000"/>
              <a:gd name="connsiteY146" fmla="*/ 280682 h 4939827"/>
              <a:gd name="connsiteX147" fmla="*/ 4680829 w 12192000"/>
              <a:gd name="connsiteY147" fmla="*/ 287953 h 4939827"/>
              <a:gd name="connsiteX148" fmla="*/ 4807427 w 12192000"/>
              <a:gd name="connsiteY148" fmla="*/ 276835 h 4939827"/>
              <a:gd name="connsiteX149" fmla="*/ 5028933 w 12192000"/>
              <a:gd name="connsiteY149" fmla="*/ 183887 h 4939827"/>
              <a:gd name="connsiteX150" fmla="*/ 5093642 w 12192000"/>
              <a:gd name="connsiteY150" fmla="*/ 177214 h 4939827"/>
              <a:gd name="connsiteX151" fmla="*/ 5102642 w 12192000"/>
              <a:gd name="connsiteY151" fmla="*/ 186816 h 4939827"/>
              <a:gd name="connsiteX152" fmla="*/ 5193590 w 12192000"/>
              <a:gd name="connsiteY152" fmla="*/ 136361 h 4939827"/>
              <a:gd name="connsiteX153" fmla="*/ 5323922 w 12192000"/>
              <a:gd name="connsiteY153" fmla="*/ 146332 h 4939827"/>
              <a:gd name="connsiteX154" fmla="*/ 5421860 w 12192000"/>
              <a:gd name="connsiteY154" fmla="*/ 167298 h 4939827"/>
              <a:gd name="connsiteX155" fmla="*/ 5476948 w 12192000"/>
              <a:gd name="connsiteY155" fmla="*/ 173249 h 4939827"/>
              <a:gd name="connsiteX156" fmla="*/ 5516842 w 12192000"/>
              <a:gd name="connsiteY156" fmla="*/ 184018 h 4939827"/>
              <a:gd name="connsiteX157" fmla="*/ 5619415 w 12192000"/>
              <a:gd name="connsiteY157" fmla="*/ 176781 h 4939827"/>
              <a:gd name="connsiteX158" fmla="*/ 5789867 w 12192000"/>
              <a:gd name="connsiteY158" fmla="*/ 150304 h 4939827"/>
              <a:gd name="connsiteX159" fmla="*/ 5825953 w 12192000"/>
              <a:gd name="connsiteY159" fmla="*/ 147907 h 4939827"/>
              <a:gd name="connsiteX160" fmla="*/ 5856168 w 12192000"/>
              <a:gd name="connsiteY160" fmla="*/ 158719 h 4939827"/>
              <a:gd name="connsiteX161" fmla="*/ 5862476 w 12192000"/>
              <a:gd name="connsiteY161" fmla="*/ 172447 h 4939827"/>
              <a:gd name="connsiteX162" fmla="*/ 5882195 w 12192000"/>
              <a:gd name="connsiteY162" fmla="*/ 173195 h 4939827"/>
              <a:gd name="connsiteX163" fmla="*/ 5887271 w 12192000"/>
              <a:gd name="connsiteY163" fmla="*/ 176084 h 4939827"/>
              <a:gd name="connsiteX164" fmla="*/ 5916552 w 12192000"/>
              <a:gd name="connsiteY164" fmla="*/ 189955 h 4939827"/>
              <a:gd name="connsiteX165" fmla="*/ 5983240 w 12192000"/>
              <a:gd name="connsiteY165" fmla="*/ 152755 h 4939827"/>
              <a:gd name="connsiteX166" fmla="*/ 6061852 w 12192000"/>
              <a:gd name="connsiteY166" fmla="*/ 161953 h 4939827"/>
              <a:gd name="connsiteX167" fmla="*/ 6408386 w 12192000"/>
              <a:gd name="connsiteY167" fmla="*/ 157590 h 4939827"/>
              <a:gd name="connsiteX168" fmla="*/ 6531386 w 12192000"/>
              <a:gd name="connsiteY168" fmla="*/ 156103 h 4939827"/>
              <a:gd name="connsiteX169" fmla="*/ 6721509 w 12192000"/>
              <a:gd name="connsiteY169" fmla="*/ 54829 h 4939827"/>
              <a:gd name="connsiteX170" fmla="*/ 6947884 w 12192000"/>
              <a:gd name="connsiteY170" fmla="*/ 47587 h 4939827"/>
              <a:gd name="connsiteX171" fmla="*/ 6965101 w 12192000"/>
              <a:gd name="connsiteY171" fmla="*/ 25718 h 4939827"/>
              <a:gd name="connsiteX172" fmla="*/ 6986370 w 12192000"/>
              <a:gd name="connsiteY172" fmla="*/ 12659 h 4939827"/>
              <a:gd name="connsiteX173" fmla="*/ 6989536 w 12192000"/>
              <a:gd name="connsiteY173" fmla="*/ 14528 h 4939827"/>
              <a:gd name="connsiteX174" fmla="*/ 7015933 w 12192000"/>
              <a:gd name="connsiteY174" fmla="*/ 9653 h 4939827"/>
              <a:gd name="connsiteX175" fmla="*/ 7020592 w 12192000"/>
              <a:gd name="connsiteY175" fmla="*/ 1651 h 4939827"/>
              <a:gd name="connsiteX0-1" fmla="*/ 7025905 w 12192000"/>
              <a:gd name="connsiteY0-2" fmla="*/ 0 h 4939827"/>
              <a:gd name="connsiteX1-3" fmla="*/ 7032579 w 12192000"/>
              <a:gd name="connsiteY1-4" fmla="*/ 2808 h 4939827"/>
              <a:gd name="connsiteX2-5" fmla="*/ 7079505 w 12192000"/>
              <a:gd name="connsiteY2-6" fmla="*/ 12971 h 4939827"/>
              <a:gd name="connsiteX3-7" fmla="*/ 7158791 w 12192000"/>
              <a:gd name="connsiteY3-8" fmla="*/ 12462 h 4939827"/>
              <a:gd name="connsiteX4-9" fmla="*/ 7233338 w 12192000"/>
              <a:gd name="connsiteY4-10" fmla="*/ 24846 h 4939827"/>
              <a:gd name="connsiteX5-11" fmla="*/ 7259791 w 12192000"/>
              <a:gd name="connsiteY5-12" fmla="*/ 29557 h 4939827"/>
              <a:gd name="connsiteX6-13" fmla="*/ 7263923 w 12192000"/>
              <a:gd name="connsiteY6-14" fmla="*/ 35029 h 4939827"/>
              <a:gd name="connsiteX7-15" fmla="*/ 7281549 w 12192000"/>
              <a:gd name="connsiteY7-16" fmla="*/ 39654 h 4939827"/>
              <a:gd name="connsiteX8-17" fmla="*/ 7374735 w 12192000"/>
              <a:gd name="connsiteY8-18" fmla="*/ 65326 h 4939827"/>
              <a:gd name="connsiteX9-19" fmla="*/ 7376078 w 12192000"/>
              <a:gd name="connsiteY9-20" fmla="*/ 63849 h 4939827"/>
              <a:gd name="connsiteX10-21" fmla="*/ 7402026 w 12192000"/>
              <a:gd name="connsiteY10-22" fmla="*/ 60308 h 4939827"/>
              <a:gd name="connsiteX11-23" fmla="*/ 7415091 w 12192000"/>
              <a:gd name="connsiteY11-24" fmla="*/ 77403 h 4939827"/>
              <a:gd name="connsiteX12-25" fmla="*/ 7443464 w 12192000"/>
              <a:gd name="connsiteY12-26" fmla="*/ 68367 h 4939827"/>
              <a:gd name="connsiteX13-27" fmla="*/ 7588044 w 12192000"/>
              <a:gd name="connsiteY13-28" fmla="*/ 110756 h 4939827"/>
              <a:gd name="connsiteX14-29" fmla="*/ 7732750 w 12192000"/>
              <a:gd name="connsiteY14-30" fmla="*/ 145456 h 4939827"/>
              <a:gd name="connsiteX15-31" fmla="*/ 7785900 w 12192000"/>
              <a:gd name="connsiteY15-32" fmla="*/ 154493 h 4939827"/>
              <a:gd name="connsiteX16-33" fmla="*/ 7877301 w 12192000"/>
              <a:gd name="connsiteY16-34" fmla="*/ 186153 h 4939827"/>
              <a:gd name="connsiteX17-35" fmla="*/ 7937675 w 12192000"/>
              <a:gd name="connsiteY17-36" fmla="*/ 204438 h 4939827"/>
              <a:gd name="connsiteX18-37" fmla="*/ 7952584 w 12192000"/>
              <a:gd name="connsiteY18-38" fmla="*/ 170181 h 4939827"/>
              <a:gd name="connsiteX19-39" fmla="*/ 8009534 w 12192000"/>
              <a:gd name="connsiteY19-40" fmla="*/ 176441 h 4939827"/>
              <a:gd name="connsiteX20-41" fmla="*/ 8058681 w 12192000"/>
              <a:gd name="connsiteY20-42" fmla="*/ 219431 h 4939827"/>
              <a:gd name="connsiteX21-43" fmla="*/ 8126175 w 12192000"/>
              <a:gd name="connsiteY21-44" fmla="*/ 240005 h 4939827"/>
              <a:gd name="connsiteX22-45" fmla="*/ 8166439 w 12192000"/>
              <a:gd name="connsiteY22-46" fmla="*/ 252699 h 4939827"/>
              <a:gd name="connsiteX23-47" fmla="*/ 8281371 w 12192000"/>
              <a:gd name="connsiteY23-48" fmla="*/ 256875 h 4939827"/>
              <a:gd name="connsiteX24-49" fmla="*/ 8381609 w 12192000"/>
              <a:gd name="connsiteY24-50" fmla="*/ 240618 h 4939827"/>
              <a:gd name="connsiteX25-51" fmla="*/ 8406759 w 12192000"/>
              <a:gd name="connsiteY25-52" fmla="*/ 232517 h 4939827"/>
              <a:gd name="connsiteX26-53" fmla="*/ 8426506 w 12192000"/>
              <a:gd name="connsiteY26-54" fmla="*/ 241842 h 4939827"/>
              <a:gd name="connsiteX27-55" fmla="*/ 8427949 w 12192000"/>
              <a:gd name="connsiteY27-56" fmla="*/ 240981 h 4939827"/>
              <a:gd name="connsiteX28-57" fmla="*/ 8441468 w 12192000"/>
              <a:gd name="connsiteY28-58" fmla="*/ 241157 h 4939827"/>
              <a:gd name="connsiteX29-59" fmla="*/ 8565757 w 12192000"/>
              <a:gd name="connsiteY29-60" fmla="*/ 255317 h 4939827"/>
              <a:gd name="connsiteX30-61" fmla="*/ 8573171 w 12192000"/>
              <a:gd name="connsiteY30-62" fmla="*/ 258426 h 4939827"/>
              <a:gd name="connsiteX31-63" fmla="*/ 8573548 w 12192000"/>
              <a:gd name="connsiteY31-64" fmla="*/ 258241 h 4939827"/>
              <a:gd name="connsiteX32-65" fmla="*/ 8581827 w 12192000"/>
              <a:gd name="connsiteY32-66" fmla="*/ 261028 h 4939827"/>
              <a:gd name="connsiteX33-67" fmla="*/ 8586687 w 12192000"/>
              <a:gd name="connsiteY33-68" fmla="*/ 264089 h 4939827"/>
              <a:gd name="connsiteX34-69" fmla="*/ 8601067 w 12192000"/>
              <a:gd name="connsiteY34-70" fmla="*/ 270114 h 4939827"/>
              <a:gd name="connsiteX35-71" fmla="*/ 8672650 w 12192000"/>
              <a:gd name="connsiteY35-72" fmla="*/ 254821 h 4939827"/>
              <a:gd name="connsiteX36-73" fmla="*/ 8785543 w 12192000"/>
              <a:gd name="connsiteY36-74" fmla="*/ 263406 h 4939827"/>
              <a:gd name="connsiteX37-75" fmla="*/ 8830588 w 12192000"/>
              <a:gd name="connsiteY37-76" fmla="*/ 265483 h 4939827"/>
              <a:gd name="connsiteX38-77" fmla="*/ 8905142 w 12192000"/>
              <a:gd name="connsiteY38-78" fmla="*/ 264958 h 4939827"/>
              <a:gd name="connsiteX39-79" fmla="*/ 8968582 w 12192000"/>
              <a:gd name="connsiteY39-80" fmla="*/ 262728 h 4939827"/>
              <a:gd name="connsiteX40-81" fmla="*/ 8972994 w 12192000"/>
              <a:gd name="connsiteY40-82" fmla="*/ 263284 h 4939827"/>
              <a:gd name="connsiteX41-83" fmla="*/ 9004605 w 12192000"/>
              <a:gd name="connsiteY41-84" fmla="*/ 258041 h 4939827"/>
              <a:gd name="connsiteX42-85" fmla="*/ 9016165 w 12192000"/>
              <a:gd name="connsiteY42-86" fmla="*/ 261258 h 4939827"/>
              <a:gd name="connsiteX43-87" fmla="*/ 9043297 w 12192000"/>
              <a:gd name="connsiteY43-88" fmla="*/ 281547 h 4939827"/>
              <a:gd name="connsiteX44-89" fmla="*/ 9048315 w 12192000"/>
              <a:gd name="connsiteY44-90" fmla="*/ 279264 h 4939827"/>
              <a:gd name="connsiteX45-91" fmla="*/ 9054706 w 12192000"/>
              <a:gd name="connsiteY45-92" fmla="*/ 278538 h 4939827"/>
              <a:gd name="connsiteX46-93" fmla="*/ 9070919 w 12192000"/>
              <a:gd name="connsiteY46-94" fmla="*/ 281810 h 4939827"/>
              <a:gd name="connsiteX47-95" fmla="*/ 9076813 w 12192000"/>
              <a:gd name="connsiteY47-96" fmla="*/ 283909 h 4939827"/>
              <a:gd name="connsiteX48-97" fmla="*/ 9085871 w 12192000"/>
              <a:gd name="connsiteY48-98" fmla="*/ 285133 h 4939827"/>
              <a:gd name="connsiteX49-99" fmla="*/ 9086159 w 12192000"/>
              <a:gd name="connsiteY49-100" fmla="*/ 284887 h 4939827"/>
              <a:gd name="connsiteX50-101" fmla="*/ 9134606 w 12192000"/>
              <a:gd name="connsiteY50-102" fmla="*/ 288168 h 4939827"/>
              <a:gd name="connsiteX51-103" fmla="*/ 9195590 w 12192000"/>
              <a:gd name="connsiteY51-104" fmla="*/ 279568 h 4939827"/>
              <a:gd name="connsiteX52-105" fmla="*/ 9219336 w 12192000"/>
              <a:gd name="connsiteY52-106" fmla="*/ 278133 h 4939827"/>
              <a:gd name="connsiteX53-107" fmla="*/ 9232362 w 12192000"/>
              <a:gd name="connsiteY53-108" fmla="*/ 275894 h 4939827"/>
              <a:gd name="connsiteX54-109" fmla="*/ 9233396 w 12192000"/>
              <a:gd name="connsiteY54-110" fmla="*/ 274803 h 4939827"/>
              <a:gd name="connsiteX55-111" fmla="*/ 9256213 w 12192000"/>
              <a:gd name="connsiteY55-112" fmla="*/ 281576 h 4939827"/>
              <a:gd name="connsiteX56-113" fmla="*/ 9262377 w 12192000"/>
              <a:gd name="connsiteY56-114" fmla="*/ 286635 h 4939827"/>
              <a:gd name="connsiteX57-115" fmla="*/ 9287089 w 12192000"/>
              <a:gd name="connsiteY57-116" fmla="*/ 303891 h 4939827"/>
              <a:gd name="connsiteX58-117" fmla="*/ 9371484 w 12192000"/>
              <a:gd name="connsiteY58-118" fmla="*/ 329634 h 4939827"/>
              <a:gd name="connsiteX59-119" fmla="*/ 9404829 w 12192000"/>
              <a:gd name="connsiteY59-120" fmla="*/ 339038 h 4939827"/>
              <a:gd name="connsiteX60-121" fmla="*/ 9427021 w 12192000"/>
              <a:gd name="connsiteY60-122" fmla="*/ 358784 h 4939827"/>
              <a:gd name="connsiteX61-123" fmla="*/ 9670844 w 12192000"/>
              <a:gd name="connsiteY61-124" fmla="*/ 405128 h 4939827"/>
              <a:gd name="connsiteX62-125" fmla="*/ 9816083 w 12192000"/>
              <a:gd name="connsiteY62-126" fmla="*/ 416573 h 4939827"/>
              <a:gd name="connsiteX63-127" fmla="*/ 9936741 w 12192000"/>
              <a:gd name="connsiteY63-128" fmla="*/ 437044 h 4939827"/>
              <a:gd name="connsiteX64-129" fmla="*/ 10050093 w 12192000"/>
              <a:gd name="connsiteY64-130" fmla="*/ 443783 h 4939827"/>
              <a:gd name="connsiteX65-131" fmla="*/ 10130090 w 12192000"/>
              <a:gd name="connsiteY65-132" fmla="*/ 459520 h 4939827"/>
              <a:gd name="connsiteX66-133" fmla="*/ 10173456 w 12192000"/>
              <a:gd name="connsiteY66-134" fmla="*/ 457749 h 4939827"/>
              <a:gd name="connsiteX67-135" fmla="*/ 10218232 w 12192000"/>
              <a:gd name="connsiteY67-136" fmla="*/ 459820 h 4939827"/>
              <a:gd name="connsiteX68-137" fmla="*/ 10354176 w 12192000"/>
              <a:gd name="connsiteY68-138" fmla="*/ 471377 h 4939827"/>
              <a:gd name="connsiteX69-139" fmla="*/ 10430681 w 12192000"/>
              <a:gd name="connsiteY69-140" fmla="*/ 481226 h 4939827"/>
              <a:gd name="connsiteX70-141" fmla="*/ 10478169 w 12192000"/>
              <a:gd name="connsiteY70-142" fmla="*/ 481774 h 4939827"/>
              <a:gd name="connsiteX71-143" fmla="*/ 10540907 w 12192000"/>
              <a:gd name="connsiteY71-144" fmla="*/ 485607 h 4939827"/>
              <a:gd name="connsiteX72-145" fmla="*/ 10614941 w 12192000"/>
              <a:gd name="connsiteY72-146" fmla="*/ 487592 h 4939827"/>
              <a:gd name="connsiteX73-147" fmla="*/ 10674098 w 12192000"/>
              <a:gd name="connsiteY73-148" fmla="*/ 521656 h 4939827"/>
              <a:gd name="connsiteX74-149" fmla="*/ 10874834 w 12192000"/>
              <a:gd name="connsiteY74-150" fmla="*/ 574867 h 4939827"/>
              <a:gd name="connsiteX75-151" fmla="*/ 10944981 w 12192000"/>
              <a:gd name="connsiteY75-152" fmla="*/ 615042 h 4939827"/>
              <a:gd name="connsiteX76-153" fmla="*/ 11006376 w 12192000"/>
              <a:gd name="connsiteY76-154" fmla="*/ 645957 h 4939827"/>
              <a:gd name="connsiteX77-155" fmla="*/ 11076308 w 12192000"/>
              <a:gd name="connsiteY77-156" fmla="*/ 675698 h 4939827"/>
              <a:gd name="connsiteX78-157" fmla="*/ 11148789 w 12192000"/>
              <a:gd name="connsiteY78-158" fmla="*/ 685041 h 4939827"/>
              <a:gd name="connsiteX79-159" fmla="*/ 11249129 w 12192000"/>
              <a:gd name="connsiteY79-160" fmla="*/ 684218 h 4939827"/>
              <a:gd name="connsiteX80-161" fmla="*/ 11299915 w 12192000"/>
              <a:gd name="connsiteY80-162" fmla="*/ 692177 h 4939827"/>
              <a:gd name="connsiteX81-163" fmla="*/ 11386973 w 12192000"/>
              <a:gd name="connsiteY81-164" fmla="*/ 708209 h 4939827"/>
              <a:gd name="connsiteX82-165" fmla="*/ 11500105 w 12192000"/>
              <a:gd name="connsiteY82-166" fmla="*/ 735014 h 4939827"/>
              <a:gd name="connsiteX83-167" fmla="*/ 11621735 w 12192000"/>
              <a:gd name="connsiteY83-168" fmla="*/ 789584 h 4939827"/>
              <a:gd name="connsiteX84-169" fmla="*/ 11691200 w 12192000"/>
              <a:gd name="connsiteY84-170" fmla="*/ 867902 h 4939827"/>
              <a:gd name="connsiteX85-171" fmla="*/ 11819427 w 12192000"/>
              <a:gd name="connsiteY85-172" fmla="*/ 911634 h 4939827"/>
              <a:gd name="connsiteX86-173" fmla="*/ 11969720 w 12192000"/>
              <a:gd name="connsiteY86-174" fmla="*/ 964737 h 4939827"/>
              <a:gd name="connsiteX87-175" fmla="*/ 12055766 w 12192000"/>
              <a:gd name="connsiteY87-176" fmla="*/ 991268 h 4939827"/>
              <a:gd name="connsiteX88-177" fmla="*/ 12171539 w 12192000"/>
              <a:gd name="connsiteY88-178" fmla="*/ 995427 h 4939827"/>
              <a:gd name="connsiteX89-179" fmla="*/ 12187831 w 12192000"/>
              <a:gd name="connsiteY89-180" fmla="*/ 996580 h 4939827"/>
              <a:gd name="connsiteX90-181" fmla="*/ 12192000 w 12192000"/>
              <a:gd name="connsiteY90-182" fmla="*/ 996726 h 4939827"/>
              <a:gd name="connsiteX91-183" fmla="*/ 12192000 w 12192000"/>
              <a:gd name="connsiteY91-184" fmla="*/ 4939827 h 4939827"/>
              <a:gd name="connsiteX92-185" fmla="*/ 0 w 12192000"/>
              <a:gd name="connsiteY92-186" fmla="*/ 4939827 h 4939827"/>
              <a:gd name="connsiteX93-187" fmla="*/ 0 w 12192000"/>
              <a:gd name="connsiteY93-188" fmla="*/ 512043 h 4939827"/>
              <a:gd name="connsiteX94-189" fmla="*/ 7381 w 12192000"/>
              <a:gd name="connsiteY94-190" fmla="*/ 512580 h 4939827"/>
              <a:gd name="connsiteX95-191" fmla="*/ 100029 w 12192000"/>
              <a:gd name="connsiteY95-192" fmla="*/ 504758 h 4939827"/>
              <a:gd name="connsiteX96-193" fmla="*/ 155244 w 12192000"/>
              <a:gd name="connsiteY96-194" fmla="*/ 525130 h 4939827"/>
              <a:gd name="connsiteX97-195" fmla="*/ 254366 w 12192000"/>
              <a:gd name="connsiteY97-196" fmla="*/ 534449 h 4939827"/>
              <a:gd name="connsiteX98-197" fmla="*/ 447292 w 12192000"/>
              <a:gd name="connsiteY98-198" fmla="*/ 542725 h 4939827"/>
              <a:gd name="connsiteX99-199" fmla="*/ 628105 w 12192000"/>
              <a:gd name="connsiteY99-200" fmla="*/ 547853 h 4939827"/>
              <a:gd name="connsiteX100-201" fmla="*/ 783146 w 12192000"/>
              <a:gd name="connsiteY100-202" fmla="*/ 591799 h 4939827"/>
              <a:gd name="connsiteX101-203" fmla="*/ 1043676 w 12192000"/>
              <a:gd name="connsiteY101-204" fmla="*/ 591887 h 4939827"/>
              <a:gd name="connsiteX102-205" fmla="*/ 1281816 w 12192000"/>
              <a:gd name="connsiteY102-206" fmla="*/ 520946 h 4939827"/>
              <a:gd name="connsiteX103-207" fmla="*/ 1486347 w 12192000"/>
              <a:gd name="connsiteY103-208" fmla="*/ 487310 h 4939827"/>
              <a:gd name="connsiteX104-209" fmla="*/ 1568079 w 12192000"/>
              <a:gd name="connsiteY104-210" fmla="*/ 462531 h 4939827"/>
              <a:gd name="connsiteX105-211" fmla="*/ 1622516 w 12192000"/>
              <a:gd name="connsiteY105-212" fmla="*/ 466058 h 4939827"/>
              <a:gd name="connsiteX106-213" fmla="*/ 1655457 w 12192000"/>
              <a:gd name="connsiteY106-214" fmla="*/ 465359 h 4939827"/>
              <a:gd name="connsiteX107-215" fmla="*/ 1717454 w 12192000"/>
              <a:gd name="connsiteY107-216" fmla="*/ 417203 h 4939827"/>
              <a:gd name="connsiteX108-217" fmla="*/ 1913794 w 12192000"/>
              <a:gd name="connsiteY108-218" fmla="*/ 365255 h 4939827"/>
              <a:gd name="connsiteX109-219" fmla="*/ 2129762 w 12192000"/>
              <a:gd name="connsiteY109-220" fmla="*/ 367832 h 4939827"/>
              <a:gd name="connsiteX110-221" fmla="*/ 2376970 w 12192000"/>
              <a:gd name="connsiteY110-222" fmla="*/ 350129 h 4939827"/>
              <a:gd name="connsiteX111-223" fmla="*/ 2480155 w 12192000"/>
              <a:gd name="connsiteY111-224" fmla="*/ 359227 h 4939827"/>
              <a:gd name="connsiteX112-225" fmla="*/ 2586782 w 12192000"/>
              <a:gd name="connsiteY112-226" fmla="*/ 339352 h 4939827"/>
              <a:gd name="connsiteX113-227" fmla="*/ 2654496 w 12192000"/>
              <a:gd name="connsiteY113-228" fmla="*/ 315431 h 4939827"/>
              <a:gd name="connsiteX114-229" fmla="*/ 2788947 w 12192000"/>
              <a:gd name="connsiteY114-230" fmla="*/ 250375 h 4939827"/>
              <a:gd name="connsiteX115-231" fmla="*/ 2885389 w 12192000"/>
              <a:gd name="connsiteY115-232" fmla="*/ 255259 h 4939827"/>
              <a:gd name="connsiteX116-233" fmla="*/ 3045916 w 12192000"/>
              <a:gd name="connsiteY116-234" fmla="*/ 261030 h 4939827"/>
              <a:gd name="connsiteX117-235" fmla="*/ 3074187 w 12192000"/>
              <a:gd name="connsiteY117-236" fmla="*/ 243226 h 4939827"/>
              <a:gd name="connsiteX118-237" fmla="*/ 3103677 w 12192000"/>
              <a:gd name="connsiteY118-238" fmla="*/ 209527 h 4939827"/>
              <a:gd name="connsiteX119-239" fmla="*/ 3126759 w 12192000"/>
              <a:gd name="connsiteY119-240" fmla="*/ 211226 h 4939827"/>
              <a:gd name="connsiteX120-241" fmla="*/ 3164020 w 12192000"/>
              <a:gd name="connsiteY120-242" fmla="*/ 212779 h 4939827"/>
              <a:gd name="connsiteX121-243" fmla="*/ 3285019 w 12192000"/>
              <a:gd name="connsiteY121-244" fmla="*/ 220535 h 4939827"/>
              <a:gd name="connsiteX122-245" fmla="*/ 3365154 w 12192000"/>
              <a:gd name="connsiteY122-246" fmla="*/ 226416 h 4939827"/>
              <a:gd name="connsiteX123-247" fmla="*/ 3367507 w 12192000"/>
              <a:gd name="connsiteY123-248" fmla="*/ 225416 h 4939827"/>
              <a:gd name="connsiteX124-249" fmla="*/ 3387567 w 12192000"/>
              <a:gd name="connsiteY124-250" fmla="*/ 227103 h 4939827"/>
              <a:gd name="connsiteX125-251" fmla="*/ 3424753 w 12192000"/>
              <a:gd name="connsiteY125-252" fmla="*/ 244380 h 4939827"/>
              <a:gd name="connsiteX126-253" fmla="*/ 3498001 w 12192000"/>
              <a:gd name="connsiteY126-254" fmla="*/ 231941 h 4939827"/>
              <a:gd name="connsiteX127-255" fmla="*/ 3561557 w 12192000"/>
              <a:gd name="connsiteY127-256" fmla="*/ 228095 h 4939827"/>
              <a:gd name="connsiteX128-257" fmla="*/ 3611920 w 12192000"/>
              <a:gd name="connsiteY128-258" fmla="*/ 218094 h 4939827"/>
              <a:gd name="connsiteX129-259" fmla="*/ 3620528 w 12192000"/>
              <a:gd name="connsiteY129-260" fmla="*/ 218788 h 4939827"/>
              <a:gd name="connsiteX130-261" fmla="*/ 3620766 w 12192000"/>
              <a:gd name="connsiteY130-262" fmla="*/ 218511 h 4939827"/>
              <a:gd name="connsiteX131-263" fmla="*/ 3629977 w 12192000"/>
              <a:gd name="connsiteY131-264" fmla="*/ 218664 h 4939827"/>
              <a:gd name="connsiteX132-265" fmla="*/ 3636217 w 12192000"/>
              <a:gd name="connsiteY132-266" fmla="*/ 220048 h 4939827"/>
              <a:gd name="connsiteX133-267" fmla="*/ 3709484 w 12192000"/>
              <a:gd name="connsiteY133-268" fmla="*/ 186927 h 4939827"/>
              <a:gd name="connsiteX134-269" fmla="*/ 3761342 w 12192000"/>
              <a:gd name="connsiteY134-270" fmla="*/ 177474 h 4939827"/>
              <a:gd name="connsiteX135-271" fmla="*/ 3799748 w 12192000"/>
              <a:gd name="connsiteY135-272" fmla="*/ 167154 h 4939827"/>
              <a:gd name="connsiteX136-273" fmla="*/ 3812225 w 12192000"/>
              <a:gd name="connsiteY136-274" fmla="*/ 189020 h 4939827"/>
              <a:gd name="connsiteX137-275" fmla="*/ 3864537 w 12192000"/>
              <a:gd name="connsiteY137-276" fmla="*/ 200742 h 4939827"/>
              <a:gd name="connsiteX138-277" fmla="*/ 4028476 w 12192000"/>
              <a:gd name="connsiteY138-278" fmla="*/ 223679 h 4939827"/>
              <a:gd name="connsiteX139-279" fmla="*/ 4191582 w 12192000"/>
              <a:gd name="connsiteY139-280" fmla="*/ 238952 h 4939827"/>
              <a:gd name="connsiteX140-281" fmla="*/ 4251024 w 12192000"/>
              <a:gd name="connsiteY140-282" fmla="*/ 240874 h 4939827"/>
              <a:gd name="connsiteX141-283" fmla="*/ 4355275 w 12192000"/>
              <a:gd name="connsiteY141-284" fmla="*/ 260205 h 4939827"/>
              <a:gd name="connsiteX142-285" fmla="*/ 4423807 w 12192000"/>
              <a:gd name="connsiteY142-286" fmla="*/ 270366 h 4939827"/>
              <a:gd name="connsiteX143-287" fmla="*/ 4435843 w 12192000"/>
              <a:gd name="connsiteY143-288" fmla="*/ 234325 h 4939827"/>
              <a:gd name="connsiteX144-289" fmla="*/ 4558432 w 12192000"/>
              <a:gd name="connsiteY144-290" fmla="*/ 269194 h 4939827"/>
              <a:gd name="connsiteX145-291" fmla="*/ 4635061 w 12192000"/>
              <a:gd name="connsiteY145-292" fmla="*/ 280682 h 4939827"/>
              <a:gd name="connsiteX146-293" fmla="*/ 4680829 w 12192000"/>
              <a:gd name="connsiteY146-294" fmla="*/ 287953 h 4939827"/>
              <a:gd name="connsiteX147-295" fmla="*/ 4807427 w 12192000"/>
              <a:gd name="connsiteY147-296" fmla="*/ 276835 h 4939827"/>
              <a:gd name="connsiteX148-297" fmla="*/ 5028933 w 12192000"/>
              <a:gd name="connsiteY148-298" fmla="*/ 183887 h 4939827"/>
              <a:gd name="connsiteX149-299" fmla="*/ 5093642 w 12192000"/>
              <a:gd name="connsiteY149-300" fmla="*/ 177214 h 4939827"/>
              <a:gd name="connsiteX150-301" fmla="*/ 5102642 w 12192000"/>
              <a:gd name="connsiteY150-302" fmla="*/ 186816 h 4939827"/>
              <a:gd name="connsiteX151-303" fmla="*/ 5193590 w 12192000"/>
              <a:gd name="connsiteY151-304" fmla="*/ 136361 h 4939827"/>
              <a:gd name="connsiteX152-305" fmla="*/ 5323922 w 12192000"/>
              <a:gd name="connsiteY152-306" fmla="*/ 146332 h 4939827"/>
              <a:gd name="connsiteX153-307" fmla="*/ 5421860 w 12192000"/>
              <a:gd name="connsiteY153-308" fmla="*/ 167298 h 4939827"/>
              <a:gd name="connsiteX154-309" fmla="*/ 5476948 w 12192000"/>
              <a:gd name="connsiteY154-310" fmla="*/ 173249 h 4939827"/>
              <a:gd name="connsiteX155-311" fmla="*/ 5516842 w 12192000"/>
              <a:gd name="connsiteY155-312" fmla="*/ 184018 h 4939827"/>
              <a:gd name="connsiteX156-313" fmla="*/ 5619415 w 12192000"/>
              <a:gd name="connsiteY156-314" fmla="*/ 176781 h 4939827"/>
              <a:gd name="connsiteX157-315" fmla="*/ 5789867 w 12192000"/>
              <a:gd name="connsiteY157-316" fmla="*/ 150304 h 4939827"/>
              <a:gd name="connsiteX158-317" fmla="*/ 5825953 w 12192000"/>
              <a:gd name="connsiteY158-318" fmla="*/ 147907 h 4939827"/>
              <a:gd name="connsiteX159-319" fmla="*/ 5856168 w 12192000"/>
              <a:gd name="connsiteY159-320" fmla="*/ 158719 h 4939827"/>
              <a:gd name="connsiteX160-321" fmla="*/ 5862476 w 12192000"/>
              <a:gd name="connsiteY160-322" fmla="*/ 172447 h 4939827"/>
              <a:gd name="connsiteX161-323" fmla="*/ 5882195 w 12192000"/>
              <a:gd name="connsiteY161-324" fmla="*/ 173195 h 4939827"/>
              <a:gd name="connsiteX162-325" fmla="*/ 5887271 w 12192000"/>
              <a:gd name="connsiteY162-326" fmla="*/ 176084 h 4939827"/>
              <a:gd name="connsiteX163-327" fmla="*/ 5916552 w 12192000"/>
              <a:gd name="connsiteY163-328" fmla="*/ 189955 h 4939827"/>
              <a:gd name="connsiteX164-329" fmla="*/ 5983240 w 12192000"/>
              <a:gd name="connsiteY164-330" fmla="*/ 152755 h 4939827"/>
              <a:gd name="connsiteX165-331" fmla="*/ 6061852 w 12192000"/>
              <a:gd name="connsiteY165-332" fmla="*/ 161953 h 4939827"/>
              <a:gd name="connsiteX166-333" fmla="*/ 6408386 w 12192000"/>
              <a:gd name="connsiteY166-334" fmla="*/ 157590 h 4939827"/>
              <a:gd name="connsiteX167-335" fmla="*/ 6531386 w 12192000"/>
              <a:gd name="connsiteY167-336" fmla="*/ 156103 h 4939827"/>
              <a:gd name="connsiteX168-337" fmla="*/ 6721509 w 12192000"/>
              <a:gd name="connsiteY168-338" fmla="*/ 54829 h 4939827"/>
              <a:gd name="connsiteX169-339" fmla="*/ 6947884 w 12192000"/>
              <a:gd name="connsiteY169-340" fmla="*/ 47587 h 4939827"/>
              <a:gd name="connsiteX170-341" fmla="*/ 6965101 w 12192000"/>
              <a:gd name="connsiteY170-342" fmla="*/ 25718 h 4939827"/>
              <a:gd name="connsiteX171-343" fmla="*/ 6986370 w 12192000"/>
              <a:gd name="connsiteY171-344" fmla="*/ 12659 h 4939827"/>
              <a:gd name="connsiteX172-345" fmla="*/ 6989536 w 12192000"/>
              <a:gd name="connsiteY172-346" fmla="*/ 14528 h 4939827"/>
              <a:gd name="connsiteX173-347" fmla="*/ 7015933 w 12192000"/>
              <a:gd name="connsiteY173-348" fmla="*/ 9653 h 4939827"/>
              <a:gd name="connsiteX174-349" fmla="*/ 7020592 w 12192000"/>
              <a:gd name="connsiteY174-350" fmla="*/ 1651 h 4939827"/>
              <a:gd name="connsiteX175-351" fmla="*/ 7025905 w 12192000"/>
              <a:gd name="connsiteY175-352" fmla="*/ 0 h 4939827"/>
              <a:gd name="connsiteX0-353" fmla="*/ 7025905 w 12192000"/>
              <a:gd name="connsiteY0-354" fmla="*/ 0 h 4939827"/>
              <a:gd name="connsiteX1-355" fmla="*/ 7032579 w 12192000"/>
              <a:gd name="connsiteY1-356" fmla="*/ 2808 h 4939827"/>
              <a:gd name="connsiteX2-357" fmla="*/ 7079505 w 12192000"/>
              <a:gd name="connsiteY2-358" fmla="*/ 12971 h 4939827"/>
              <a:gd name="connsiteX3-359" fmla="*/ 7158791 w 12192000"/>
              <a:gd name="connsiteY3-360" fmla="*/ 12462 h 4939827"/>
              <a:gd name="connsiteX4-361" fmla="*/ 7233338 w 12192000"/>
              <a:gd name="connsiteY4-362" fmla="*/ 24846 h 4939827"/>
              <a:gd name="connsiteX5-363" fmla="*/ 7259791 w 12192000"/>
              <a:gd name="connsiteY5-364" fmla="*/ 29557 h 4939827"/>
              <a:gd name="connsiteX6-365" fmla="*/ 7263923 w 12192000"/>
              <a:gd name="connsiteY6-366" fmla="*/ 35029 h 4939827"/>
              <a:gd name="connsiteX7-367" fmla="*/ 7281549 w 12192000"/>
              <a:gd name="connsiteY7-368" fmla="*/ 39654 h 4939827"/>
              <a:gd name="connsiteX8-369" fmla="*/ 7374735 w 12192000"/>
              <a:gd name="connsiteY8-370" fmla="*/ 65326 h 4939827"/>
              <a:gd name="connsiteX9-371" fmla="*/ 7376078 w 12192000"/>
              <a:gd name="connsiteY9-372" fmla="*/ 63849 h 4939827"/>
              <a:gd name="connsiteX10-373" fmla="*/ 7402026 w 12192000"/>
              <a:gd name="connsiteY10-374" fmla="*/ 60308 h 4939827"/>
              <a:gd name="connsiteX11-375" fmla="*/ 7415091 w 12192000"/>
              <a:gd name="connsiteY11-376" fmla="*/ 77403 h 4939827"/>
              <a:gd name="connsiteX12-377" fmla="*/ 7443464 w 12192000"/>
              <a:gd name="connsiteY12-378" fmla="*/ 68367 h 4939827"/>
              <a:gd name="connsiteX13-379" fmla="*/ 7588044 w 12192000"/>
              <a:gd name="connsiteY13-380" fmla="*/ 110756 h 4939827"/>
              <a:gd name="connsiteX14-381" fmla="*/ 7732750 w 12192000"/>
              <a:gd name="connsiteY14-382" fmla="*/ 145456 h 4939827"/>
              <a:gd name="connsiteX15-383" fmla="*/ 7785900 w 12192000"/>
              <a:gd name="connsiteY15-384" fmla="*/ 154493 h 4939827"/>
              <a:gd name="connsiteX16-385" fmla="*/ 7877301 w 12192000"/>
              <a:gd name="connsiteY16-386" fmla="*/ 186153 h 4939827"/>
              <a:gd name="connsiteX17-387" fmla="*/ 7937675 w 12192000"/>
              <a:gd name="connsiteY17-388" fmla="*/ 204438 h 4939827"/>
              <a:gd name="connsiteX18-389" fmla="*/ 7952584 w 12192000"/>
              <a:gd name="connsiteY18-390" fmla="*/ 170181 h 4939827"/>
              <a:gd name="connsiteX19-391" fmla="*/ 8009534 w 12192000"/>
              <a:gd name="connsiteY19-392" fmla="*/ 176441 h 4939827"/>
              <a:gd name="connsiteX20-393" fmla="*/ 8058681 w 12192000"/>
              <a:gd name="connsiteY20-394" fmla="*/ 219431 h 4939827"/>
              <a:gd name="connsiteX21-395" fmla="*/ 8126175 w 12192000"/>
              <a:gd name="connsiteY21-396" fmla="*/ 240005 h 4939827"/>
              <a:gd name="connsiteX22-397" fmla="*/ 8166439 w 12192000"/>
              <a:gd name="connsiteY22-398" fmla="*/ 252699 h 4939827"/>
              <a:gd name="connsiteX23-399" fmla="*/ 8281371 w 12192000"/>
              <a:gd name="connsiteY23-400" fmla="*/ 256875 h 4939827"/>
              <a:gd name="connsiteX24-401" fmla="*/ 8381609 w 12192000"/>
              <a:gd name="connsiteY24-402" fmla="*/ 240618 h 4939827"/>
              <a:gd name="connsiteX25-403" fmla="*/ 8406759 w 12192000"/>
              <a:gd name="connsiteY25-404" fmla="*/ 232517 h 4939827"/>
              <a:gd name="connsiteX26-405" fmla="*/ 8426506 w 12192000"/>
              <a:gd name="connsiteY26-406" fmla="*/ 241842 h 4939827"/>
              <a:gd name="connsiteX27-407" fmla="*/ 8427949 w 12192000"/>
              <a:gd name="connsiteY27-408" fmla="*/ 240981 h 4939827"/>
              <a:gd name="connsiteX28-409" fmla="*/ 8441468 w 12192000"/>
              <a:gd name="connsiteY28-410" fmla="*/ 241157 h 4939827"/>
              <a:gd name="connsiteX29-411" fmla="*/ 8565757 w 12192000"/>
              <a:gd name="connsiteY29-412" fmla="*/ 255317 h 4939827"/>
              <a:gd name="connsiteX30-413" fmla="*/ 8573171 w 12192000"/>
              <a:gd name="connsiteY30-414" fmla="*/ 258426 h 4939827"/>
              <a:gd name="connsiteX31-415" fmla="*/ 8573548 w 12192000"/>
              <a:gd name="connsiteY31-416" fmla="*/ 258241 h 4939827"/>
              <a:gd name="connsiteX32-417" fmla="*/ 8581827 w 12192000"/>
              <a:gd name="connsiteY32-418" fmla="*/ 261028 h 4939827"/>
              <a:gd name="connsiteX33-419" fmla="*/ 8586687 w 12192000"/>
              <a:gd name="connsiteY33-420" fmla="*/ 264089 h 4939827"/>
              <a:gd name="connsiteX34-421" fmla="*/ 8601067 w 12192000"/>
              <a:gd name="connsiteY34-422" fmla="*/ 270114 h 4939827"/>
              <a:gd name="connsiteX35-423" fmla="*/ 8672650 w 12192000"/>
              <a:gd name="connsiteY35-424" fmla="*/ 254821 h 4939827"/>
              <a:gd name="connsiteX36-425" fmla="*/ 8785543 w 12192000"/>
              <a:gd name="connsiteY36-426" fmla="*/ 263406 h 4939827"/>
              <a:gd name="connsiteX37-427" fmla="*/ 8830588 w 12192000"/>
              <a:gd name="connsiteY37-428" fmla="*/ 265483 h 4939827"/>
              <a:gd name="connsiteX38-429" fmla="*/ 8905142 w 12192000"/>
              <a:gd name="connsiteY38-430" fmla="*/ 264958 h 4939827"/>
              <a:gd name="connsiteX39-431" fmla="*/ 8968582 w 12192000"/>
              <a:gd name="connsiteY39-432" fmla="*/ 262728 h 4939827"/>
              <a:gd name="connsiteX40-433" fmla="*/ 8972994 w 12192000"/>
              <a:gd name="connsiteY40-434" fmla="*/ 263284 h 4939827"/>
              <a:gd name="connsiteX41-435" fmla="*/ 9004605 w 12192000"/>
              <a:gd name="connsiteY41-436" fmla="*/ 258041 h 4939827"/>
              <a:gd name="connsiteX42-437" fmla="*/ 9016165 w 12192000"/>
              <a:gd name="connsiteY42-438" fmla="*/ 261258 h 4939827"/>
              <a:gd name="connsiteX43-439" fmla="*/ 9043297 w 12192000"/>
              <a:gd name="connsiteY43-440" fmla="*/ 281547 h 4939827"/>
              <a:gd name="connsiteX44-441" fmla="*/ 9048315 w 12192000"/>
              <a:gd name="connsiteY44-442" fmla="*/ 279264 h 4939827"/>
              <a:gd name="connsiteX45-443" fmla="*/ 9054706 w 12192000"/>
              <a:gd name="connsiteY45-444" fmla="*/ 278538 h 4939827"/>
              <a:gd name="connsiteX46-445" fmla="*/ 9070919 w 12192000"/>
              <a:gd name="connsiteY46-446" fmla="*/ 281810 h 4939827"/>
              <a:gd name="connsiteX47-447" fmla="*/ 9076813 w 12192000"/>
              <a:gd name="connsiteY47-448" fmla="*/ 283909 h 4939827"/>
              <a:gd name="connsiteX48-449" fmla="*/ 9085871 w 12192000"/>
              <a:gd name="connsiteY48-450" fmla="*/ 285133 h 4939827"/>
              <a:gd name="connsiteX49-451" fmla="*/ 9086159 w 12192000"/>
              <a:gd name="connsiteY49-452" fmla="*/ 284887 h 4939827"/>
              <a:gd name="connsiteX50-453" fmla="*/ 9134606 w 12192000"/>
              <a:gd name="connsiteY50-454" fmla="*/ 288168 h 4939827"/>
              <a:gd name="connsiteX51-455" fmla="*/ 9195590 w 12192000"/>
              <a:gd name="connsiteY51-456" fmla="*/ 279568 h 4939827"/>
              <a:gd name="connsiteX52-457" fmla="*/ 9219336 w 12192000"/>
              <a:gd name="connsiteY52-458" fmla="*/ 278133 h 4939827"/>
              <a:gd name="connsiteX53-459" fmla="*/ 9232362 w 12192000"/>
              <a:gd name="connsiteY53-460" fmla="*/ 275894 h 4939827"/>
              <a:gd name="connsiteX54-461" fmla="*/ 9233396 w 12192000"/>
              <a:gd name="connsiteY54-462" fmla="*/ 274803 h 4939827"/>
              <a:gd name="connsiteX55-463" fmla="*/ 9256213 w 12192000"/>
              <a:gd name="connsiteY55-464" fmla="*/ 281576 h 4939827"/>
              <a:gd name="connsiteX56-465" fmla="*/ 9262377 w 12192000"/>
              <a:gd name="connsiteY56-466" fmla="*/ 286635 h 4939827"/>
              <a:gd name="connsiteX57-467" fmla="*/ 9287089 w 12192000"/>
              <a:gd name="connsiteY57-468" fmla="*/ 303891 h 4939827"/>
              <a:gd name="connsiteX58-469" fmla="*/ 9371484 w 12192000"/>
              <a:gd name="connsiteY58-470" fmla="*/ 329634 h 4939827"/>
              <a:gd name="connsiteX59-471" fmla="*/ 9404829 w 12192000"/>
              <a:gd name="connsiteY59-472" fmla="*/ 339038 h 4939827"/>
              <a:gd name="connsiteX60-473" fmla="*/ 9427021 w 12192000"/>
              <a:gd name="connsiteY60-474" fmla="*/ 358784 h 4939827"/>
              <a:gd name="connsiteX61-475" fmla="*/ 9670844 w 12192000"/>
              <a:gd name="connsiteY61-476" fmla="*/ 405128 h 4939827"/>
              <a:gd name="connsiteX62-477" fmla="*/ 9816083 w 12192000"/>
              <a:gd name="connsiteY62-478" fmla="*/ 416573 h 4939827"/>
              <a:gd name="connsiteX63-479" fmla="*/ 9936741 w 12192000"/>
              <a:gd name="connsiteY63-480" fmla="*/ 437044 h 4939827"/>
              <a:gd name="connsiteX64-481" fmla="*/ 10050093 w 12192000"/>
              <a:gd name="connsiteY64-482" fmla="*/ 443783 h 4939827"/>
              <a:gd name="connsiteX65-483" fmla="*/ 10130090 w 12192000"/>
              <a:gd name="connsiteY65-484" fmla="*/ 459520 h 4939827"/>
              <a:gd name="connsiteX66-485" fmla="*/ 10173456 w 12192000"/>
              <a:gd name="connsiteY66-486" fmla="*/ 457749 h 4939827"/>
              <a:gd name="connsiteX67-487" fmla="*/ 10218232 w 12192000"/>
              <a:gd name="connsiteY67-488" fmla="*/ 459820 h 4939827"/>
              <a:gd name="connsiteX68-489" fmla="*/ 10354176 w 12192000"/>
              <a:gd name="connsiteY68-490" fmla="*/ 471377 h 4939827"/>
              <a:gd name="connsiteX69-491" fmla="*/ 10430681 w 12192000"/>
              <a:gd name="connsiteY69-492" fmla="*/ 481226 h 4939827"/>
              <a:gd name="connsiteX70-493" fmla="*/ 10478169 w 12192000"/>
              <a:gd name="connsiteY70-494" fmla="*/ 481774 h 4939827"/>
              <a:gd name="connsiteX71-495" fmla="*/ 10540907 w 12192000"/>
              <a:gd name="connsiteY71-496" fmla="*/ 485607 h 4939827"/>
              <a:gd name="connsiteX72-497" fmla="*/ 10614941 w 12192000"/>
              <a:gd name="connsiteY72-498" fmla="*/ 487592 h 4939827"/>
              <a:gd name="connsiteX73-499" fmla="*/ 10674098 w 12192000"/>
              <a:gd name="connsiteY73-500" fmla="*/ 521656 h 4939827"/>
              <a:gd name="connsiteX74-501" fmla="*/ 10874834 w 12192000"/>
              <a:gd name="connsiteY74-502" fmla="*/ 574867 h 4939827"/>
              <a:gd name="connsiteX75-503" fmla="*/ 10944981 w 12192000"/>
              <a:gd name="connsiteY75-504" fmla="*/ 615042 h 4939827"/>
              <a:gd name="connsiteX76-505" fmla="*/ 11006376 w 12192000"/>
              <a:gd name="connsiteY76-506" fmla="*/ 645957 h 4939827"/>
              <a:gd name="connsiteX77-507" fmla="*/ 11076308 w 12192000"/>
              <a:gd name="connsiteY77-508" fmla="*/ 675698 h 4939827"/>
              <a:gd name="connsiteX78-509" fmla="*/ 11148789 w 12192000"/>
              <a:gd name="connsiteY78-510" fmla="*/ 685041 h 4939827"/>
              <a:gd name="connsiteX79-511" fmla="*/ 11249129 w 12192000"/>
              <a:gd name="connsiteY79-512" fmla="*/ 684218 h 4939827"/>
              <a:gd name="connsiteX80-513" fmla="*/ 11299915 w 12192000"/>
              <a:gd name="connsiteY80-514" fmla="*/ 692177 h 4939827"/>
              <a:gd name="connsiteX81-515" fmla="*/ 11386973 w 12192000"/>
              <a:gd name="connsiteY81-516" fmla="*/ 708209 h 4939827"/>
              <a:gd name="connsiteX82-517" fmla="*/ 11500105 w 12192000"/>
              <a:gd name="connsiteY82-518" fmla="*/ 735014 h 4939827"/>
              <a:gd name="connsiteX83-519" fmla="*/ 11621735 w 12192000"/>
              <a:gd name="connsiteY83-520" fmla="*/ 789584 h 4939827"/>
              <a:gd name="connsiteX84-521" fmla="*/ 11691200 w 12192000"/>
              <a:gd name="connsiteY84-522" fmla="*/ 867902 h 4939827"/>
              <a:gd name="connsiteX85-523" fmla="*/ 11819427 w 12192000"/>
              <a:gd name="connsiteY85-524" fmla="*/ 911634 h 4939827"/>
              <a:gd name="connsiteX86-525" fmla="*/ 11969720 w 12192000"/>
              <a:gd name="connsiteY86-526" fmla="*/ 964737 h 4939827"/>
              <a:gd name="connsiteX87-527" fmla="*/ 12055766 w 12192000"/>
              <a:gd name="connsiteY87-528" fmla="*/ 991268 h 4939827"/>
              <a:gd name="connsiteX88-529" fmla="*/ 12171539 w 12192000"/>
              <a:gd name="connsiteY88-530" fmla="*/ 995427 h 4939827"/>
              <a:gd name="connsiteX89-531" fmla="*/ 12187831 w 12192000"/>
              <a:gd name="connsiteY89-532" fmla="*/ 996580 h 4939827"/>
              <a:gd name="connsiteX90-533" fmla="*/ 12192000 w 12192000"/>
              <a:gd name="connsiteY90-534" fmla="*/ 996726 h 4939827"/>
              <a:gd name="connsiteX91-535" fmla="*/ 12192000 w 12192000"/>
              <a:gd name="connsiteY91-536" fmla="*/ 4939827 h 4939827"/>
              <a:gd name="connsiteX92-537" fmla="*/ 0 w 12192000"/>
              <a:gd name="connsiteY92-538" fmla="*/ 4939827 h 4939827"/>
              <a:gd name="connsiteX93-539" fmla="*/ 0 w 12192000"/>
              <a:gd name="connsiteY93-540" fmla="*/ 512043 h 4939827"/>
              <a:gd name="connsiteX94-541" fmla="*/ 7381 w 12192000"/>
              <a:gd name="connsiteY94-542" fmla="*/ 512580 h 4939827"/>
              <a:gd name="connsiteX95-543" fmla="*/ 100029 w 12192000"/>
              <a:gd name="connsiteY95-544" fmla="*/ 504758 h 4939827"/>
              <a:gd name="connsiteX96-545" fmla="*/ 155244 w 12192000"/>
              <a:gd name="connsiteY96-546" fmla="*/ 525130 h 4939827"/>
              <a:gd name="connsiteX97-547" fmla="*/ 254366 w 12192000"/>
              <a:gd name="connsiteY97-548" fmla="*/ 534449 h 4939827"/>
              <a:gd name="connsiteX98-549" fmla="*/ 447292 w 12192000"/>
              <a:gd name="connsiteY98-550" fmla="*/ 542725 h 4939827"/>
              <a:gd name="connsiteX99-551" fmla="*/ 628105 w 12192000"/>
              <a:gd name="connsiteY99-552" fmla="*/ 547853 h 4939827"/>
              <a:gd name="connsiteX100-553" fmla="*/ 783146 w 12192000"/>
              <a:gd name="connsiteY100-554" fmla="*/ 591799 h 4939827"/>
              <a:gd name="connsiteX101-555" fmla="*/ 1043676 w 12192000"/>
              <a:gd name="connsiteY101-556" fmla="*/ 591887 h 4939827"/>
              <a:gd name="connsiteX102-557" fmla="*/ 1281816 w 12192000"/>
              <a:gd name="connsiteY102-558" fmla="*/ 520946 h 4939827"/>
              <a:gd name="connsiteX103-559" fmla="*/ 1486347 w 12192000"/>
              <a:gd name="connsiteY103-560" fmla="*/ 487310 h 4939827"/>
              <a:gd name="connsiteX104-561" fmla="*/ 1568079 w 12192000"/>
              <a:gd name="connsiteY104-562" fmla="*/ 462531 h 4939827"/>
              <a:gd name="connsiteX105-563" fmla="*/ 1622516 w 12192000"/>
              <a:gd name="connsiteY105-564" fmla="*/ 466058 h 4939827"/>
              <a:gd name="connsiteX106-565" fmla="*/ 1655457 w 12192000"/>
              <a:gd name="connsiteY106-566" fmla="*/ 465359 h 4939827"/>
              <a:gd name="connsiteX107-567" fmla="*/ 1717454 w 12192000"/>
              <a:gd name="connsiteY107-568" fmla="*/ 417203 h 4939827"/>
              <a:gd name="connsiteX108-569" fmla="*/ 1913794 w 12192000"/>
              <a:gd name="connsiteY108-570" fmla="*/ 365255 h 4939827"/>
              <a:gd name="connsiteX109-571" fmla="*/ 2129762 w 12192000"/>
              <a:gd name="connsiteY109-572" fmla="*/ 367832 h 4939827"/>
              <a:gd name="connsiteX110-573" fmla="*/ 2376970 w 12192000"/>
              <a:gd name="connsiteY110-574" fmla="*/ 350129 h 4939827"/>
              <a:gd name="connsiteX111-575" fmla="*/ 2480155 w 12192000"/>
              <a:gd name="connsiteY111-576" fmla="*/ 359227 h 4939827"/>
              <a:gd name="connsiteX112-577" fmla="*/ 2586782 w 12192000"/>
              <a:gd name="connsiteY112-578" fmla="*/ 339352 h 4939827"/>
              <a:gd name="connsiteX113-579" fmla="*/ 2654496 w 12192000"/>
              <a:gd name="connsiteY113-580" fmla="*/ 315431 h 4939827"/>
              <a:gd name="connsiteX114-581" fmla="*/ 2788947 w 12192000"/>
              <a:gd name="connsiteY114-582" fmla="*/ 250375 h 4939827"/>
              <a:gd name="connsiteX115-583" fmla="*/ 2885389 w 12192000"/>
              <a:gd name="connsiteY115-584" fmla="*/ 255259 h 4939827"/>
              <a:gd name="connsiteX116-585" fmla="*/ 3045916 w 12192000"/>
              <a:gd name="connsiteY116-586" fmla="*/ 261030 h 4939827"/>
              <a:gd name="connsiteX117-587" fmla="*/ 3074187 w 12192000"/>
              <a:gd name="connsiteY117-588" fmla="*/ 243226 h 4939827"/>
              <a:gd name="connsiteX118-589" fmla="*/ 3103677 w 12192000"/>
              <a:gd name="connsiteY118-590" fmla="*/ 209527 h 4939827"/>
              <a:gd name="connsiteX119-591" fmla="*/ 3126759 w 12192000"/>
              <a:gd name="connsiteY119-592" fmla="*/ 211226 h 4939827"/>
              <a:gd name="connsiteX120-593" fmla="*/ 3164020 w 12192000"/>
              <a:gd name="connsiteY120-594" fmla="*/ 212779 h 4939827"/>
              <a:gd name="connsiteX121-595" fmla="*/ 3285019 w 12192000"/>
              <a:gd name="connsiteY121-596" fmla="*/ 220535 h 4939827"/>
              <a:gd name="connsiteX122-597" fmla="*/ 3365154 w 12192000"/>
              <a:gd name="connsiteY122-598" fmla="*/ 226416 h 4939827"/>
              <a:gd name="connsiteX123-599" fmla="*/ 3367507 w 12192000"/>
              <a:gd name="connsiteY123-600" fmla="*/ 225416 h 4939827"/>
              <a:gd name="connsiteX124-601" fmla="*/ 3387567 w 12192000"/>
              <a:gd name="connsiteY124-602" fmla="*/ 227103 h 4939827"/>
              <a:gd name="connsiteX125-603" fmla="*/ 3424753 w 12192000"/>
              <a:gd name="connsiteY125-604" fmla="*/ 244380 h 4939827"/>
              <a:gd name="connsiteX126-605" fmla="*/ 3498001 w 12192000"/>
              <a:gd name="connsiteY126-606" fmla="*/ 231941 h 4939827"/>
              <a:gd name="connsiteX127-607" fmla="*/ 3561557 w 12192000"/>
              <a:gd name="connsiteY127-608" fmla="*/ 228095 h 4939827"/>
              <a:gd name="connsiteX128-609" fmla="*/ 3611920 w 12192000"/>
              <a:gd name="connsiteY128-610" fmla="*/ 218094 h 4939827"/>
              <a:gd name="connsiteX129-611" fmla="*/ 3620528 w 12192000"/>
              <a:gd name="connsiteY129-612" fmla="*/ 218788 h 4939827"/>
              <a:gd name="connsiteX130-613" fmla="*/ 3620766 w 12192000"/>
              <a:gd name="connsiteY130-614" fmla="*/ 218511 h 4939827"/>
              <a:gd name="connsiteX131-615" fmla="*/ 3629977 w 12192000"/>
              <a:gd name="connsiteY131-616" fmla="*/ 218664 h 4939827"/>
              <a:gd name="connsiteX132-617" fmla="*/ 3636217 w 12192000"/>
              <a:gd name="connsiteY132-618" fmla="*/ 220048 h 4939827"/>
              <a:gd name="connsiteX133-619" fmla="*/ 3709484 w 12192000"/>
              <a:gd name="connsiteY133-620" fmla="*/ 186927 h 4939827"/>
              <a:gd name="connsiteX134-621" fmla="*/ 3761342 w 12192000"/>
              <a:gd name="connsiteY134-622" fmla="*/ 177474 h 4939827"/>
              <a:gd name="connsiteX135-623" fmla="*/ 3799748 w 12192000"/>
              <a:gd name="connsiteY135-624" fmla="*/ 167154 h 4939827"/>
              <a:gd name="connsiteX136-625" fmla="*/ 3812225 w 12192000"/>
              <a:gd name="connsiteY136-626" fmla="*/ 189020 h 4939827"/>
              <a:gd name="connsiteX137-627" fmla="*/ 3864537 w 12192000"/>
              <a:gd name="connsiteY137-628" fmla="*/ 200742 h 4939827"/>
              <a:gd name="connsiteX138-629" fmla="*/ 4028476 w 12192000"/>
              <a:gd name="connsiteY138-630" fmla="*/ 223679 h 4939827"/>
              <a:gd name="connsiteX139-631" fmla="*/ 4191582 w 12192000"/>
              <a:gd name="connsiteY139-632" fmla="*/ 238952 h 4939827"/>
              <a:gd name="connsiteX140-633" fmla="*/ 4251024 w 12192000"/>
              <a:gd name="connsiteY140-634" fmla="*/ 240874 h 4939827"/>
              <a:gd name="connsiteX141-635" fmla="*/ 4355275 w 12192000"/>
              <a:gd name="connsiteY141-636" fmla="*/ 260205 h 4939827"/>
              <a:gd name="connsiteX142-637" fmla="*/ 4423807 w 12192000"/>
              <a:gd name="connsiteY142-638" fmla="*/ 270366 h 4939827"/>
              <a:gd name="connsiteX143-639" fmla="*/ 4558432 w 12192000"/>
              <a:gd name="connsiteY143-640" fmla="*/ 269194 h 4939827"/>
              <a:gd name="connsiteX144-641" fmla="*/ 4635061 w 12192000"/>
              <a:gd name="connsiteY144-642" fmla="*/ 280682 h 4939827"/>
              <a:gd name="connsiteX145-643" fmla="*/ 4680829 w 12192000"/>
              <a:gd name="connsiteY145-644" fmla="*/ 287953 h 4939827"/>
              <a:gd name="connsiteX146-645" fmla="*/ 4807427 w 12192000"/>
              <a:gd name="connsiteY146-646" fmla="*/ 276835 h 4939827"/>
              <a:gd name="connsiteX147-647" fmla="*/ 5028933 w 12192000"/>
              <a:gd name="connsiteY147-648" fmla="*/ 183887 h 4939827"/>
              <a:gd name="connsiteX148-649" fmla="*/ 5093642 w 12192000"/>
              <a:gd name="connsiteY148-650" fmla="*/ 177214 h 4939827"/>
              <a:gd name="connsiteX149-651" fmla="*/ 5102642 w 12192000"/>
              <a:gd name="connsiteY149-652" fmla="*/ 186816 h 4939827"/>
              <a:gd name="connsiteX150-653" fmla="*/ 5193590 w 12192000"/>
              <a:gd name="connsiteY150-654" fmla="*/ 136361 h 4939827"/>
              <a:gd name="connsiteX151-655" fmla="*/ 5323922 w 12192000"/>
              <a:gd name="connsiteY151-656" fmla="*/ 146332 h 4939827"/>
              <a:gd name="connsiteX152-657" fmla="*/ 5421860 w 12192000"/>
              <a:gd name="connsiteY152-658" fmla="*/ 167298 h 4939827"/>
              <a:gd name="connsiteX153-659" fmla="*/ 5476948 w 12192000"/>
              <a:gd name="connsiteY153-660" fmla="*/ 173249 h 4939827"/>
              <a:gd name="connsiteX154-661" fmla="*/ 5516842 w 12192000"/>
              <a:gd name="connsiteY154-662" fmla="*/ 184018 h 4939827"/>
              <a:gd name="connsiteX155-663" fmla="*/ 5619415 w 12192000"/>
              <a:gd name="connsiteY155-664" fmla="*/ 176781 h 4939827"/>
              <a:gd name="connsiteX156-665" fmla="*/ 5789867 w 12192000"/>
              <a:gd name="connsiteY156-666" fmla="*/ 150304 h 4939827"/>
              <a:gd name="connsiteX157-667" fmla="*/ 5825953 w 12192000"/>
              <a:gd name="connsiteY157-668" fmla="*/ 147907 h 4939827"/>
              <a:gd name="connsiteX158-669" fmla="*/ 5856168 w 12192000"/>
              <a:gd name="connsiteY158-670" fmla="*/ 158719 h 4939827"/>
              <a:gd name="connsiteX159-671" fmla="*/ 5862476 w 12192000"/>
              <a:gd name="connsiteY159-672" fmla="*/ 172447 h 4939827"/>
              <a:gd name="connsiteX160-673" fmla="*/ 5882195 w 12192000"/>
              <a:gd name="connsiteY160-674" fmla="*/ 173195 h 4939827"/>
              <a:gd name="connsiteX161-675" fmla="*/ 5887271 w 12192000"/>
              <a:gd name="connsiteY161-676" fmla="*/ 176084 h 4939827"/>
              <a:gd name="connsiteX162-677" fmla="*/ 5916552 w 12192000"/>
              <a:gd name="connsiteY162-678" fmla="*/ 189955 h 4939827"/>
              <a:gd name="connsiteX163-679" fmla="*/ 5983240 w 12192000"/>
              <a:gd name="connsiteY163-680" fmla="*/ 152755 h 4939827"/>
              <a:gd name="connsiteX164-681" fmla="*/ 6061852 w 12192000"/>
              <a:gd name="connsiteY164-682" fmla="*/ 161953 h 4939827"/>
              <a:gd name="connsiteX165-683" fmla="*/ 6408386 w 12192000"/>
              <a:gd name="connsiteY165-684" fmla="*/ 157590 h 4939827"/>
              <a:gd name="connsiteX166-685" fmla="*/ 6531386 w 12192000"/>
              <a:gd name="connsiteY166-686" fmla="*/ 156103 h 4939827"/>
              <a:gd name="connsiteX167-687" fmla="*/ 6721509 w 12192000"/>
              <a:gd name="connsiteY167-688" fmla="*/ 54829 h 4939827"/>
              <a:gd name="connsiteX168-689" fmla="*/ 6947884 w 12192000"/>
              <a:gd name="connsiteY168-690" fmla="*/ 47587 h 4939827"/>
              <a:gd name="connsiteX169-691" fmla="*/ 6965101 w 12192000"/>
              <a:gd name="connsiteY169-692" fmla="*/ 25718 h 4939827"/>
              <a:gd name="connsiteX170-693" fmla="*/ 6986370 w 12192000"/>
              <a:gd name="connsiteY170-694" fmla="*/ 12659 h 4939827"/>
              <a:gd name="connsiteX171-695" fmla="*/ 6989536 w 12192000"/>
              <a:gd name="connsiteY171-696" fmla="*/ 14528 h 4939827"/>
              <a:gd name="connsiteX172-697" fmla="*/ 7015933 w 12192000"/>
              <a:gd name="connsiteY172-698" fmla="*/ 9653 h 4939827"/>
              <a:gd name="connsiteX173-699" fmla="*/ 7020592 w 12192000"/>
              <a:gd name="connsiteY173-700" fmla="*/ 1651 h 4939827"/>
              <a:gd name="connsiteX174-701" fmla="*/ 7025905 w 12192000"/>
              <a:gd name="connsiteY174-702" fmla="*/ 0 h 4939827"/>
              <a:gd name="connsiteX0-703" fmla="*/ 7025905 w 12192000"/>
              <a:gd name="connsiteY0-704" fmla="*/ 0 h 4939827"/>
              <a:gd name="connsiteX1-705" fmla="*/ 7032579 w 12192000"/>
              <a:gd name="connsiteY1-706" fmla="*/ 2808 h 4939827"/>
              <a:gd name="connsiteX2-707" fmla="*/ 7079505 w 12192000"/>
              <a:gd name="connsiteY2-708" fmla="*/ 12971 h 4939827"/>
              <a:gd name="connsiteX3-709" fmla="*/ 7158791 w 12192000"/>
              <a:gd name="connsiteY3-710" fmla="*/ 12462 h 4939827"/>
              <a:gd name="connsiteX4-711" fmla="*/ 7233338 w 12192000"/>
              <a:gd name="connsiteY4-712" fmla="*/ 24846 h 4939827"/>
              <a:gd name="connsiteX5-713" fmla="*/ 7259791 w 12192000"/>
              <a:gd name="connsiteY5-714" fmla="*/ 29557 h 4939827"/>
              <a:gd name="connsiteX6-715" fmla="*/ 7263923 w 12192000"/>
              <a:gd name="connsiteY6-716" fmla="*/ 35029 h 4939827"/>
              <a:gd name="connsiteX7-717" fmla="*/ 7281549 w 12192000"/>
              <a:gd name="connsiteY7-718" fmla="*/ 39654 h 4939827"/>
              <a:gd name="connsiteX8-719" fmla="*/ 7374735 w 12192000"/>
              <a:gd name="connsiteY8-720" fmla="*/ 65326 h 4939827"/>
              <a:gd name="connsiteX9-721" fmla="*/ 7376078 w 12192000"/>
              <a:gd name="connsiteY9-722" fmla="*/ 63849 h 4939827"/>
              <a:gd name="connsiteX10-723" fmla="*/ 7402026 w 12192000"/>
              <a:gd name="connsiteY10-724" fmla="*/ 60308 h 4939827"/>
              <a:gd name="connsiteX11-725" fmla="*/ 7415091 w 12192000"/>
              <a:gd name="connsiteY11-726" fmla="*/ 77403 h 4939827"/>
              <a:gd name="connsiteX12-727" fmla="*/ 7443464 w 12192000"/>
              <a:gd name="connsiteY12-728" fmla="*/ 68367 h 4939827"/>
              <a:gd name="connsiteX13-729" fmla="*/ 7588044 w 12192000"/>
              <a:gd name="connsiteY13-730" fmla="*/ 110756 h 4939827"/>
              <a:gd name="connsiteX14-731" fmla="*/ 7732750 w 12192000"/>
              <a:gd name="connsiteY14-732" fmla="*/ 145456 h 4939827"/>
              <a:gd name="connsiteX15-733" fmla="*/ 7785900 w 12192000"/>
              <a:gd name="connsiteY15-734" fmla="*/ 154493 h 4939827"/>
              <a:gd name="connsiteX16-735" fmla="*/ 7877301 w 12192000"/>
              <a:gd name="connsiteY16-736" fmla="*/ 186153 h 4939827"/>
              <a:gd name="connsiteX17-737" fmla="*/ 7937675 w 12192000"/>
              <a:gd name="connsiteY17-738" fmla="*/ 204438 h 4939827"/>
              <a:gd name="connsiteX18-739" fmla="*/ 7952584 w 12192000"/>
              <a:gd name="connsiteY18-740" fmla="*/ 170181 h 4939827"/>
              <a:gd name="connsiteX19-741" fmla="*/ 8009534 w 12192000"/>
              <a:gd name="connsiteY19-742" fmla="*/ 176441 h 4939827"/>
              <a:gd name="connsiteX20-743" fmla="*/ 8058681 w 12192000"/>
              <a:gd name="connsiteY20-744" fmla="*/ 219431 h 4939827"/>
              <a:gd name="connsiteX21-745" fmla="*/ 8126175 w 12192000"/>
              <a:gd name="connsiteY21-746" fmla="*/ 240005 h 4939827"/>
              <a:gd name="connsiteX22-747" fmla="*/ 8166439 w 12192000"/>
              <a:gd name="connsiteY22-748" fmla="*/ 252699 h 4939827"/>
              <a:gd name="connsiteX23-749" fmla="*/ 8281371 w 12192000"/>
              <a:gd name="connsiteY23-750" fmla="*/ 256875 h 4939827"/>
              <a:gd name="connsiteX24-751" fmla="*/ 8381609 w 12192000"/>
              <a:gd name="connsiteY24-752" fmla="*/ 240618 h 4939827"/>
              <a:gd name="connsiteX25-753" fmla="*/ 8406759 w 12192000"/>
              <a:gd name="connsiteY25-754" fmla="*/ 232517 h 4939827"/>
              <a:gd name="connsiteX26-755" fmla="*/ 8426506 w 12192000"/>
              <a:gd name="connsiteY26-756" fmla="*/ 241842 h 4939827"/>
              <a:gd name="connsiteX27-757" fmla="*/ 8427949 w 12192000"/>
              <a:gd name="connsiteY27-758" fmla="*/ 240981 h 4939827"/>
              <a:gd name="connsiteX28-759" fmla="*/ 8441468 w 12192000"/>
              <a:gd name="connsiteY28-760" fmla="*/ 241157 h 4939827"/>
              <a:gd name="connsiteX29-761" fmla="*/ 8565757 w 12192000"/>
              <a:gd name="connsiteY29-762" fmla="*/ 255317 h 4939827"/>
              <a:gd name="connsiteX30-763" fmla="*/ 8573171 w 12192000"/>
              <a:gd name="connsiteY30-764" fmla="*/ 258426 h 4939827"/>
              <a:gd name="connsiteX31-765" fmla="*/ 8573548 w 12192000"/>
              <a:gd name="connsiteY31-766" fmla="*/ 258241 h 4939827"/>
              <a:gd name="connsiteX32-767" fmla="*/ 8581827 w 12192000"/>
              <a:gd name="connsiteY32-768" fmla="*/ 261028 h 4939827"/>
              <a:gd name="connsiteX33-769" fmla="*/ 8586687 w 12192000"/>
              <a:gd name="connsiteY33-770" fmla="*/ 264089 h 4939827"/>
              <a:gd name="connsiteX34-771" fmla="*/ 8601067 w 12192000"/>
              <a:gd name="connsiteY34-772" fmla="*/ 270114 h 4939827"/>
              <a:gd name="connsiteX35-773" fmla="*/ 8672650 w 12192000"/>
              <a:gd name="connsiteY35-774" fmla="*/ 254821 h 4939827"/>
              <a:gd name="connsiteX36-775" fmla="*/ 8785543 w 12192000"/>
              <a:gd name="connsiteY36-776" fmla="*/ 263406 h 4939827"/>
              <a:gd name="connsiteX37-777" fmla="*/ 8830588 w 12192000"/>
              <a:gd name="connsiteY37-778" fmla="*/ 265483 h 4939827"/>
              <a:gd name="connsiteX38-779" fmla="*/ 8905142 w 12192000"/>
              <a:gd name="connsiteY38-780" fmla="*/ 264958 h 4939827"/>
              <a:gd name="connsiteX39-781" fmla="*/ 8968582 w 12192000"/>
              <a:gd name="connsiteY39-782" fmla="*/ 262728 h 4939827"/>
              <a:gd name="connsiteX40-783" fmla="*/ 8972994 w 12192000"/>
              <a:gd name="connsiteY40-784" fmla="*/ 263284 h 4939827"/>
              <a:gd name="connsiteX41-785" fmla="*/ 9004605 w 12192000"/>
              <a:gd name="connsiteY41-786" fmla="*/ 258041 h 4939827"/>
              <a:gd name="connsiteX42-787" fmla="*/ 9016165 w 12192000"/>
              <a:gd name="connsiteY42-788" fmla="*/ 261258 h 4939827"/>
              <a:gd name="connsiteX43-789" fmla="*/ 9043297 w 12192000"/>
              <a:gd name="connsiteY43-790" fmla="*/ 281547 h 4939827"/>
              <a:gd name="connsiteX44-791" fmla="*/ 9048315 w 12192000"/>
              <a:gd name="connsiteY44-792" fmla="*/ 279264 h 4939827"/>
              <a:gd name="connsiteX45-793" fmla="*/ 9054706 w 12192000"/>
              <a:gd name="connsiteY45-794" fmla="*/ 278538 h 4939827"/>
              <a:gd name="connsiteX46-795" fmla="*/ 9070919 w 12192000"/>
              <a:gd name="connsiteY46-796" fmla="*/ 281810 h 4939827"/>
              <a:gd name="connsiteX47-797" fmla="*/ 9076813 w 12192000"/>
              <a:gd name="connsiteY47-798" fmla="*/ 283909 h 4939827"/>
              <a:gd name="connsiteX48-799" fmla="*/ 9085871 w 12192000"/>
              <a:gd name="connsiteY48-800" fmla="*/ 285133 h 4939827"/>
              <a:gd name="connsiteX49-801" fmla="*/ 9086159 w 12192000"/>
              <a:gd name="connsiteY49-802" fmla="*/ 284887 h 4939827"/>
              <a:gd name="connsiteX50-803" fmla="*/ 9134606 w 12192000"/>
              <a:gd name="connsiteY50-804" fmla="*/ 288168 h 4939827"/>
              <a:gd name="connsiteX51-805" fmla="*/ 9195590 w 12192000"/>
              <a:gd name="connsiteY51-806" fmla="*/ 279568 h 4939827"/>
              <a:gd name="connsiteX52-807" fmla="*/ 9219336 w 12192000"/>
              <a:gd name="connsiteY52-808" fmla="*/ 278133 h 4939827"/>
              <a:gd name="connsiteX53-809" fmla="*/ 9232362 w 12192000"/>
              <a:gd name="connsiteY53-810" fmla="*/ 275894 h 4939827"/>
              <a:gd name="connsiteX54-811" fmla="*/ 9233396 w 12192000"/>
              <a:gd name="connsiteY54-812" fmla="*/ 274803 h 4939827"/>
              <a:gd name="connsiteX55-813" fmla="*/ 9256213 w 12192000"/>
              <a:gd name="connsiteY55-814" fmla="*/ 281576 h 4939827"/>
              <a:gd name="connsiteX56-815" fmla="*/ 9262377 w 12192000"/>
              <a:gd name="connsiteY56-816" fmla="*/ 286635 h 4939827"/>
              <a:gd name="connsiteX57-817" fmla="*/ 9287089 w 12192000"/>
              <a:gd name="connsiteY57-818" fmla="*/ 303891 h 4939827"/>
              <a:gd name="connsiteX58-819" fmla="*/ 9371484 w 12192000"/>
              <a:gd name="connsiteY58-820" fmla="*/ 329634 h 4939827"/>
              <a:gd name="connsiteX59-821" fmla="*/ 9404829 w 12192000"/>
              <a:gd name="connsiteY59-822" fmla="*/ 339038 h 4939827"/>
              <a:gd name="connsiteX60-823" fmla="*/ 9427021 w 12192000"/>
              <a:gd name="connsiteY60-824" fmla="*/ 358784 h 4939827"/>
              <a:gd name="connsiteX61-825" fmla="*/ 9670844 w 12192000"/>
              <a:gd name="connsiteY61-826" fmla="*/ 405128 h 4939827"/>
              <a:gd name="connsiteX62-827" fmla="*/ 9816083 w 12192000"/>
              <a:gd name="connsiteY62-828" fmla="*/ 416573 h 4939827"/>
              <a:gd name="connsiteX63-829" fmla="*/ 9936741 w 12192000"/>
              <a:gd name="connsiteY63-830" fmla="*/ 437044 h 4939827"/>
              <a:gd name="connsiteX64-831" fmla="*/ 10050093 w 12192000"/>
              <a:gd name="connsiteY64-832" fmla="*/ 443783 h 4939827"/>
              <a:gd name="connsiteX65-833" fmla="*/ 10130090 w 12192000"/>
              <a:gd name="connsiteY65-834" fmla="*/ 459520 h 4939827"/>
              <a:gd name="connsiteX66-835" fmla="*/ 10173456 w 12192000"/>
              <a:gd name="connsiteY66-836" fmla="*/ 457749 h 4939827"/>
              <a:gd name="connsiteX67-837" fmla="*/ 10218232 w 12192000"/>
              <a:gd name="connsiteY67-838" fmla="*/ 459820 h 4939827"/>
              <a:gd name="connsiteX68-839" fmla="*/ 10354176 w 12192000"/>
              <a:gd name="connsiteY68-840" fmla="*/ 471377 h 4939827"/>
              <a:gd name="connsiteX69-841" fmla="*/ 10430681 w 12192000"/>
              <a:gd name="connsiteY69-842" fmla="*/ 481226 h 4939827"/>
              <a:gd name="connsiteX70-843" fmla="*/ 10478169 w 12192000"/>
              <a:gd name="connsiteY70-844" fmla="*/ 481774 h 4939827"/>
              <a:gd name="connsiteX71-845" fmla="*/ 10540907 w 12192000"/>
              <a:gd name="connsiteY71-846" fmla="*/ 485607 h 4939827"/>
              <a:gd name="connsiteX72-847" fmla="*/ 10614941 w 12192000"/>
              <a:gd name="connsiteY72-848" fmla="*/ 487592 h 4939827"/>
              <a:gd name="connsiteX73-849" fmla="*/ 10674098 w 12192000"/>
              <a:gd name="connsiteY73-850" fmla="*/ 521656 h 4939827"/>
              <a:gd name="connsiteX74-851" fmla="*/ 10874834 w 12192000"/>
              <a:gd name="connsiteY74-852" fmla="*/ 574867 h 4939827"/>
              <a:gd name="connsiteX75-853" fmla="*/ 10944981 w 12192000"/>
              <a:gd name="connsiteY75-854" fmla="*/ 615042 h 4939827"/>
              <a:gd name="connsiteX76-855" fmla="*/ 11006376 w 12192000"/>
              <a:gd name="connsiteY76-856" fmla="*/ 645957 h 4939827"/>
              <a:gd name="connsiteX77-857" fmla="*/ 11076308 w 12192000"/>
              <a:gd name="connsiteY77-858" fmla="*/ 675698 h 4939827"/>
              <a:gd name="connsiteX78-859" fmla="*/ 11148789 w 12192000"/>
              <a:gd name="connsiteY78-860" fmla="*/ 685041 h 4939827"/>
              <a:gd name="connsiteX79-861" fmla="*/ 11249129 w 12192000"/>
              <a:gd name="connsiteY79-862" fmla="*/ 684218 h 4939827"/>
              <a:gd name="connsiteX80-863" fmla="*/ 11299915 w 12192000"/>
              <a:gd name="connsiteY80-864" fmla="*/ 692177 h 4939827"/>
              <a:gd name="connsiteX81-865" fmla="*/ 11386973 w 12192000"/>
              <a:gd name="connsiteY81-866" fmla="*/ 708209 h 4939827"/>
              <a:gd name="connsiteX82-867" fmla="*/ 11500105 w 12192000"/>
              <a:gd name="connsiteY82-868" fmla="*/ 735014 h 4939827"/>
              <a:gd name="connsiteX83-869" fmla="*/ 11621735 w 12192000"/>
              <a:gd name="connsiteY83-870" fmla="*/ 789584 h 4939827"/>
              <a:gd name="connsiteX84-871" fmla="*/ 11691200 w 12192000"/>
              <a:gd name="connsiteY84-872" fmla="*/ 867902 h 4939827"/>
              <a:gd name="connsiteX85-873" fmla="*/ 11819427 w 12192000"/>
              <a:gd name="connsiteY85-874" fmla="*/ 911634 h 4939827"/>
              <a:gd name="connsiteX86-875" fmla="*/ 11969720 w 12192000"/>
              <a:gd name="connsiteY86-876" fmla="*/ 964737 h 4939827"/>
              <a:gd name="connsiteX87-877" fmla="*/ 12055766 w 12192000"/>
              <a:gd name="connsiteY87-878" fmla="*/ 991268 h 4939827"/>
              <a:gd name="connsiteX88-879" fmla="*/ 12171539 w 12192000"/>
              <a:gd name="connsiteY88-880" fmla="*/ 995427 h 4939827"/>
              <a:gd name="connsiteX89-881" fmla="*/ 12187831 w 12192000"/>
              <a:gd name="connsiteY89-882" fmla="*/ 996580 h 4939827"/>
              <a:gd name="connsiteX90-883" fmla="*/ 12192000 w 12192000"/>
              <a:gd name="connsiteY90-884" fmla="*/ 996726 h 4939827"/>
              <a:gd name="connsiteX91-885" fmla="*/ 12192000 w 12192000"/>
              <a:gd name="connsiteY91-886" fmla="*/ 4939827 h 4939827"/>
              <a:gd name="connsiteX92-887" fmla="*/ 0 w 12192000"/>
              <a:gd name="connsiteY92-888" fmla="*/ 4939827 h 4939827"/>
              <a:gd name="connsiteX93-889" fmla="*/ 0 w 12192000"/>
              <a:gd name="connsiteY93-890" fmla="*/ 512043 h 4939827"/>
              <a:gd name="connsiteX94-891" fmla="*/ 7381 w 12192000"/>
              <a:gd name="connsiteY94-892" fmla="*/ 512580 h 4939827"/>
              <a:gd name="connsiteX95-893" fmla="*/ 100029 w 12192000"/>
              <a:gd name="connsiteY95-894" fmla="*/ 504758 h 4939827"/>
              <a:gd name="connsiteX96-895" fmla="*/ 155244 w 12192000"/>
              <a:gd name="connsiteY96-896" fmla="*/ 525130 h 4939827"/>
              <a:gd name="connsiteX97-897" fmla="*/ 254366 w 12192000"/>
              <a:gd name="connsiteY97-898" fmla="*/ 534449 h 4939827"/>
              <a:gd name="connsiteX98-899" fmla="*/ 447292 w 12192000"/>
              <a:gd name="connsiteY98-900" fmla="*/ 542725 h 4939827"/>
              <a:gd name="connsiteX99-901" fmla="*/ 628105 w 12192000"/>
              <a:gd name="connsiteY99-902" fmla="*/ 547853 h 4939827"/>
              <a:gd name="connsiteX100-903" fmla="*/ 783146 w 12192000"/>
              <a:gd name="connsiteY100-904" fmla="*/ 591799 h 4939827"/>
              <a:gd name="connsiteX101-905" fmla="*/ 1043676 w 12192000"/>
              <a:gd name="connsiteY101-906" fmla="*/ 591887 h 4939827"/>
              <a:gd name="connsiteX102-907" fmla="*/ 1281816 w 12192000"/>
              <a:gd name="connsiteY102-908" fmla="*/ 520946 h 4939827"/>
              <a:gd name="connsiteX103-909" fmla="*/ 1486347 w 12192000"/>
              <a:gd name="connsiteY103-910" fmla="*/ 487310 h 4939827"/>
              <a:gd name="connsiteX104-911" fmla="*/ 1568079 w 12192000"/>
              <a:gd name="connsiteY104-912" fmla="*/ 462531 h 4939827"/>
              <a:gd name="connsiteX105-913" fmla="*/ 1622516 w 12192000"/>
              <a:gd name="connsiteY105-914" fmla="*/ 466058 h 4939827"/>
              <a:gd name="connsiteX106-915" fmla="*/ 1655457 w 12192000"/>
              <a:gd name="connsiteY106-916" fmla="*/ 465359 h 4939827"/>
              <a:gd name="connsiteX107-917" fmla="*/ 1717454 w 12192000"/>
              <a:gd name="connsiteY107-918" fmla="*/ 417203 h 4939827"/>
              <a:gd name="connsiteX108-919" fmla="*/ 1913794 w 12192000"/>
              <a:gd name="connsiteY108-920" fmla="*/ 365255 h 4939827"/>
              <a:gd name="connsiteX109-921" fmla="*/ 2129762 w 12192000"/>
              <a:gd name="connsiteY109-922" fmla="*/ 367832 h 4939827"/>
              <a:gd name="connsiteX110-923" fmla="*/ 2376970 w 12192000"/>
              <a:gd name="connsiteY110-924" fmla="*/ 350129 h 4939827"/>
              <a:gd name="connsiteX111-925" fmla="*/ 2480155 w 12192000"/>
              <a:gd name="connsiteY111-926" fmla="*/ 359227 h 4939827"/>
              <a:gd name="connsiteX112-927" fmla="*/ 2586782 w 12192000"/>
              <a:gd name="connsiteY112-928" fmla="*/ 339352 h 4939827"/>
              <a:gd name="connsiteX113-929" fmla="*/ 2654496 w 12192000"/>
              <a:gd name="connsiteY113-930" fmla="*/ 315431 h 4939827"/>
              <a:gd name="connsiteX114-931" fmla="*/ 2788947 w 12192000"/>
              <a:gd name="connsiteY114-932" fmla="*/ 250375 h 4939827"/>
              <a:gd name="connsiteX115-933" fmla="*/ 2885389 w 12192000"/>
              <a:gd name="connsiteY115-934" fmla="*/ 255259 h 4939827"/>
              <a:gd name="connsiteX116-935" fmla="*/ 3045916 w 12192000"/>
              <a:gd name="connsiteY116-936" fmla="*/ 261030 h 4939827"/>
              <a:gd name="connsiteX117-937" fmla="*/ 3074187 w 12192000"/>
              <a:gd name="connsiteY117-938" fmla="*/ 243226 h 4939827"/>
              <a:gd name="connsiteX118-939" fmla="*/ 3103677 w 12192000"/>
              <a:gd name="connsiteY118-940" fmla="*/ 209527 h 4939827"/>
              <a:gd name="connsiteX119-941" fmla="*/ 3126759 w 12192000"/>
              <a:gd name="connsiteY119-942" fmla="*/ 211226 h 4939827"/>
              <a:gd name="connsiteX120-943" fmla="*/ 3164020 w 12192000"/>
              <a:gd name="connsiteY120-944" fmla="*/ 212779 h 4939827"/>
              <a:gd name="connsiteX121-945" fmla="*/ 3285019 w 12192000"/>
              <a:gd name="connsiteY121-946" fmla="*/ 220535 h 4939827"/>
              <a:gd name="connsiteX122-947" fmla="*/ 3365154 w 12192000"/>
              <a:gd name="connsiteY122-948" fmla="*/ 226416 h 4939827"/>
              <a:gd name="connsiteX123-949" fmla="*/ 3367507 w 12192000"/>
              <a:gd name="connsiteY123-950" fmla="*/ 225416 h 4939827"/>
              <a:gd name="connsiteX124-951" fmla="*/ 3387567 w 12192000"/>
              <a:gd name="connsiteY124-952" fmla="*/ 227103 h 4939827"/>
              <a:gd name="connsiteX125-953" fmla="*/ 3424753 w 12192000"/>
              <a:gd name="connsiteY125-954" fmla="*/ 244380 h 4939827"/>
              <a:gd name="connsiteX126-955" fmla="*/ 3498001 w 12192000"/>
              <a:gd name="connsiteY126-956" fmla="*/ 231941 h 4939827"/>
              <a:gd name="connsiteX127-957" fmla="*/ 3561557 w 12192000"/>
              <a:gd name="connsiteY127-958" fmla="*/ 228095 h 4939827"/>
              <a:gd name="connsiteX128-959" fmla="*/ 3611920 w 12192000"/>
              <a:gd name="connsiteY128-960" fmla="*/ 218094 h 4939827"/>
              <a:gd name="connsiteX129-961" fmla="*/ 3620528 w 12192000"/>
              <a:gd name="connsiteY129-962" fmla="*/ 218788 h 4939827"/>
              <a:gd name="connsiteX130-963" fmla="*/ 3620766 w 12192000"/>
              <a:gd name="connsiteY130-964" fmla="*/ 218511 h 4939827"/>
              <a:gd name="connsiteX131-965" fmla="*/ 3629977 w 12192000"/>
              <a:gd name="connsiteY131-966" fmla="*/ 218664 h 4939827"/>
              <a:gd name="connsiteX132-967" fmla="*/ 3636217 w 12192000"/>
              <a:gd name="connsiteY132-968" fmla="*/ 220048 h 4939827"/>
              <a:gd name="connsiteX133-969" fmla="*/ 3709484 w 12192000"/>
              <a:gd name="connsiteY133-970" fmla="*/ 186927 h 4939827"/>
              <a:gd name="connsiteX134-971" fmla="*/ 3761342 w 12192000"/>
              <a:gd name="connsiteY134-972" fmla="*/ 177474 h 4939827"/>
              <a:gd name="connsiteX135-973" fmla="*/ 3799748 w 12192000"/>
              <a:gd name="connsiteY135-974" fmla="*/ 167154 h 4939827"/>
              <a:gd name="connsiteX136-975" fmla="*/ 3812225 w 12192000"/>
              <a:gd name="connsiteY136-976" fmla="*/ 189020 h 4939827"/>
              <a:gd name="connsiteX137-977" fmla="*/ 3864537 w 12192000"/>
              <a:gd name="connsiteY137-978" fmla="*/ 200742 h 4939827"/>
              <a:gd name="connsiteX138-979" fmla="*/ 4028476 w 12192000"/>
              <a:gd name="connsiteY138-980" fmla="*/ 223679 h 4939827"/>
              <a:gd name="connsiteX139-981" fmla="*/ 4191582 w 12192000"/>
              <a:gd name="connsiteY139-982" fmla="*/ 238952 h 4939827"/>
              <a:gd name="connsiteX140-983" fmla="*/ 4251024 w 12192000"/>
              <a:gd name="connsiteY140-984" fmla="*/ 240874 h 4939827"/>
              <a:gd name="connsiteX141-985" fmla="*/ 4355275 w 12192000"/>
              <a:gd name="connsiteY141-986" fmla="*/ 260205 h 4939827"/>
              <a:gd name="connsiteX142-987" fmla="*/ 4423807 w 12192000"/>
              <a:gd name="connsiteY142-988" fmla="*/ 270366 h 4939827"/>
              <a:gd name="connsiteX143-989" fmla="*/ 4558432 w 12192000"/>
              <a:gd name="connsiteY143-990" fmla="*/ 269194 h 4939827"/>
              <a:gd name="connsiteX144-991" fmla="*/ 4635061 w 12192000"/>
              <a:gd name="connsiteY144-992" fmla="*/ 280682 h 4939827"/>
              <a:gd name="connsiteX145-993" fmla="*/ 4807427 w 12192000"/>
              <a:gd name="connsiteY145-994" fmla="*/ 276835 h 4939827"/>
              <a:gd name="connsiteX146-995" fmla="*/ 5028933 w 12192000"/>
              <a:gd name="connsiteY146-996" fmla="*/ 183887 h 4939827"/>
              <a:gd name="connsiteX147-997" fmla="*/ 5093642 w 12192000"/>
              <a:gd name="connsiteY147-998" fmla="*/ 177214 h 4939827"/>
              <a:gd name="connsiteX148-999" fmla="*/ 5102642 w 12192000"/>
              <a:gd name="connsiteY148-1000" fmla="*/ 186816 h 4939827"/>
              <a:gd name="connsiteX149-1001" fmla="*/ 5193590 w 12192000"/>
              <a:gd name="connsiteY149-1002" fmla="*/ 136361 h 4939827"/>
              <a:gd name="connsiteX150-1003" fmla="*/ 5323922 w 12192000"/>
              <a:gd name="connsiteY150-1004" fmla="*/ 146332 h 4939827"/>
              <a:gd name="connsiteX151-1005" fmla="*/ 5421860 w 12192000"/>
              <a:gd name="connsiteY151-1006" fmla="*/ 167298 h 4939827"/>
              <a:gd name="connsiteX152-1007" fmla="*/ 5476948 w 12192000"/>
              <a:gd name="connsiteY152-1008" fmla="*/ 173249 h 4939827"/>
              <a:gd name="connsiteX153-1009" fmla="*/ 5516842 w 12192000"/>
              <a:gd name="connsiteY153-1010" fmla="*/ 184018 h 4939827"/>
              <a:gd name="connsiteX154-1011" fmla="*/ 5619415 w 12192000"/>
              <a:gd name="connsiteY154-1012" fmla="*/ 176781 h 4939827"/>
              <a:gd name="connsiteX155-1013" fmla="*/ 5789867 w 12192000"/>
              <a:gd name="connsiteY155-1014" fmla="*/ 150304 h 4939827"/>
              <a:gd name="connsiteX156-1015" fmla="*/ 5825953 w 12192000"/>
              <a:gd name="connsiteY156-1016" fmla="*/ 147907 h 4939827"/>
              <a:gd name="connsiteX157-1017" fmla="*/ 5856168 w 12192000"/>
              <a:gd name="connsiteY157-1018" fmla="*/ 158719 h 4939827"/>
              <a:gd name="connsiteX158-1019" fmla="*/ 5862476 w 12192000"/>
              <a:gd name="connsiteY158-1020" fmla="*/ 172447 h 4939827"/>
              <a:gd name="connsiteX159-1021" fmla="*/ 5882195 w 12192000"/>
              <a:gd name="connsiteY159-1022" fmla="*/ 173195 h 4939827"/>
              <a:gd name="connsiteX160-1023" fmla="*/ 5887271 w 12192000"/>
              <a:gd name="connsiteY160-1024" fmla="*/ 176084 h 4939827"/>
              <a:gd name="connsiteX161-1025" fmla="*/ 5916552 w 12192000"/>
              <a:gd name="connsiteY161-1026" fmla="*/ 189955 h 4939827"/>
              <a:gd name="connsiteX162-1027" fmla="*/ 5983240 w 12192000"/>
              <a:gd name="connsiteY162-1028" fmla="*/ 152755 h 4939827"/>
              <a:gd name="connsiteX163-1029" fmla="*/ 6061852 w 12192000"/>
              <a:gd name="connsiteY163-1030" fmla="*/ 161953 h 4939827"/>
              <a:gd name="connsiteX164-1031" fmla="*/ 6408386 w 12192000"/>
              <a:gd name="connsiteY164-1032" fmla="*/ 157590 h 4939827"/>
              <a:gd name="connsiteX165-1033" fmla="*/ 6531386 w 12192000"/>
              <a:gd name="connsiteY165-1034" fmla="*/ 156103 h 4939827"/>
              <a:gd name="connsiteX166-1035" fmla="*/ 6721509 w 12192000"/>
              <a:gd name="connsiteY166-1036" fmla="*/ 54829 h 4939827"/>
              <a:gd name="connsiteX167-1037" fmla="*/ 6947884 w 12192000"/>
              <a:gd name="connsiteY167-1038" fmla="*/ 47587 h 4939827"/>
              <a:gd name="connsiteX168-1039" fmla="*/ 6965101 w 12192000"/>
              <a:gd name="connsiteY168-1040" fmla="*/ 25718 h 4939827"/>
              <a:gd name="connsiteX169-1041" fmla="*/ 6986370 w 12192000"/>
              <a:gd name="connsiteY169-1042" fmla="*/ 12659 h 4939827"/>
              <a:gd name="connsiteX170-1043" fmla="*/ 6989536 w 12192000"/>
              <a:gd name="connsiteY170-1044" fmla="*/ 14528 h 4939827"/>
              <a:gd name="connsiteX171-1045" fmla="*/ 7015933 w 12192000"/>
              <a:gd name="connsiteY171-1046" fmla="*/ 9653 h 4939827"/>
              <a:gd name="connsiteX172-1047" fmla="*/ 7020592 w 12192000"/>
              <a:gd name="connsiteY172-1048" fmla="*/ 1651 h 4939827"/>
              <a:gd name="connsiteX173-1049" fmla="*/ 7025905 w 12192000"/>
              <a:gd name="connsiteY173-1050" fmla="*/ 0 h 4939827"/>
              <a:gd name="connsiteX0-1051" fmla="*/ 7025905 w 12192000"/>
              <a:gd name="connsiteY0-1052" fmla="*/ 0 h 4939827"/>
              <a:gd name="connsiteX1-1053" fmla="*/ 7032579 w 12192000"/>
              <a:gd name="connsiteY1-1054" fmla="*/ 2808 h 4939827"/>
              <a:gd name="connsiteX2-1055" fmla="*/ 7079505 w 12192000"/>
              <a:gd name="connsiteY2-1056" fmla="*/ 12971 h 4939827"/>
              <a:gd name="connsiteX3-1057" fmla="*/ 7158791 w 12192000"/>
              <a:gd name="connsiteY3-1058" fmla="*/ 12462 h 4939827"/>
              <a:gd name="connsiteX4-1059" fmla="*/ 7233338 w 12192000"/>
              <a:gd name="connsiteY4-1060" fmla="*/ 24846 h 4939827"/>
              <a:gd name="connsiteX5-1061" fmla="*/ 7259791 w 12192000"/>
              <a:gd name="connsiteY5-1062" fmla="*/ 29557 h 4939827"/>
              <a:gd name="connsiteX6-1063" fmla="*/ 7263923 w 12192000"/>
              <a:gd name="connsiteY6-1064" fmla="*/ 35029 h 4939827"/>
              <a:gd name="connsiteX7-1065" fmla="*/ 7281549 w 12192000"/>
              <a:gd name="connsiteY7-1066" fmla="*/ 39654 h 4939827"/>
              <a:gd name="connsiteX8-1067" fmla="*/ 7374735 w 12192000"/>
              <a:gd name="connsiteY8-1068" fmla="*/ 65326 h 4939827"/>
              <a:gd name="connsiteX9-1069" fmla="*/ 7376078 w 12192000"/>
              <a:gd name="connsiteY9-1070" fmla="*/ 63849 h 4939827"/>
              <a:gd name="connsiteX10-1071" fmla="*/ 7402026 w 12192000"/>
              <a:gd name="connsiteY10-1072" fmla="*/ 60308 h 4939827"/>
              <a:gd name="connsiteX11-1073" fmla="*/ 7415091 w 12192000"/>
              <a:gd name="connsiteY11-1074" fmla="*/ 77403 h 4939827"/>
              <a:gd name="connsiteX12-1075" fmla="*/ 7443464 w 12192000"/>
              <a:gd name="connsiteY12-1076" fmla="*/ 68367 h 4939827"/>
              <a:gd name="connsiteX13-1077" fmla="*/ 7588044 w 12192000"/>
              <a:gd name="connsiteY13-1078" fmla="*/ 110756 h 4939827"/>
              <a:gd name="connsiteX14-1079" fmla="*/ 7732750 w 12192000"/>
              <a:gd name="connsiteY14-1080" fmla="*/ 145456 h 4939827"/>
              <a:gd name="connsiteX15-1081" fmla="*/ 7785900 w 12192000"/>
              <a:gd name="connsiteY15-1082" fmla="*/ 154493 h 4939827"/>
              <a:gd name="connsiteX16-1083" fmla="*/ 7877301 w 12192000"/>
              <a:gd name="connsiteY16-1084" fmla="*/ 186153 h 4939827"/>
              <a:gd name="connsiteX17-1085" fmla="*/ 7937675 w 12192000"/>
              <a:gd name="connsiteY17-1086" fmla="*/ 204438 h 4939827"/>
              <a:gd name="connsiteX18-1087" fmla="*/ 7952584 w 12192000"/>
              <a:gd name="connsiteY18-1088" fmla="*/ 170181 h 4939827"/>
              <a:gd name="connsiteX19-1089" fmla="*/ 8009534 w 12192000"/>
              <a:gd name="connsiteY19-1090" fmla="*/ 176441 h 4939827"/>
              <a:gd name="connsiteX20-1091" fmla="*/ 8058681 w 12192000"/>
              <a:gd name="connsiteY20-1092" fmla="*/ 219431 h 4939827"/>
              <a:gd name="connsiteX21-1093" fmla="*/ 8126175 w 12192000"/>
              <a:gd name="connsiteY21-1094" fmla="*/ 240005 h 4939827"/>
              <a:gd name="connsiteX22-1095" fmla="*/ 8166439 w 12192000"/>
              <a:gd name="connsiteY22-1096" fmla="*/ 252699 h 4939827"/>
              <a:gd name="connsiteX23-1097" fmla="*/ 8281371 w 12192000"/>
              <a:gd name="connsiteY23-1098" fmla="*/ 256875 h 4939827"/>
              <a:gd name="connsiteX24-1099" fmla="*/ 8381609 w 12192000"/>
              <a:gd name="connsiteY24-1100" fmla="*/ 240618 h 4939827"/>
              <a:gd name="connsiteX25-1101" fmla="*/ 8406759 w 12192000"/>
              <a:gd name="connsiteY25-1102" fmla="*/ 232517 h 4939827"/>
              <a:gd name="connsiteX26-1103" fmla="*/ 8426506 w 12192000"/>
              <a:gd name="connsiteY26-1104" fmla="*/ 241842 h 4939827"/>
              <a:gd name="connsiteX27-1105" fmla="*/ 8427949 w 12192000"/>
              <a:gd name="connsiteY27-1106" fmla="*/ 240981 h 4939827"/>
              <a:gd name="connsiteX28-1107" fmla="*/ 8441468 w 12192000"/>
              <a:gd name="connsiteY28-1108" fmla="*/ 241157 h 4939827"/>
              <a:gd name="connsiteX29-1109" fmla="*/ 8565757 w 12192000"/>
              <a:gd name="connsiteY29-1110" fmla="*/ 255317 h 4939827"/>
              <a:gd name="connsiteX30-1111" fmla="*/ 8573171 w 12192000"/>
              <a:gd name="connsiteY30-1112" fmla="*/ 258426 h 4939827"/>
              <a:gd name="connsiteX31-1113" fmla="*/ 8573548 w 12192000"/>
              <a:gd name="connsiteY31-1114" fmla="*/ 258241 h 4939827"/>
              <a:gd name="connsiteX32-1115" fmla="*/ 8581827 w 12192000"/>
              <a:gd name="connsiteY32-1116" fmla="*/ 261028 h 4939827"/>
              <a:gd name="connsiteX33-1117" fmla="*/ 8586687 w 12192000"/>
              <a:gd name="connsiteY33-1118" fmla="*/ 264089 h 4939827"/>
              <a:gd name="connsiteX34-1119" fmla="*/ 8601067 w 12192000"/>
              <a:gd name="connsiteY34-1120" fmla="*/ 270114 h 4939827"/>
              <a:gd name="connsiteX35-1121" fmla="*/ 8672650 w 12192000"/>
              <a:gd name="connsiteY35-1122" fmla="*/ 254821 h 4939827"/>
              <a:gd name="connsiteX36-1123" fmla="*/ 8785543 w 12192000"/>
              <a:gd name="connsiteY36-1124" fmla="*/ 263406 h 4939827"/>
              <a:gd name="connsiteX37-1125" fmla="*/ 8830588 w 12192000"/>
              <a:gd name="connsiteY37-1126" fmla="*/ 265483 h 4939827"/>
              <a:gd name="connsiteX38-1127" fmla="*/ 8905142 w 12192000"/>
              <a:gd name="connsiteY38-1128" fmla="*/ 264958 h 4939827"/>
              <a:gd name="connsiteX39-1129" fmla="*/ 8968582 w 12192000"/>
              <a:gd name="connsiteY39-1130" fmla="*/ 262728 h 4939827"/>
              <a:gd name="connsiteX40-1131" fmla="*/ 8972994 w 12192000"/>
              <a:gd name="connsiteY40-1132" fmla="*/ 263284 h 4939827"/>
              <a:gd name="connsiteX41-1133" fmla="*/ 9004605 w 12192000"/>
              <a:gd name="connsiteY41-1134" fmla="*/ 258041 h 4939827"/>
              <a:gd name="connsiteX42-1135" fmla="*/ 9016165 w 12192000"/>
              <a:gd name="connsiteY42-1136" fmla="*/ 261258 h 4939827"/>
              <a:gd name="connsiteX43-1137" fmla="*/ 9043297 w 12192000"/>
              <a:gd name="connsiteY43-1138" fmla="*/ 281547 h 4939827"/>
              <a:gd name="connsiteX44-1139" fmla="*/ 9048315 w 12192000"/>
              <a:gd name="connsiteY44-1140" fmla="*/ 279264 h 4939827"/>
              <a:gd name="connsiteX45-1141" fmla="*/ 9054706 w 12192000"/>
              <a:gd name="connsiteY45-1142" fmla="*/ 278538 h 4939827"/>
              <a:gd name="connsiteX46-1143" fmla="*/ 9070919 w 12192000"/>
              <a:gd name="connsiteY46-1144" fmla="*/ 281810 h 4939827"/>
              <a:gd name="connsiteX47-1145" fmla="*/ 9076813 w 12192000"/>
              <a:gd name="connsiteY47-1146" fmla="*/ 283909 h 4939827"/>
              <a:gd name="connsiteX48-1147" fmla="*/ 9085871 w 12192000"/>
              <a:gd name="connsiteY48-1148" fmla="*/ 285133 h 4939827"/>
              <a:gd name="connsiteX49-1149" fmla="*/ 9086159 w 12192000"/>
              <a:gd name="connsiteY49-1150" fmla="*/ 284887 h 4939827"/>
              <a:gd name="connsiteX50-1151" fmla="*/ 9134606 w 12192000"/>
              <a:gd name="connsiteY50-1152" fmla="*/ 288168 h 4939827"/>
              <a:gd name="connsiteX51-1153" fmla="*/ 9195590 w 12192000"/>
              <a:gd name="connsiteY51-1154" fmla="*/ 279568 h 4939827"/>
              <a:gd name="connsiteX52-1155" fmla="*/ 9219336 w 12192000"/>
              <a:gd name="connsiteY52-1156" fmla="*/ 278133 h 4939827"/>
              <a:gd name="connsiteX53-1157" fmla="*/ 9232362 w 12192000"/>
              <a:gd name="connsiteY53-1158" fmla="*/ 275894 h 4939827"/>
              <a:gd name="connsiteX54-1159" fmla="*/ 9233396 w 12192000"/>
              <a:gd name="connsiteY54-1160" fmla="*/ 274803 h 4939827"/>
              <a:gd name="connsiteX55-1161" fmla="*/ 9256213 w 12192000"/>
              <a:gd name="connsiteY55-1162" fmla="*/ 281576 h 4939827"/>
              <a:gd name="connsiteX56-1163" fmla="*/ 9262377 w 12192000"/>
              <a:gd name="connsiteY56-1164" fmla="*/ 286635 h 4939827"/>
              <a:gd name="connsiteX57-1165" fmla="*/ 9287089 w 12192000"/>
              <a:gd name="connsiteY57-1166" fmla="*/ 303891 h 4939827"/>
              <a:gd name="connsiteX58-1167" fmla="*/ 9371484 w 12192000"/>
              <a:gd name="connsiteY58-1168" fmla="*/ 329634 h 4939827"/>
              <a:gd name="connsiteX59-1169" fmla="*/ 9404829 w 12192000"/>
              <a:gd name="connsiteY59-1170" fmla="*/ 339038 h 4939827"/>
              <a:gd name="connsiteX60-1171" fmla="*/ 9427021 w 12192000"/>
              <a:gd name="connsiteY60-1172" fmla="*/ 358784 h 4939827"/>
              <a:gd name="connsiteX61-1173" fmla="*/ 9670844 w 12192000"/>
              <a:gd name="connsiteY61-1174" fmla="*/ 405128 h 4939827"/>
              <a:gd name="connsiteX62-1175" fmla="*/ 9816083 w 12192000"/>
              <a:gd name="connsiteY62-1176" fmla="*/ 416573 h 4939827"/>
              <a:gd name="connsiteX63-1177" fmla="*/ 9936741 w 12192000"/>
              <a:gd name="connsiteY63-1178" fmla="*/ 437044 h 4939827"/>
              <a:gd name="connsiteX64-1179" fmla="*/ 10050093 w 12192000"/>
              <a:gd name="connsiteY64-1180" fmla="*/ 443783 h 4939827"/>
              <a:gd name="connsiteX65-1181" fmla="*/ 10130090 w 12192000"/>
              <a:gd name="connsiteY65-1182" fmla="*/ 459520 h 4939827"/>
              <a:gd name="connsiteX66-1183" fmla="*/ 10173456 w 12192000"/>
              <a:gd name="connsiteY66-1184" fmla="*/ 457749 h 4939827"/>
              <a:gd name="connsiteX67-1185" fmla="*/ 10218232 w 12192000"/>
              <a:gd name="connsiteY67-1186" fmla="*/ 459820 h 4939827"/>
              <a:gd name="connsiteX68-1187" fmla="*/ 10354176 w 12192000"/>
              <a:gd name="connsiteY68-1188" fmla="*/ 471377 h 4939827"/>
              <a:gd name="connsiteX69-1189" fmla="*/ 10430681 w 12192000"/>
              <a:gd name="connsiteY69-1190" fmla="*/ 481226 h 4939827"/>
              <a:gd name="connsiteX70-1191" fmla="*/ 10478169 w 12192000"/>
              <a:gd name="connsiteY70-1192" fmla="*/ 481774 h 4939827"/>
              <a:gd name="connsiteX71-1193" fmla="*/ 10540907 w 12192000"/>
              <a:gd name="connsiteY71-1194" fmla="*/ 485607 h 4939827"/>
              <a:gd name="connsiteX72-1195" fmla="*/ 10614941 w 12192000"/>
              <a:gd name="connsiteY72-1196" fmla="*/ 487592 h 4939827"/>
              <a:gd name="connsiteX73-1197" fmla="*/ 10674098 w 12192000"/>
              <a:gd name="connsiteY73-1198" fmla="*/ 521656 h 4939827"/>
              <a:gd name="connsiteX74-1199" fmla="*/ 10874834 w 12192000"/>
              <a:gd name="connsiteY74-1200" fmla="*/ 574867 h 4939827"/>
              <a:gd name="connsiteX75-1201" fmla="*/ 10944981 w 12192000"/>
              <a:gd name="connsiteY75-1202" fmla="*/ 615042 h 4939827"/>
              <a:gd name="connsiteX76-1203" fmla="*/ 11006376 w 12192000"/>
              <a:gd name="connsiteY76-1204" fmla="*/ 645957 h 4939827"/>
              <a:gd name="connsiteX77-1205" fmla="*/ 11076308 w 12192000"/>
              <a:gd name="connsiteY77-1206" fmla="*/ 675698 h 4939827"/>
              <a:gd name="connsiteX78-1207" fmla="*/ 11148789 w 12192000"/>
              <a:gd name="connsiteY78-1208" fmla="*/ 685041 h 4939827"/>
              <a:gd name="connsiteX79-1209" fmla="*/ 11249129 w 12192000"/>
              <a:gd name="connsiteY79-1210" fmla="*/ 684218 h 4939827"/>
              <a:gd name="connsiteX80-1211" fmla="*/ 11299915 w 12192000"/>
              <a:gd name="connsiteY80-1212" fmla="*/ 692177 h 4939827"/>
              <a:gd name="connsiteX81-1213" fmla="*/ 11386973 w 12192000"/>
              <a:gd name="connsiteY81-1214" fmla="*/ 708209 h 4939827"/>
              <a:gd name="connsiteX82-1215" fmla="*/ 11500105 w 12192000"/>
              <a:gd name="connsiteY82-1216" fmla="*/ 735014 h 4939827"/>
              <a:gd name="connsiteX83-1217" fmla="*/ 11621735 w 12192000"/>
              <a:gd name="connsiteY83-1218" fmla="*/ 789584 h 4939827"/>
              <a:gd name="connsiteX84-1219" fmla="*/ 11691200 w 12192000"/>
              <a:gd name="connsiteY84-1220" fmla="*/ 867902 h 4939827"/>
              <a:gd name="connsiteX85-1221" fmla="*/ 11819427 w 12192000"/>
              <a:gd name="connsiteY85-1222" fmla="*/ 911634 h 4939827"/>
              <a:gd name="connsiteX86-1223" fmla="*/ 11969720 w 12192000"/>
              <a:gd name="connsiteY86-1224" fmla="*/ 964737 h 4939827"/>
              <a:gd name="connsiteX87-1225" fmla="*/ 12055766 w 12192000"/>
              <a:gd name="connsiteY87-1226" fmla="*/ 991268 h 4939827"/>
              <a:gd name="connsiteX88-1227" fmla="*/ 12171539 w 12192000"/>
              <a:gd name="connsiteY88-1228" fmla="*/ 995427 h 4939827"/>
              <a:gd name="connsiteX89-1229" fmla="*/ 12187831 w 12192000"/>
              <a:gd name="connsiteY89-1230" fmla="*/ 996580 h 4939827"/>
              <a:gd name="connsiteX90-1231" fmla="*/ 12192000 w 12192000"/>
              <a:gd name="connsiteY90-1232" fmla="*/ 996726 h 4939827"/>
              <a:gd name="connsiteX91-1233" fmla="*/ 12192000 w 12192000"/>
              <a:gd name="connsiteY91-1234" fmla="*/ 4939827 h 4939827"/>
              <a:gd name="connsiteX92-1235" fmla="*/ 0 w 12192000"/>
              <a:gd name="connsiteY92-1236" fmla="*/ 4939827 h 4939827"/>
              <a:gd name="connsiteX93-1237" fmla="*/ 0 w 12192000"/>
              <a:gd name="connsiteY93-1238" fmla="*/ 512043 h 4939827"/>
              <a:gd name="connsiteX94-1239" fmla="*/ 7381 w 12192000"/>
              <a:gd name="connsiteY94-1240" fmla="*/ 512580 h 4939827"/>
              <a:gd name="connsiteX95-1241" fmla="*/ 100029 w 12192000"/>
              <a:gd name="connsiteY95-1242" fmla="*/ 504758 h 4939827"/>
              <a:gd name="connsiteX96-1243" fmla="*/ 155244 w 12192000"/>
              <a:gd name="connsiteY96-1244" fmla="*/ 525130 h 4939827"/>
              <a:gd name="connsiteX97-1245" fmla="*/ 254366 w 12192000"/>
              <a:gd name="connsiteY97-1246" fmla="*/ 534449 h 4939827"/>
              <a:gd name="connsiteX98-1247" fmla="*/ 447292 w 12192000"/>
              <a:gd name="connsiteY98-1248" fmla="*/ 542725 h 4939827"/>
              <a:gd name="connsiteX99-1249" fmla="*/ 628105 w 12192000"/>
              <a:gd name="connsiteY99-1250" fmla="*/ 547853 h 4939827"/>
              <a:gd name="connsiteX100-1251" fmla="*/ 783146 w 12192000"/>
              <a:gd name="connsiteY100-1252" fmla="*/ 591799 h 4939827"/>
              <a:gd name="connsiteX101-1253" fmla="*/ 1043676 w 12192000"/>
              <a:gd name="connsiteY101-1254" fmla="*/ 591887 h 4939827"/>
              <a:gd name="connsiteX102-1255" fmla="*/ 1281816 w 12192000"/>
              <a:gd name="connsiteY102-1256" fmla="*/ 520946 h 4939827"/>
              <a:gd name="connsiteX103-1257" fmla="*/ 1486347 w 12192000"/>
              <a:gd name="connsiteY103-1258" fmla="*/ 487310 h 4939827"/>
              <a:gd name="connsiteX104-1259" fmla="*/ 1568079 w 12192000"/>
              <a:gd name="connsiteY104-1260" fmla="*/ 462531 h 4939827"/>
              <a:gd name="connsiteX105-1261" fmla="*/ 1622516 w 12192000"/>
              <a:gd name="connsiteY105-1262" fmla="*/ 466058 h 4939827"/>
              <a:gd name="connsiteX106-1263" fmla="*/ 1655457 w 12192000"/>
              <a:gd name="connsiteY106-1264" fmla="*/ 465359 h 4939827"/>
              <a:gd name="connsiteX107-1265" fmla="*/ 1717454 w 12192000"/>
              <a:gd name="connsiteY107-1266" fmla="*/ 417203 h 4939827"/>
              <a:gd name="connsiteX108-1267" fmla="*/ 1913794 w 12192000"/>
              <a:gd name="connsiteY108-1268" fmla="*/ 365255 h 4939827"/>
              <a:gd name="connsiteX109-1269" fmla="*/ 2129762 w 12192000"/>
              <a:gd name="connsiteY109-1270" fmla="*/ 367832 h 4939827"/>
              <a:gd name="connsiteX110-1271" fmla="*/ 2376970 w 12192000"/>
              <a:gd name="connsiteY110-1272" fmla="*/ 350129 h 4939827"/>
              <a:gd name="connsiteX111-1273" fmla="*/ 2480155 w 12192000"/>
              <a:gd name="connsiteY111-1274" fmla="*/ 359227 h 4939827"/>
              <a:gd name="connsiteX112-1275" fmla="*/ 2586782 w 12192000"/>
              <a:gd name="connsiteY112-1276" fmla="*/ 339352 h 4939827"/>
              <a:gd name="connsiteX113-1277" fmla="*/ 2654496 w 12192000"/>
              <a:gd name="connsiteY113-1278" fmla="*/ 315431 h 4939827"/>
              <a:gd name="connsiteX114-1279" fmla="*/ 2788947 w 12192000"/>
              <a:gd name="connsiteY114-1280" fmla="*/ 250375 h 4939827"/>
              <a:gd name="connsiteX115-1281" fmla="*/ 2885389 w 12192000"/>
              <a:gd name="connsiteY115-1282" fmla="*/ 255259 h 4939827"/>
              <a:gd name="connsiteX116-1283" fmla="*/ 3045916 w 12192000"/>
              <a:gd name="connsiteY116-1284" fmla="*/ 261030 h 4939827"/>
              <a:gd name="connsiteX117-1285" fmla="*/ 3074187 w 12192000"/>
              <a:gd name="connsiteY117-1286" fmla="*/ 243226 h 4939827"/>
              <a:gd name="connsiteX118-1287" fmla="*/ 3103677 w 12192000"/>
              <a:gd name="connsiteY118-1288" fmla="*/ 209527 h 4939827"/>
              <a:gd name="connsiteX119-1289" fmla="*/ 3126759 w 12192000"/>
              <a:gd name="connsiteY119-1290" fmla="*/ 211226 h 4939827"/>
              <a:gd name="connsiteX120-1291" fmla="*/ 3164020 w 12192000"/>
              <a:gd name="connsiteY120-1292" fmla="*/ 212779 h 4939827"/>
              <a:gd name="connsiteX121-1293" fmla="*/ 3285019 w 12192000"/>
              <a:gd name="connsiteY121-1294" fmla="*/ 220535 h 4939827"/>
              <a:gd name="connsiteX122-1295" fmla="*/ 3365154 w 12192000"/>
              <a:gd name="connsiteY122-1296" fmla="*/ 226416 h 4939827"/>
              <a:gd name="connsiteX123-1297" fmla="*/ 3367507 w 12192000"/>
              <a:gd name="connsiteY123-1298" fmla="*/ 225416 h 4939827"/>
              <a:gd name="connsiteX124-1299" fmla="*/ 3387567 w 12192000"/>
              <a:gd name="connsiteY124-1300" fmla="*/ 227103 h 4939827"/>
              <a:gd name="connsiteX125-1301" fmla="*/ 3424753 w 12192000"/>
              <a:gd name="connsiteY125-1302" fmla="*/ 244380 h 4939827"/>
              <a:gd name="connsiteX126-1303" fmla="*/ 3498001 w 12192000"/>
              <a:gd name="connsiteY126-1304" fmla="*/ 231941 h 4939827"/>
              <a:gd name="connsiteX127-1305" fmla="*/ 3561557 w 12192000"/>
              <a:gd name="connsiteY127-1306" fmla="*/ 228095 h 4939827"/>
              <a:gd name="connsiteX128-1307" fmla="*/ 3611920 w 12192000"/>
              <a:gd name="connsiteY128-1308" fmla="*/ 218094 h 4939827"/>
              <a:gd name="connsiteX129-1309" fmla="*/ 3620528 w 12192000"/>
              <a:gd name="connsiteY129-1310" fmla="*/ 218788 h 4939827"/>
              <a:gd name="connsiteX130-1311" fmla="*/ 3620766 w 12192000"/>
              <a:gd name="connsiteY130-1312" fmla="*/ 218511 h 4939827"/>
              <a:gd name="connsiteX131-1313" fmla="*/ 3629977 w 12192000"/>
              <a:gd name="connsiteY131-1314" fmla="*/ 218664 h 4939827"/>
              <a:gd name="connsiteX132-1315" fmla="*/ 3636217 w 12192000"/>
              <a:gd name="connsiteY132-1316" fmla="*/ 220048 h 4939827"/>
              <a:gd name="connsiteX133-1317" fmla="*/ 3709484 w 12192000"/>
              <a:gd name="connsiteY133-1318" fmla="*/ 186927 h 4939827"/>
              <a:gd name="connsiteX134-1319" fmla="*/ 3761342 w 12192000"/>
              <a:gd name="connsiteY134-1320" fmla="*/ 177474 h 4939827"/>
              <a:gd name="connsiteX135-1321" fmla="*/ 3799748 w 12192000"/>
              <a:gd name="connsiteY135-1322" fmla="*/ 167154 h 4939827"/>
              <a:gd name="connsiteX136-1323" fmla="*/ 3812225 w 12192000"/>
              <a:gd name="connsiteY136-1324" fmla="*/ 189020 h 4939827"/>
              <a:gd name="connsiteX137-1325" fmla="*/ 3864537 w 12192000"/>
              <a:gd name="connsiteY137-1326" fmla="*/ 200742 h 4939827"/>
              <a:gd name="connsiteX138-1327" fmla="*/ 4028476 w 12192000"/>
              <a:gd name="connsiteY138-1328" fmla="*/ 223679 h 4939827"/>
              <a:gd name="connsiteX139-1329" fmla="*/ 4191582 w 12192000"/>
              <a:gd name="connsiteY139-1330" fmla="*/ 238952 h 4939827"/>
              <a:gd name="connsiteX140-1331" fmla="*/ 4251024 w 12192000"/>
              <a:gd name="connsiteY140-1332" fmla="*/ 240874 h 4939827"/>
              <a:gd name="connsiteX141-1333" fmla="*/ 4355275 w 12192000"/>
              <a:gd name="connsiteY141-1334" fmla="*/ 260205 h 4939827"/>
              <a:gd name="connsiteX142-1335" fmla="*/ 4423807 w 12192000"/>
              <a:gd name="connsiteY142-1336" fmla="*/ 270366 h 4939827"/>
              <a:gd name="connsiteX143-1337" fmla="*/ 4558432 w 12192000"/>
              <a:gd name="connsiteY143-1338" fmla="*/ 269194 h 4939827"/>
              <a:gd name="connsiteX144-1339" fmla="*/ 4635061 w 12192000"/>
              <a:gd name="connsiteY144-1340" fmla="*/ 280682 h 4939827"/>
              <a:gd name="connsiteX145-1341" fmla="*/ 4807427 w 12192000"/>
              <a:gd name="connsiteY145-1342" fmla="*/ 276835 h 4939827"/>
              <a:gd name="connsiteX146-1343" fmla="*/ 5028933 w 12192000"/>
              <a:gd name="connsiteY146-1344" fmla="*/ 183887 h 4939827"/>
              <a:gd name="connsiteX147-1345" fmla="*/ 5093642 w 12192000"/>
              <a:gd name="connsiteY147-1346" fmla="*/ 177214 h 4939827"/>
              <a:gd name="connsiteX148-1347" fmla="*/ 5102642 w 12192000"/>
              <a:gd name="connsiteY148-1348" fmla="*/ 186816 h 4939827"/>
              <a:gd name="connsiteX149-1349" fmla="*/ 5193590 w 12192000"/>
              <a:gd name="connsiteY149-1350" fmla="*/ 136361 h 4939827"/>
              <a:gd name="connsiteX150-1351" fmla="*/ 5323922 w 12192000"/>
              <a:gd name="connsiteY150-1352" fmla="*/ 146332 h 4939827"/>
              <a:gd name="connsiteX151-1353" fmla="*/ 5421860 w 12192000"/>
              <a:gd name="connsiteY151-1354" fmla="*/ 167298 h 4939827"/>
              <a:gd name="connsiteX152-1355" fmla="*/ 5476948 w 12192000"/>
              <a:gd name="connsiteY152-1356" fmla="*/ 173249 h 4939827"/>
              <a:gd name="connsiteX153-1357" fmla="*/ 5516842 w 12192000"/>
              <a:gd name="connsiteY153-1358" fmla="*/ 184018 h 4939827"/>
              <a:gd name="connsiteX154-1359" fmla="*/ 5619415 w 12192000"/>
              <a:gd name="connsiteY154-1360" fmla="*/ 176781 h 4939827"/>
              <a:gd name="connsiteX155-1361" fmla="*/ 5789867 w 12192000"/>
              <a:gd name="connsiteY155-1362" fmla="*/ 150304 h 4939827"/>
              <a:gd name="connsiteX156-1363" fmla="*/ 5825953 w 12192000"/>
              <a:gd name="connsiteY156-1364" fmla="*/ 147907 h 4939827"/>
              <a:gd name="connsiteX157-1365" fmla="*/ 5856168 w 12192000"/>
              <a:gd name="connsiteY157-1366" fmla="*/ 158719 h 4939827"/>
              <a:gd name="connsiteX158-1367" fmla="*/ 5862476 w 12192000"/>
              <a:gd name="connsiteY158-1368" fmla="*/ 172447 h 4939827"/>
              <a:gd name="connsiteX159-1369" fmla="*/ 5882195 w 12192000"/>
              <a:gd name="connsiteY159-1370" fmla="*/ 173195 h 4939827"/>
              <a:gd name="connsiteX160-1371" fmla="*/ 5887271 w 12192000"/>
              <a:gd name="connsiteY160-1372" fmla="*/ 176084 h 4939827"/>
              <a:gd name="connsiteX161-1373" fmla="*/ 5916552 w 12192000"/>
              <a:gd name="connsiteY161-1374" fmla="*/ 189955 h 4939827"/>
              <a:gd name="connsiteX162-1375" fmla="*/ 5983240 w 12192000"/>
              <a:gd name="connsiteY162-1376" fmla="*/ 152755 h 4939827"/>
              <a:gd name="connsiteX163-1377" fmla="*/ 6061852 w 12192000"/>
              <a:gd name="connsiteY163-1378" fmla="*/ 161953 h 4939827"/>
              <a:gd name="connsiteX164-1379" fmla="*/ 6531386 w 12192000"/>
              <a:gd name="connsiteY164-1380" fmla="*/ 156103 h 4939827"/>
              <a:gd name="connsiteX165-1381" fmla="*/ 6721509 w 12192000"/>
              <a:gd name="connsiteY165-1382" fmla="*/ 54829 h 4939827"/>
              <a:gd name="connsiteX166-1383" fmla="*/ 6947884 w 12192000"/>
              <a:gd name="connsiteY166-1384" fmla="*/ 47587 h 4939827"/>
              <a:gd name="connsiteX167-1385" fmla="*/ 6965101 w 12192000"/>
              <a:gd name="connsiteY167-1386" fmla="*/ 25718 h 4939827"/>
              <a:gd name="connsiteX168-1387" fmla="*/ 6986370 w 12192000"/>
              <a:gd name="connsiteY168-1388" fmla="*/ 12659 h 4939827"/>
              <a:gd name="connsiteX169-1389" fmla="*/ 6989536 w 12192000"/>
              <a:gd name="connsiteY169-1390" fmla="*/ 14528 h 4939827"/>
              <a:gd name="connsiteX170-1391" fmla="*/ 7015933 w 12192000"/>
              <a:gd name="connsiteY170-1392" fmla="*/ 9653 h 4939827"/>
              <a:gd name="connsiteX171-1393" fmla="*/ 7020592 w 12192000"/>
              <a:gd name="connsiteY171-1394" fmla="*/ 1651 h 4939827"/>
              <a:gd name="connsiteX172-1395" fmla="*/ 7025905 w 12192000"/>
              <a:gd name="connsiteY172-1396" fmla="*/ 0 h 4939827"/>
              <a:gd name="connsiteX0-1397" fmla="*/ 7025905 w 12192000"/>
              <a:gd name="connsiteY0-1398" fmla="*/ 0 h 4939827"/>
              <a:gd name="connsiteX1-1399" fmla="*/ 7032579 w 12192000"/>
              <a:gd name="connsiteY1-1400" fmla="*/ 2808 h 4939827"/>
              <a:gd name="connsiteX2-1401" fmla="*/ 7079505 w 12192000"/>
              <a:gd name="connsiteY2-1402" fmla="*/ 12971 h 4939827"/>
              <a:gd name="connsiteX3-1403" fmla="*/ 7158791 w 12192000"/>
              <a:gd name="connsiteY3-1404" fmla="*/ 12462 h 4939827"/>
              <a:gd name="connsiteX4-1405" fmla="*/ 7233338 w 12192000"/>
              <a:gd name="connsiteY4-1406" fmla="*/ 24846 h 4939827"/>
              <a:gd name="connsiteX5-1407" fmla="*/ 7259791 w 12192000"/>
              <a:gd name="connsiteY5-1408" fmla="*/ 29557 h 4939827"/>
              <a:gd name="connsiteX6-1409" fmla="*/ 7263923 w 12192000"/>
              <a:gd name="connsiteY6-1410" fmla="*/ 35029 h 4939827"/>
              <a:gd name="connsiteX7-1411" fmla="*/ 7281549 w 12192000"/>
              <a:gd name="connsiteY7-1412" fmla="*/ 39654 h 4939827"/>
              <a:gd name="connsiteX8-1413" fmla="*/ 7374735 w 12192000"/>
              <a:gd name="connsiteY8-1414" fmla="*/ 65326 h 4939827"/>
              <a:gd name="connsiteX9-1415" fmla="*/ 7376078 w 12192000"/>
              <a:gd name="connsiteY9-1416" fmla="*/ 63849 h 4939827"/>
              <a:gd name="connsiteX10-1417" fmla="*/ 7402026 w 12192000"/>
              <a:gd name="connsiteY10-1418" fmla="*/ 60308 h 4939827"/>
              <a:gd name="connsiteX11-1419" fmla="*/ 7415091 w 12192000"/>
              <a:gd name="connsiteY11-1420" fmla="*/ 77403 h 4939827"/>
              <a:gd name="connsiteX12-1421" fmla="*/ 7443464 w 12192000"/>
              <a:gd name="connsiteY12-1422" fmla="*/ 68367 h 4939827"/>
              <a:gd name="connsiteX13-1423" fmla="*/ 7588044 w 12192000"/>
              <a:gd name="connsiteY13-1424" fmla="*/ 110756 h 4939827"/>
              <a:gd name="connsiteX14-1425" fmla="*/ 7732750 w 12192000"/>
              <a:gd name="connsiteY14-1426" fmla="*/ 145456 h 4939827"/>
              <a:gd name="connsiteX15-1427" fmla="*/ 7785900 w 12192000"/>
              <a:gd name="connsiteY15-1428" fmla="*/ 154493 h 4939827"/>
              <a:gd name="connsiteX16-1429" fmla="*/ 7877301 w 12192000"/>
              <a:gd name="connsiteY16-1430" fmla="*/ 186153 h 4939827"/>
              <a:gd name="connsiteX17-1431" fmla="*/ 7937675 w 12192000"/>
              <a:gd name="connsiteY17-1432" fmla="*/ 204438 h 4939827"/>
              <a:gd name="connsiteX18-1433" fmla="*/ 7952584 w 12192000"/>
              <a:gd name="connsiteY18-1434" fmla="*/ 170181 h 4939827"/>
              <a:gd name="connsiteX19-1435" fmla="*/ 8009534 w 12192000"/>
              <a:gd name="connsiteY19-1436" fmla="*/ 176441 h 4939827"/>
              <a:gd name="connsiteX20-1437" fmla="*/ 8058681 w 12192000"/>
              <a:gd name="connsiteY20-1438" fmla="*/ 219431 h 4939827"/>
              <a:gd name="connsiteX21-1439" fmla="*/ 8126175 w 12192000"/>
              <a:gd name="connsiteY21-1440" fmla="*/ 240005 h 4939827"/>
              <a:gd name="connsiteX22-1441" fmla="*/ 8166439 w 12192000"/>
              <a:gd name="connsiteY22-1442" fmla="*/ 252699 h 4939827"/>
              <a:gd name="connsiteX23-1443" fmla="*/ 8281371 w 12192000"/>
              <a:gd name="connsiteY23-1444" fmla="*/ 256875 h 4939827"/>
              <a:gd name="connsiteX24-1445" fmla="*/ 8381609 w 12192000"/>
              <a:gd name="connsiteY24-1446" fmla="*/ 240618 h 4939827"/>
              <a:gd name="connsiteX25-1447" fmla="*/ 8406759 w 12192000"/>
              <a:gd name="connsiteY25-1448" fmla="*/ 232517 h 4939827"/>
              <a:gd name="connsiteX26-1449" fmla="*/ 8426506 w 12192000"/>
              <a:gd name="connsiteY26-1450" fmla="*/ 241842 h 4939827"/>
              <a:gd name="connsiteX27-1451" fmla="*/ 8427949 w 12192000"/>
              <a:gd name="connsiteY27-1452" fmla="*/ 240981 h 4939827"/>
              <a:gd name="connsiteX28-1453" fmla="*/ 8441468 w 12192000"/>
              <a:gd name="connsiteY28-1454" fmla="*/ 241157 h 4939827"/>
              <a:gd name="connsiteX29-1455" fmla="*/ 8565757 w 12192000"/>
              <a:gd name="connsiteY29-1456" fmla="*/ 255317 h 4939827"/>
              <a:gd name="connsiteX30-1457" fmla="*/ 8573171 w 12192000"/>
              <a:gd name="connsiteY30-1458" fmla="*/ 258426 h 4939827"/>
              <a:gd name="connsiteX31-1459" fmla="*/ 8573548 w 12192000"/>
              <a:gd name="connsiteY31-1460" fmla="*/ 258241 h 4939827"/>
              <a:gd name="connsiteX32-1461" fmla="*/ 8581827 w 12192000"/>
              <a:gd name="connsiteY32-1462" fmla="*/ 261028 h 4939827"/>
              <a:gd name="connsiteX33-1463" fmla="*/ 8586687 w 12192000"/>
              <a:gd name="connsiteY33-1464" fmla="*/ 264089 h 4939827"/>
              <a:gd name="connsiteX34-1465" fmla="*/ 8601067 w 12192000"/>
              <a:gd name="connsiteY34-1466" fmla="*/ 270114 h 4939827"/>
              <a:gd name="connsiteX35-1467" fmla="*/ 8672650 w 12192000"/>
              <a:gd name="connsiteY35-1468" fmla="*/ 254821 h 4939827"/>
              <a:gd name="connsiteX36-1469" fmla="*/ 8785543 w 12192000"/>
              <a:gd name="connsiteY36-1470" fmla="*/ 263406 h 4939827"/>
              <a:gd name="connsiteX37-1471" fmla="*/ 8830588 w 12192000"/>
              <a:gd name="connsiteY37-1472" fmla="*/ 265483 h 4939827"/>
              <a:gd name="connsiteX38-1473" fmla="*/ 8905142 w 12192000"/>
              <a:gd name="connsiteY38-1474" fmla="*/ 264958 h 4939827"/>
              <a:gd name="connsiteX39-1475" fmla="*/ 8968582 w 12192000"/>
              <a:gd name="connsiteY39-1476" fmla="*/ 262728 h 4939827"/>
              <a:gd name="connsiteX40-1477" fmla="*/ 8972994 w 12192000"/>
              <a:gd name="connsiteY40-1478" fmla="*/ 263284 h 4939827"/>
              <a:gd name="connsiteX41-1479" fmla="*/ 9004605 w 12192000"/>
              <a:gd name="connsiteY41-1480" fmla="*/ 258041 h 4939827"/>
              <a:gd name="connsiteX42-1481" fmla="*/ 9016165 w 12192000"/>
              <a:gd name="connsiteY42-1482" fmla="*/ 261258 h 4939827"/>
              <a:gd name="connsiteX43-1483" fmla="*/ 9043297 w 12192000"/>
              <a:gd name="connsiteY43-1484" fmla="*/ 281547 h 4939827"/>
              <a:gd name="connsiteX44-1485" fmla="*/ 9048315 w 12192000"/>
              <a:gd name="connsiteY44-1486" fmla="*/ 279264 h 4939827"/>
              <a:gd name="connsiteX45-1487" fmla="*/ 9054706 w 12192000"/>
              <a:gd name="connsiteY45-1488" fmla="*/ 278538 h 4939827"/>
              <a:gd name="connsiteX46-1489" fmla="*/ 9070919 w 12192000"/>
              <a:gd name="connsiteY46-1490" fmla="*/ 281810 h 4939827"/>
              <a:gd name="connsiteX47-1491" fmla="*/ 9076813 w 12192000"/>
              <a:gd name="connsiteY47-1492" fmla="*/ 283909 h 4939827"/>
              <a:gd name="connsiteX48-1493" fmla="*/ 9085871 w 12192000"/>
              <a:gd name="connsiteY48-1494" fmla="*/ 285133 h 4939827"/>
              <a:gd name="connsiteX49-1495" fmla="*/ 9086159 w 12192000"/>
              <a:gd name="connsiteY49-1496" fmla="*/ 284887 h 4939827"/>
              <a:gd name="connsiteX50-1497" fmla="*/ 9134606 w 12192000"/>
              <a:gd name="connsiteY50-1498" fmla="*/ 288168 h 4939827"/>
              <a:gd name="connsiteX51-1499" fmla="*/ 9195590 w 12192000"/>
              <a:gd name="connsiteY51-1500" fmla="*/ 279568 h 4939827"/>
              <a:gd name="connsiteX52-1501" fmla="*/ 9219336 w 12192000"/>
              <a:gd name="connsiteY52-1502" fmla="*/ 278133 h 4939827"/>
              <a:gd name="connsiteX53-1503" fmla="*/ 9232362 w 12192000"/>
              <a:gd name="connsiteY53-1504" fmla="*/ 275894 h 4939827"/>
              <a:gd name="connsiteX54-1505" fmla="*/ 9233396 w 12192000"/>
              <a:gd name="connsiteY54-1506" fmla="*/ 274803 h 4939827"/>
              <a:gd name="connsiteX55-1507" fmla="*/ 9256213 w 12192000"/>
              <a:gd name="connsiteY55-1508" fmla="*/ 281576 h 4939827"/>
              <a:gd name="connsiteX56-1509" fmla="*/ 9262377 w 12192000"/>
              <a:gd name="connsiteY56-1510" fmla="*/ 286635 h 4939827"/>
              <a:gd name="connsiteX57-1511" fmla="*/ 9287089 w 12192000"/>
              <a:gd name="connsiteY57-1512" fmla="*/ 303891 h 4939827"/>
              <a:gd name="connsiteX58-1513" fmla="*/ 9371484 w 12192000"/>
              <a:gd name="connsiteY58-1514" fmla="*/ 329634 h 4939827"/>
              <a:gd name="connsiteX59-1515" fmla="*/ 9404829 w 12192000"/>
              <a:gd name="connsiteY59-1516" fmla="*/ 339038 h 4939827"/>
              <a:gd name="connsiteX60-1517" fmla="*/ 9427021 w 12192000"/>
              <a:gd name="connsiteY60-1518" fmla="*/ 358784 h 4939827"/>
              <a:gd name="connsiteX61-1519" fmla="*/ 9670844 w 12192000"/>
              <a:gd name="connsiteY61-1520" fmla="*/ 405128 h 4939827"/>
              <a:gd name="connsiteX62-1521" fmla="*/ 9816083 w 12192000"/>
              <a:gd name="connsiteY62-1522" fmla="*/ 416573 h 4939827"/>
              <a:gd name="connsiteX63-1523" fmla="*/ 9936741 w 12192000"/>
              <a:gd name="connsiteY63-1524" fmla="*/ 437044 h 4939827"/>
              <a:gd name="connsiteX64-1525" fmla="*/ 10050093 w 12192000"/>
              <a:gd name="connsiteY64-1526" fmla="*/ 443783 h 4939827"/>
              <a:gd name="connsiteX65-1527" fmla="*/ 10130090 w 12192000"/>
              <a:gd name="connsiteY65-1528" fmla="*/ 459520 h 4939827"/>
              <a:gd name="connsiteX66-1529" fmla="*/ 10173456 w 12192000"/>
              <a:gd name="connsiteY66-1530" fmla="*/ 457749 h 4939827"/>
              <a:gd name="connsiteX67-1531" fmla="*/ 10218232 w 12192000"/>
              <a:gd name="connsiteY67-1532" fmla="*/ 459820 h 4939827"/>
              <a:gd name="connsiteX68-1533" fmla="*/ 10354176 w 12192000"/>
              <a:gd name="connsiteY68-1534" fmla="*/ 471377 h 4939827"/>
              <a:gd name="connsiteX69-1535" fmla="*/ 10430681 w 12192000"/>
              <a:gd name="connsiteY69-1536" fmla="*/ 481226 h 4939827"/>
              <a:gd name="connsiteX70-1537" fmla="*/ 10478169 w 12192000"/>
              <a:gd name="connsiteY70-1538" fmla="*/ 481774 h 4939827"/>
              <a:gd name="connsiteX71-1539" fmla="*/ 10540907 w 12192000"/>
              <a:gd name="connsiteY71-1540" fmla="*/ 485607 h 4939827"/>
              <a:gd name="connsiteX72-1541" fmla="*/ 10614941 w 12192000"/>
              <a:gd name="connsiteY72-1542" fmla="*/ 487592 h 4939827"/>
              <a:gd name="connsiteX73-1543" fmla="*/ 10674098 w 12192000"/>
              <a:gd name="connsiteY73-1544" fmla="*/ 521656 h 4939827"/>
              <a:gd name="connsiteX74-1545" fmla="*/ 10874834 w 12192000"/>
              <a:gd name="connsiteY74-1546" fmla="*/ 574867 h 4939827"/>
              <a:gd name="connsiteX75-1547" fmla="*/ 10944981 w 12192000"/>
              <a:gd name="connsiteY75-1548" fmla="*/ 615042 h 4939827"/>
              <a:gd name="connsiteX76-1549" fmla="*/ 11006376 w 12192000"/>
              <a:gd name="connsiteY76-1550" fmla="*/ 645957 h 4939827"/>
              <a:gd name="connsiteX77-1551" fmla="*/ 11076308 w 12192000"/>
              <a:gd name="connsiteY77-1552" fmla="*/ 675698 h 4939827"/>
              <a:gd name="connsiteX78-1553" fmla="*/ 11148789 w 12192000"/>
              <a:gd name="connsiteY78-1554" fmla="*/ 685041 h 4939827"/>
              <a:gd name="connsiteX79-1555" fmla="*/ 11249129 w 12192000"/>
              <a:gd name="connsiteY79-1556" fmla="*/ 684218 h 4939827"/>
              <a:gd name="connsiteX80-1557" fmla="*/ 11299915 w 12192000"/>
              <a:gd name="connsiteY80-1558" fmla="*/ 692177 h 4939827"/>
              <a:gd name="connsiteX81-1559" fmla="*/ 11386973 w 12192000"/>
              <a:gd name="connsiteY81-1560" fmla="*/ 708209 h 4939827"/>
              <a:gd name="connsiteX82-1561" fmla="*/ 11500105 w 12192000"/>
              <a:gd name="connsiteY82-1562" fmla="*/ 735014 h 4939827"/>
              <a:gd name="connsiteX83-1563" fmla="*/ 11621735 w 12192000"/>
              <a:gd name="connsiteY83-1564" fmla="*/ 789584 h 4939827"/>
              <a:gd name="connsiteX84-1565" fmla="*/ 11691200 w 12192000"/>
              <a:gd name="connsiteY84-1566" fmla="*/ 867902 h 4939827"/>
              <a:gd name="connsiteX85-1567" fmla="*/ 11819427 w 12192000"/>
              <a:gd name="connsiteY85-1568" fmla="*/ 911634 h 4939827"/>
              <a:gd name="connsiteX86-1569" fmla="*/ 11969720 w 12192000"/>
              <a:gd name="connsiteY86-1570" fmla="*/ 964737 h 4939827"/>
              <a:gd name="connsiteX87-1571" fmla="*/ 12055766 w 12192000"/>
              <a:gd name="connsiteY87-1572" fmla="*/ 991268 h 4939827"/>
              <a:gd name="connsiteX88-1573" fmla="*/ 12171539 w 12192000"/>
              <a:gd name="connsiteY88-1574" fmla="*/ 995427 h 4939827"/>
              <a:gd name="connsiteX89-1575" fmla="*/ 12187831 w 12192000"/>
              <a:gd name="connsiteY89-1576" fmla="*/ 996580 h 4939827"/>
              <a:gd name="connsiteX90-1577" fmla="*/ 12192000 w 12192000"/>
              <a:gd name="connsiteY90-1578" fmla="*/ 996726 h 4939827"/>
              <a:gd name="connsiteX91-1579" fmla="*/ 12192000 w 12192000"/>
              <a:gd name="connsiteY91-1580" fmla="*/ 4939827 h 4939827"/>
              <a:gd name="connsiteX92-1581" fmla="*/ 0 w 12192000"/>
              <a:gd name="connsiteY92-1582" fmla="*/ 4939827 h 4939827"/>
              <a:gd name="connsiteX93-1583" fmla="*/ 0 w 12192000"/>
              <a:gd name="connsiteY93-1584" fmla="*/ 512043 h 4939827"/>
              <a:gd name="connsiteX94-1585" fmla="*/ 7381 w 12192000"/>
              <a:gd name="connsiteY94-1586" fmla="*/ 512580 h 4939827"/>
              <a:gd name="connsiteX95-1587" fmla="*/ 100029 w 12192000"/>
              <a:gd name="connsiteY95-1588" fmla="*/ 504758 h 4939827"/>
              <a:gd name="connsiteX96-1589" fmla="*/ 155244 w 12192000"/>
              <a:gd name="connsiteY96-1590" fmla="*/ 525130 h 4939827"/>
              <a:gd name="connsiteX97-1591" fmla="*/ 254366 w 12192000"/>
              <a:gd name="connsiteY97-1592" fmla="*/ 534449 h 4939827"/>
              <a:gd name="connsiteX98-1593" fmla="*/ 447292 w 12192000"/>
              <a:gd name="connsiteY98-1594" fmla="*/ 542725 h 4939827"/>
              <a:gd name="connsiteX99-1595" fmla="*/ 628105 w 12192000"/>
              <a:gd name="connsiteY99-1596" fmla="*/ 547853 h 4939827"/>
              <a:gd name="connsiteX100-1597" fmla="*/ 783146 w 12192000"/>
              <a:gd name="connsiteY100-1598" fmla="*/ 591799 h 4939827"/>
              <a:gd name="connsiteX101-1599" fmla="*/ 1043676 w 12192000"/>
              <a:gd name="connsiteY101-1600" fmla="*/ 591887 h 4939827"/>
              <a:gd name="connsiteX102-1601" fmla="*/ 1281816 w 12192000"/>
              <a:gd name="connsiteY102-1602" fmla="*/ 520946 h 4939827"/>
              <a:gd name="connsiteX103-1603" fmla="*/ 1486347 w 12192000"/>
              <a:gd name="connsiteY103-1604" fmla="*/ 487310 h 4939827"/>
              <a:gd name="connsiteX104-1605" fmla="*/ 1568079 w 12192000"/>
              <a:gd name="connsiteY104-1606" fmla="*/ 462531 h 4939827"/>
              <a:gd name="connsiteX105-1607" fmla="*/ 1622516 w 12192000"/>
              <a:gd name="connsiteY105-1608" fmla="*/ 466058 h 4939827"/>
              <a:gd name="connsiteX106-1609" fmla="*/ 1655457 w 12192000"/>
              <a:gd name="connsiteY106-1610" fmla="*/ 465359 h 4939827"/>
              <a:gd name="connsiteX107-1611" fmla="*/ 1717454 w 12192000"/>
              <a:gd name="connsiteY107-1612" fmla="*/ 417203 h 4939827"/>
              <a:gd name="connsiteX108-1613" fmla="*/ 1913794 w 12192000"/>
              <a:gd name="connsiteY108-1614" fmla="*/ 365255 h 4939827"/>
              <a:gd name="connsiteX109-1615" fmla="*/ 2129762 w 12192000"/>
              <a:gd name="connsiteY109-1616" fmla="*/ 367832 h 4939827"/>
              <a:gd name="connsiteX110-1617" fmla="*/ 2376970 w 12192000"/>
              <a:gd name="connsiteY110-1618" fmla="*/ 350129 h 4939827"/>
              <a:gd name="connsiteX111-1619" fmla="*/ 2480155 w 12192000"/>
              <a:gd name="connsiteY111-1620" fmla="*/ 359227 h 4939827"/>
              <a:gd name="connsiteX112-1621" fmla="*/ 2586782 w 12192000"/>
              <a:gd name="connsiteY112-1622" fmla="*/ 339352 h 4939827"/>
              <a:gd name="connsiteX113-1623" fmla="*/ 2654496 w 12192000"/>
              <a:gd name="connsiteY113-1624" fmla="*/ 315431 h 4939827"/>
              <a:gd name="connsiteX114-1625" fmla="*/ 2788947 w 12192000"/>
              <a:gd name="connsiteY114-1626" fmla="*/ 250375 h 4939827"/>
              <a:gd name="connsiteX115-1627" fmla="*/ 2885389 w 12192000"/>
              <a:gd name="connsiteY115-1628" fmla="*/ 255259 h 4939827"/>
              <a:gd name="connsiteX116-1629" fmla="*/ 3045916 w 12192000"/>
              <a:gd name="connsiteY116-1630" fmla="*/ 261030 h 4939827"/>
              <a:gd name="connsiteX117-1631" fmla="*/ 3074187 w 12192000"/>
              <a:gd name="connsiteY117-1632" fmla="*/ 243226 h 4939827"/>
              <a:gd name="connsiteX118-1633" fmla="*/ 3103677 w 12192000"/>
              <a:gd name="connsiteY118-1634" fmla="*/ 209527 h 4939827"/>
              <a:gd name="connsiteX119-1635" fmla="*/ 3126759 w 12192000"/>
              <a:gd name="connsiteY119-1636" fmla="*/ 211226 h 4939827"/>
              <a:gd name="connsiteX120-1637" fmla="*/ 3164020 w 12192000"/>
              <a:gd name="connsiteY120-1638" fmla="*/ 212779 h 4939827"/>
              <a:gd name="connsiteX121-1639" fmla="*/ 3285019 w 12192000"/>
              <a:gd name="connsiteY121-1640" fmla="*/ 220535 h 4939827"/>
              <a:gd name="connsiteX122-1641" fmla="*/ 3365154 w 12192000"/>
              <a:gd name="connsiteY122-1642" fmla="*/ 226416 h 4939827"/>
              <a:gd name="connsiteX123-1643" fmla="*/ 3367507 w 12192000"/>
              <a:gd name="connsiteY123-1644" fmla="*/ 225416 h 4939827"/>
              <a:gd name="connsiteX124-1645" fmla="*/ 3387567 w 12192000"/>
              <a:gd name="connsiteY124-1646" fmla="*/ 227103 h 4939827"/>
              <a:gd name="connsiteX125-1647" fmla="*/ 3424753 w 12192000"/>
              <a:gd name="connsiteY125-1648" fmla="*/ 244380 h 4939827"/>
              <a:gd name="connsiteX126-1649" fmla="*/ 3498001 w 12192000"/>
              <a:gd name="connsiteY126-1650" fmla="*/ 231941 h 4939827"/>
              <a:gd name="connsiteX127-1651" fmla="*/ 3561557 w 12192000"/>
              <a:gd name="connsiteY127-1652" fmla="*/ 228095 h 4939827"/>
              <a:gd name="connsiteX128-1653" fmla="*/ 3611920 w 12192000"/>
              <a:gd name="connsiteY128-1654" fmla="*/ 218094 h 4939827"/>
              <a:gd name="connsiteX129-1655" fmla="*/ 3620528 w 12192000"/>
              <a:gd name="connsiteY129-1656" fmla="*/ 218788 h 4939827"/>
              <a:gd name="connsiteX130-1657" fmla="*/ 3620766 w 12192000"/>
              <a:gd name="connsiteY130-1658" fmla="*/ 218511 h 4939827"/>
              <a:gd name="connsiteX131-1659" fmla="*/ 3629977 w 12192000"/>
              <a:gd name="connsiteY131-1660" fmla="*/ 218664 h 4939827"/>
              <a:gd name="connsiteX132-1661" fmla="*/ 3636217 w 12192000"/>
              <a:gd name="connsiteY132-1662" fmla="*/ 220048 h 4939827"/>
              <a:gd name="connsiteX133-1663" fmla="*/ 3709484 w 12192000"/>
              <a:gd name="connsiteY133-1664" fmla="*/ 186927 h 4939827"/>
              <a:gd name="connsiteX134-1665" fmla="*/ 3761342 w 12192000"/>
              <a:gd name="connsiteY134-1666" fmla="*/ 177474 h 4939827"/>
              <a:gd name="connsiteX135-1667" fmla="*/ 3799748 w 12192000"/>
              <a:gd name="connsiteY135-1668" fmla="*/ 167154 h 4939827"/>
              <a:gd name="connsiteX136-1669" fmla="*/ 3812225 w 12192000"/>
              <a:gd name="connsiteY136-1670" fmla="*/ 189020 h 4939827"/>
              <a:gd name="connsiteX137-1671" fmla="*/ 3864537 w 12192000"/>
              <a:gd name="connsiteY137-1672" fmla="*/ 200742 h 4939827"/>
              <a:gd name="connsiteX138-1673" fmla="*/ 4028476 w 12192000"/>
              <a:gd name="connsiteY138-1674" fmla="*/ 223679 h 4939827"/>
              <a:gd name="connsiteX139-1675" fmla="*/ 4191582 w 12192000"/>
              <a:gd name="connsiteY139-1676" fmla="*/ 238952 h 4939827"/>
              <a:gd name="connsiteX140-1677" fmla="*/ 4251024 w 12192000"/>
              <a:gd name="connsiteY140-1678" fmla="*/ 240874 h 4939827"/>
              <a:gd name="connsiteX141-1679" fmla="*/ 4355275 w 12192000"/>
              <a:gd name="connsiteY141-1680" fmla="*/ 260205 h 4939827"/>
              <a:gd name="connsiteX142-1681" fmla="*/ 4423807 w 12192000"/>
              <a:gd name="connsiteY142-1682" fmla="*/ 270366 h 4939827"/>
              <a:gd name="connsiteX143-1683" fmla="*/ 4558432 w 12192000"/>
              <a:gd name="connsiteY143-1684" fmla="*/ 269194 h 4939827"/>
              <a:gd name="connsiteX144-1685" fmla="*/ 4635061 w 12192000"/>
              <a:gd name="connsiteY144-1686" fmla="*/ 280682 h 4939827"/>
              <a:gd name="connsiteX145-1687" fmla="*/ 4807427 w 12192000"/>
              <a:gd name="connsiteY145-1688" fmla="*/ 276835 h 4939827"/>
              <a:gd name="connsiteX146-1689" fmla="*/ 5028933 w 12192000"/>
              <a:gd name="connsiteY146-1690" fmla="*/ 183887 h 4939827"/>
              <a:gd name="connsiteX147-1691" fmla="*/ 5093642 w 12192000"/>
              <a:gd name="connsiteY147-1692" fmla="*/ 177214 h 4939827"/>
              <a:gd name="connsiteX148-1693" fmla="*/ 5102642 w 12192000"/>
              <a:gd name="connsiteY148-1694" fmla="*/ 186816 h 4939827"/>
              <a:gd name="connsiteX149-1695" fmla="*/ 5193590 w 12192000"/>
              <a:gd name="connsiteY149-1696" fmla="*/ 136361 h 4939827"/>
              <a:gd name="connsiteX150-1697" fmla="*/ 5323922 w 12192000"/>
              <a:gd name="connsiteY150-1698" fmla="*/ 146332 h 4939827"/>
              <a:gd name="connsiteX151-1699" fmla="*/ 5421860 w 12192000"/>
              <a:gd name="connsiteY151-1700" fmla="*/ 167298 h 4939827"/>
              <a:gd name="connsiteX152-1701" fmla="*/ 5476948 w 12192000"/>
              <a:gd name="connsiteY152-1702" fmla="*/ 173249 h 4939827"/>
              <a:gd name="connsiteX153-1703" fmla="*/ 5516842 w 12192000"/>
              <a:gd name="connsiteY153-1704" fmla="*/ 184018 h 4939827"/>
              <a:gd name="connsiteX154-1705" fmla="*/ 5619415 w 12192000"/>
              <a:gd name="connsiteY154-1706" fmla="*/ 176781 h 4939827"/>
              <a:gd name="connsiteX155-1707" fmla="*/ 5789867 w 12192000"/>
              <a:gd name="connsiteY155-1708" fmla="*/ 150304 h 4939827"/>
              <a:gd name="connsiteX156-1709" fmla="*/ 5825953 w 12192000"/>
              <a:gd name="connsiteY156-1710" fmla="*/ 147907 h 4939827"/>
              <a:gd name="connsiteX157-1711" fmla="*/ 5856168 w 12192000"/>
              <a:gd name="connsiteY157-1712" fmla="*/ 158719 h 4939827"/>
              <a:gd name="connsiteX158-1713" fmla="*/ 5862476 w 12192000"/>
              <a:gd name="connsiteY158-1714" fmla="*/ 172447 h 4939827"/>
              <a:gd name="connsiteX159-1715" fmla="*/ 5882195 w 12192000"/>
              <a:gd name="connsiteY159-1716" fmla="*/ 173195 h 4939827"/>
              <a:gd name="connsiteX160-1717" fmla="*/ 5887271 w 12192000"/>
              <a:gd name="connsiteY160-1718" fmla="*/ 176084 h 4939827"/>
              <a:gd name="connsiteX161-1719" fmla="*/ 5916552 w 12192000"/>
              <a:gd name="connsiteY161-1720" fmla="*/ 189955 h 4939827"/>
              <a:gd name="connsiteX162-1721" fmla="*/ 5983240 w 12192000"/>
              <a:gd name="connsiteY162-1722" fmla="*/ 152755 h 4939827"/>
              <a:gd name="connsiteX163-1723" fmla="*/ 6061852 w 12192000"/>
              <a:gd name="connsiteY163-1724" fmla="*/ 161953 h 4939827"/>
              <a:gd name="connsiteX164-1725" fmla="*/ 6531386 w 12192000"/>
              <a:gd name="connsiteY164-1726" fmla="*/ 156103 h 4939827"/>
              <a:gd name="connsiteX165-1727" fmla="*/ 6947884 w 12192000"/>
              <a:gd name="connsiteY165-1728" fmla="*/ 47587 h 4939827"/>
              <a:gd name="connsiteX166-1729" fmla="*/ 6965101 w 12192000"/>
              <a:gd name="connsiteY166-1730" fmla="*/ 25718 h 4939827"/>
              <a:gd name="connsiteX167-1731" fmla="*/ 6986370 w 12192000"/>
              <a:gd name="connsiteY167-1732" fmla="*/ 12659 h 4939827"/>
              <a:gd name="connsiteX168-1733" fmla="*/ 6989536 w 12192000"/>
              <a:gd name="connsiteY168-1734" fmla="*/ 14528 h 4939827"/>
              <a:gd name="connsiteX169-1735" fmla="*/ 7015933 w 12192000"/>
              <a:gd name="connsiteY169-1736" fmla="*/ 9653 h 4939827"/>
              <a:gd name="connsiteX170-1737" fmla="*/ 7020592 w 12192000"/>
              <a:gd name="connsiteY170-1738" fmla="*/ 1651 h 4939827"/>
              <a:gd name="connsiteX171-1739" fmla="*/ 7025905 w 12192000"/>
              <a:gd name="connsiteY171-1740" fmla="*/ 0 h 4939827"/>
              <a:gd name="connsiteX0-1741" fmla="*/ 7025905 w 12192000"/>
              <a:gd name="connsiteY0-1742" fmla="*/ 0 h 4939827"/>
              <a:gd name="connsiteX1-1743" fmla="*/ 7032579 w 12192000"/>
              <a:gd name="connsiteY1-1744" fmla="*/ 2808 h 4939827"/>
              <a:gd name="connsiteX2-1745" fmla="*/ 7079505 w 12192000"/>
              <a:gd name="connsiteY2-1746" fmla="*/ 12971 h 4939827"/>
              <a:gd name="connsiteX3-1747" fmla="*/ 7158791 w 12192000"/>
              <a:gd name="connsiteY3-1748" fmla="*/ 12462 h 4939827"/>
              <a:gd name="connsiteX4-1749" fmla="*/ 7233338 w 12192000"/>
              <a:gd name="connsiteY4-1750" fmla="*/ 24846 h 4939827"/>
              <a:gd name="connsiteX5-1751" fmla="*/ 7259791 w 12192000"/>
              <a:gd name="connsiteY5-1752" fmla="*/ 29557 h 4939827"/>
              <a:gd name="connsiteX6-1753" fmla="*/ 7263923 w 12192000"/>
              <a:gd name="connsiteY6-1754" fmla="*/ 35029 h 4939827"/>
              <a:gd name="connsiteX7-1755" fmla="*/ 7281549 w 12192000"/>
              <a:gd name="connsiteY7-1756" fmla="*/ 39654 h 4939827"/>
              <a:gd name="connsiteX8-1757" fmla="*/ 7374735 w 12192000"/>
              <a:gd name="connsiteY8-1758" fmla="*/ 65326 h 4939827"/>
              <a:gd name="connsiteX9-1759" fmla="*/ 7376078 w 12192000"/>
              <a:gd name="connsiteY9-1760" fmla="*/ 63849 h 4939827"/>
              <a:gd name="connsiteX10-1761" fmla="*/ 7402026 w 12192000"/>
              <a:gd name="connsiteY10-1762" fmla="*/ 60308 h 4939827"/>
              <a:gd name="connsiteX11-1763" fmla="*/ 7415091 w 12192000"/>
              <a:gd name="connsiteY11-1764" fmla="*/ 77403 h 4939827"/>
              <a:gd name="connsiteX12-1765" fmla="*/ 7443464 w 12192000"/>
              <a:gd name="connsiteY12-1766" fmla="*/ 68367 h 4939827"/>
              <a:gd name="connsiteX13-1767" fmla="*/ 7588044 w 12192000"/>
              <a:gd name="connsiteY13-1768" fmla="*/ 110756 h 4939827"/>
              <a:gd name="connsiteX14-1769" fmla="*/ 7732750 w 12192000"/>
              <a:gd name="connsiteY14-1770" fmla="*/ 145456 h 4939827"/>
              <a:gd name="connsiteX15-1771" fmla="*/ 7785900 w 12192000"/>
              <a:gd name="connsiteY15-1772" fmla="*/ 154493 h 4939827"/>
              <a:gd name="connsiteX16-1773" fmla="*/ 7877301 w 12192000"/>
              <a:gd name="connsiteY16-1774" fmla="*/ 186153 h 4939827"/>
              <a:gd name="connsiteX17-1775" fmla="*/ 7937675 w 12192000"/>
              <a:gd name="connsiteY17-1776" fmla="*/ 204438 h 4939827"/>
              <a:gd name="connsiteX18-1777" fmla="*/ 7952584 w 12192000"/>
              <a:gd name="connsiteY18-1778" fmla="*/ 170181 h 4939827"/>
              <a:gd name="connsiteX19-1779" fmla="*/ 8009534 w 12192000"/>
              <a:gd name="connsiteY19-1780" fmla="*/ 176441 h 4939827"/>
              <a:gd name="connsiteX20-1781" fmla="*/ 8058681 w 12192000"/>
              <a:gd name="connsiteY20-1782" fmla="*/ 219431 h 4939827"/>
              <a:gd name="connsiteX21-1783" fmla="*/ 8126175 w 12192000"/>
              <a:gd name="connsiteY21-1784" fmla="*/ 240005 h 4939827"/>
              <a:gd name="connsiteX22-1785" fmla="*/ 8166439 w 12192000"/>
              <a:gd name="connsiteY22-1786" fmla="*/ 252699 h 4939827"/>
              <a:gd name="connsiteX23-1787" fmla="*/ 8281371 w 12192000"/>
              <a:gd name="connsiteY23-1788" fmla="*/ 256875 h 4939827"/>
              <a:gd name="connsiteX24-1789" fmla="*/ 8381609 w 12192000"/>
              <a:gd name="connsiteY24-1790" fmla="*/ 240618 h 4939827"/>
              <a:gd name="connsiteX25-1791" fmla="*/ 8406759 w 12192000"/>
              <a:gd name="connsiteY25-1792" fmla="*/ 232517 h 4939827"/>
              <a:gd name="connsiteX26-1793" fmla="*/ 8426506 w 12192000"/>
              <a:gd name="connsiteY26-1794" fmla="*/ 241842 h 4939827"/>
              <a:gd name="connsiteX27-1795" fmla="*/ 8427949 w 12192000"/>
              <a:gd name="connsiteY27-1796" fmla="*/ 240981 h 4939827"/>
              <a:gd name="connsiteX28-1797" fmla="*/ 8441468 w 12192000"/>
              <a:gd name="connsiteY28-1798" fmla="*/ 241157 h 4939827"/>
              <a:gd name="connsiteX29-1799" fmla="*/ 8565757 w 12192000"/>
              <a:gd name="connsiteY29-1800" fmla="*/ 255317 h 4939827"/>
              <a:gd name="connsiteX30-1801" fmla="*/ 8573171 w 12192000"/>
              <a:gd name="connsiteY30-1802" fmla="*/ 258426 h 4939827"/>
              <a:gd name="connsiteX31-1803" fmla="*/ 8573548 w 12192000"/>
              <a:gd name="connsiteY31-1804" fmla="*/ 258241 h 4939827"/>
              <a:gd name="connsiteX32-1805" fmla="*/ 8581827 w 12192000"/>
              <a:gd name="connsiteY32-1806" fmla="*/ 261028 h 4939827"/>
              <a:gd name="connsiteX33-1807" fmla="*/ 8586687 w 12192000"/>
              <a:gd name="connsiteY33-1808" fmla="*/ 264089 h 4939827"/>
              <a:gd name="connsiteX34-1809" fmla="*/ 8601067 w 12192000"/>
              <a:gd name="connsiteY34-1810" fmla="*/ 270114 h 4939827"/>
              <a:gd name="connsiteX35-1811" fmla="*/ 8672650 w 12192000"/>
              <a:gd name="connsiteY35-1812" fmla="*/ 254821 h 4939827"/>
              <a:gd name="connsiteX36-1813" fmla="*/ 8785543 w 12192000"/>
              <a:gd name="connsiteY36-1814" fmla="*/ 263406 h 4939827"/>
              <a:gd name="connsiteX37-1815" fmla="*/ 8830588 w 12192000"/>
              <a:gd name="connsiteY37-1816" fmla="*/ 265483 h 4939827"/>
              <a:gd name="connsiteX38-1817" fmla="*/ 8905142 w 12192000"/>
              <a:gd name="connsiteY38-1818" fmla="*/ 264958 h 4939827"/>
              <a:gd name="connsiteX39-1819" fmla="*/ 8968582 w 12192000"/>
              <a:gd name="connsiteY39-1820" fmla="*/ 262728 h 4939827"/>
              <a:gd name="connsiteX40-1821" fmla="*/ 8972994 w 12192000"/>
              <a:gd name="connsiteY40-1822" fmla="*/ 263284 h 4939827"/>
              <a:gd name="connsiteX41-1823" fmla="*/ 9004605 w 12192000"/>
              <a:gd name="connsiteY41-1824" fmla="*/ 258041 h 4939827"/>
              <a:gd name="connsiteX42-1825" fmla="*/ 9016165 w 12192000"/>
              <a:gd name="connsiteY42-1826" fmla="*/ 261258 h 4939827"/>
              <a:gd name="connsiteX43-1827" fmla="*/ 9043297 w 12192000"/>
              <a:gd name="connsiteY43-1828" fmla="*/ 281547 h 4939827"/>
              <a:gd name="connsiteX44-1829" fmla="*/ 9048315 w 12192000"/>
              <a:gd name="connsiteY44-1830" fmla="*/ 279264 h 4939827"/>
              <a:gd name="connsiteX45-1831" fmla="*/ 9054706 w 12192000"/>
              <a:gd name="connsiteY45-1832" fmla="*/ 278538 h 4939827"/>
              <a:gd name="connsiteX46-1833" fmla="*/ 9070919 w 12192000"/>
              <a:gd name="connsiteY46-1834" fmla="*/ 281810 h 4939827"/>
              <a:gd name="connsiteX47-1835" fmla="*/ 9076813 w 12192000"/>
              <a:gd name="connsiteY47-1836" fmla="*/ 283909 h 4939827"/>
              <a:gd name="connsiteX48-1837" fmla="*/ 9085871 w 12192000"/>
              <a:gd name="connsiteY48-1838" fmla="*/ 285133 h 4939827"/>
              <a:gd name="connsiteX49-1839" fmla="*/ 9086159 w 12192000"/>
              <a:gd name="connsiteY49-1840" fmla="*/ 284887 h 4939827"/>
              <a:gd name="connsiteX50-1841" fmla="*/ 9134606 w 12192000"/>
              <a:gd name="connsiteY50-1842" fmla="*/ 288168 h 4939827"/>
              <a:gd name="connsiteX51-1843" fmla="*/ 9195590 w 12192000"/>
              <a:gd name="connsiteY51-1844" fmla="*/ 279568 h 4939827"/>
              <a:gd name="connsiteX52-1845" fmla="*/ 9219336 w 12192000"/>
              <a:gd name="connsiteY52-1846" fmla="*/ 278133 h 4939827"/>
              <a:gd name="connsiteX53-1847" fmla="*/ 9232362 w 12192000"/>
              <a:gd name="connsiteY53-1848" fmla="*/ 275894 h 4939827"/>
              <a:gd name="connsiteX54-1849" fmla="*/ 9233396 w 12192000"/>
              <a:gd name="connsiteY54-1850" fmla="*/ 274803 h 4939827"/>
              <a:gd name="connsiteX55-1851" fmla="*/ 9256213 w 12192000"/>
              <a:gd name="connsiteY55-1852" fmla="*/ 281576 h 4939827"/>
              <a:gd name="connsiteX56-1853" fmla="*/ 9262377 w 12192000"/>
              <a:gd name="connsiteY56-1854" fmla="*/ 286635 h 4939827"/>
              <a:gd name="connsiteX57-1855" fmla="*/ 9287089 w 12192000"/>
              <a:gd name="connsiteY57-1856" fmla="*/ 303891 h 4939827"/>
              <a:gd name="connsiteX58-1857" fmla="*/ 9371484 w 12192000"/>
              <a:gd name="connsiteY58-1858" fmla="*/ 329634 h 4939827"/>
              <a:gd name="connsiteX59-1859" fmla="*/ 9404829 w 12192000"/>
              <a:gd name="connsiteY59-1860" fmla="*/ 339038 h 4939827"/>
              <a:gd name="connsiteX60-1861" fmla="*/ 9427021 w 12192000"/>
              <a:gd name="connsiteY60-1862" fmla="*/ 358784 h 4939827"/>
              <a:gd name="connsiteX61-1863" fmla="*/ 9670844 w 12192000"/>
              <a:gd name="connsiteY61-1864" fmla="*/ 405128 h 4939827"/>
              <a:gd name="connsiteX62-1865" fmla="*/ 9816083 w 12192000"/>
              <a:gd name="connsiteY62-1866" fmla="*/ 416573 h 4939827"/>
              <a:gd name="connsiteX63-1867" fmla="*/ 9936741 w 12192000"/>
              <a:gd name="connsiteY63-1868" fmla="*/ 437044 h 4939827"/>
              <a:gd name="connsiteX64-1869" fmla="*/ 10050093 w 12192000"/>
              <a:gd name="connsiteY64-1870" fmla="*/ 443783 h 4939827"/>
              <a:gd name="connsiteX65-1871" fmla="*/ 10130090 w 12192000"/>
              <a:gd name="connsiteY65-1872" fmla="*/ 459520 h 4939827"/>
              <a:gd name="connsiteX66-1873" fmla="*/ 10173456 w 12192000"/>
              <a:gd name="connsiteY66-1874" fmla="*/ 457749 h 4939827"/>
              <a:gd name="connsiteX67-1875" fmla="*/ 10218232 w 12192000"/>
              <a:gd name="connsiteY67-1876" fmla="*/ 459820 h 4939827"/>
              <a:gd name="connsiteX68-1877" fmla="*/ 10354176 w 12192000"/>
              <a:gd name="connsiteY68-1878" fmla="*/ 471377 h 4939827"/>
              <a:gd name="connsiteX69-1879" fmla="*/ 10430681 w 12192000"/>
              <a:gd name="connsiteY69-1880" fmla="*/ 481226 h 4939827"/>
              <a:gd name="connsiteX70-1881" fmla="*/ 10478169 w 12192000"/>
              <a:gd name="connsiteY70-1882" fmla="*/ 481774 h 4939827"/>
              <a:gd name="connsiteX71-1883" fmla="*/ 10540907 w 12192000"/>
              <a:gd name="connsiteY71-1884" fmla="*/ 485607 h 4939827"/>
              <a:gd name="connsiteX72-1885" fmla="*/ 10614941 w 12192000"/>
              <a:gd name="connsiteY72-1886" fmla="*/ 487592 h 4939827"/>
              <a:gd name="connsiteX73-1887" fmla="*/ 10674098 w 12192000"/>
              <a:gd name="connsiteY73-1888" fmla="*/ 521656 h 4939827"/>
              <a:gd name="connsiteX74-1889" fmla="*/ 10874834 w 12192000"/>
              <a:gd name="connsiteY74-1890" fmla="*/ 574867 h 4939827"/>
              <a:gd name="connsiteX75-1891" fmla="*/ 10944981 w 12192000"/>
              <a:gd name="connsiteY75-1892" fmla="*/ 615042 h 4939827"/>
              <a:gd name="connsiteX76-1893" fmla="*/ 11006376 w 12192000"/>
              <a:gd name="connsiteY76-1894" fmla="*/ 645957 h 4939827"/>
              <a:gd name="connsiteX77-1895" fmla="*/ 11076308 w 12192000"/>
              <a:gd name="connsiteY77-1896" fmla="*/ 675698 h 4939827"/>
              <a:gd name="connsiteX78-1897" fmla="*/ 11148789 w 12192000"/>
              <a:gd name="connsiteY78-1898" fmla="*/ 685041 h 4939827"/>
              <a:gd name="connsiteX79-1899" fmla="*/ 11249129 w 12192000"/>
              <a:gd name="connsiteY79-1900" fmla="*/ 684218 h 4939827"/>
              <a:gd name="connsiteX80-1901" fmla="*/ 11299915 w 12192000"/>
              <a:gd name="connsiteY80-1902" fmla="*/ 692177 h 4939827"/>
              <a:gd name="connsiteX81-1903" fmla="*/ 11386973 w 12192000"/>
              <a:gd name="connsiteY81-1904" fmla="*/ 708209 h 4939827"/>
              <a:gd name="connsiteX82-1905" fmla="*/ 11500105 w 12192000"/>
              <a:gd name="connsiteY82-1906" fmla="*/ 735014 h 4939827"/>
              <a:gd name="connsiteX83-1907" fmla="*/ 11621735 w 12192000"/>
              <a:gd name="connsiteY83-1908" fmla="*/ 789584 h 4939827"/>
              <a:gd name="connsiteX84-1909" fmla="*/ 11691200 w 12192000"/>
              <a:gd name="connsiteY84-1910" fmla="*/ 867902 h 4939827"/>
              <a:gd name="connsiteX85-1911" fmla="*/ 11819427 w 12192000"/>
              <a:gd name="connsiteY85-1912" fmla="*/ 911634 h 4939827"/>
              <a:gd name="connsiteX86-1913" fmla="*/ 11969720 w 12192000"/>
              <a:gd name="connsiteY86-1914" fmla="*/ 964737 h 4939827"/>
              <a:gd name="connsiteX87-1915" fmla="*/ 12055766 w 12192000"/>
              <a:gd name="connsiteY87-1916" fmla="*/ 991268 h 4939827"/>
              <a:gd name="connsiteX88-1917" fmla="*/ 12171539 w 12192000"/>
              <a:gd name="connsiteY88-1918" fmla="*/ 995427 h 4939827"/>
              <a:gd name="connsiteX89-1919" fmla="*/ 12187831 w 12192000"/>
              <a:gd name="connsiteY89-1920" fmla="*/ 996580 h 4939827"/>
              <a:gd name="connsiteX90-1921" fmla="*/ 12192000 w 12192000"/>
              <a:gd name="connsiteY90-1922" fmla="*/ 996726 h 4939827"/>
              <a:gd name="connsiteX91-1923" fmla="*/ 12192000 w 12192000"/>
              <a:gd name="connsiteY91-1924" fmla="*/ 4939827 h 4939827"/>
              <a:gd name="connsiteX92-1925" fmla="*/ 0 w 12192000"/>
              <a:gd name="connsiteY92-1926" fmla="*/ 4939827 h 4939827"/>
              <a:gd name="connsiteX93-1927" fmla="*/ 0 w 12192000"/>
              <a:gd name="connsiteY93-1928" fmla="*/ 512043 h 4939827"/>
              <a:gd name="connsiteX94-1929" fmla="*/ 7381 w 12192000"/>
              <a:gd name="connsiteY94-1930" fmla="*/ 512580 h 4939827"/>
              <a:gd name="connsiteX95-1931" fmla="*/ 100029 w 12192000"/>
              <a:gd name="connsiteY95-1932" fmla="*/ 504758 h 4939827"/>
              <a:gd name="connsiteX96-1933" fmla="*/ 155244 w 12192000"/>
              <a:gd name="connsiteY96-1934" fmla="*/ 525130 h 4939827"/>
              <a:gd name="connsiteX97-1935" fmla="*/ 254366 w 12192000"/>
              <a:gd name="connsiteY97-1936" fmla="*/ 534449 h 4939827"/>
              <a:gd name="connsiteX98-1937" fmla="*/ 447292 w 12192000"/>
              <a:gd name="connsiteY98-1938" fmla="*/ 542725 h 4939827"/>
              <a:gd name="connsiteX99-1939" fmla="*/ 628105 w 12192000"/>
              <a:gd name="connsiteY99-1940" fmla="*/ 547853 h 4939827"/>
              <a:gd name="connsiteX100-1941" fmla="*/ 783146 w 12192000"/>
              <a:gd name="connsiteY100-1942" fmla="*/ 591799 h 4939827"/>
              <a:gd name="connsiteX101-1943" fmla="*/ 1043676 w 12192000"/>
              <a:gd name="connsiteY101-1944" fmla="*/ 591887 h 4939827"/>
              <a:gd name="connsiteX102-1945" fmla="*/ 1281816 w 12192000"/>
              <a:gd name="connsiteY102-1946" fmla="*/ 520946 h 4939827"/>
              <a:gd name="connsiteX103-1947" fmla="*/ 1486347 w 12192000"/>
              <a:gd name="connsiteY103-1948" fmla="*/ 487310 h 4939827"/>
              <a:gd name="connsiteX104-1949" fmla="*/ 1568079 w 12192000"/>
              <a:gd name="connsiteY104-1950" fmla="*/ 462531 h 4939827"/>
              <a:gd name="connsiteX105-1951" fmla="*/ 1622516 w 12192000"/>
              <a:gd name="connsiteY105-1952" fmla="*/ 466058 h 4939827"/>
              <a:gd name="connsiteX106-1953" fmla="*/ 1655457 w 12192000"/>
              <a:gd name="connsiteY106-1954" fmla="*/ 465359 h 4939827"/>
              <a:gd name="connsiteX107-1955" fmla="*/ 1717454 w 12192000"/>
              <a:gd name="connsiteY107-1956" fmla="*/ 417203 h 4939827"/>
              <a:gd name="connsiteX108-1957" fmla="*/ 1913794 w 12192000"/>
              <a:gd name="connsiteY108-1958" fmla="*/ 365255 h 4939827"/>
              <a:gd name="connsiteX109-1959" fmla="*/ 2129762 w 12192000"/>
              <a:gd name="connsiteY109-1960" fmla="*/ 367832 h 4939827"/>
              <a:gd name="connsiteX110-1961" fmla="*/ 2376970 w 12192000"/>
              <a:gd name="connsiteY110-1962" fmla="*/ 350129 h 4939827"/>
              <a:gd name="connsiteX111-1963" fmla="*/ 2480155 w 12192000"/>
              <a:gd name="connsiteY111-1964" fmla="*/ 359227 h 4939827"/>
              <a:gd name="connsiteX112-1965" fmla="*/ 2586782 w 12192000"/>
              <a:gd name="connsiteY112-1966" fmla="*/ 339352 h 4939827"/>
              <a:gd name="connsiteX113-1967" fmla="*/ 2654496 w 12192000"/>
              <a:gd name="connsiteY113-1968" fmla="*/ 315431 h 4939827"/>
              <a:gd name="connsiteX114-1969" fmla="*/ 2788947 w 12192000"/>
              <a:gd name="connsiteY114-1970" fmla="*/ 250375 h 4939827"/>
              <a:gd name="connsiteX115-1971" fmla="*/ 2885389 w 12192000"/>
              <a:gd name="connsiteY115-1972" fmla="*/ 255259 h 4939827"/>
              <a:gd name="connsiteX116-1973" fmla="*/ 3045916 w 12192000"/>
              <a:gd name="connsiteY116-1974" fmla="*/ 261030 h 4939827"/>
              <a:gd name="connsiteX117-1975" fmla="*/ 3074187 w 12192000"/>
              <a:gd name="connsiteY117-1976" fmla="*/ 243226 h 4939827"/>
              <a:gd name="connsiteX118-1977" fmla="*/ 3103677 w 12192000"/>
              <a:gd name="connsiteY118-1978" fmla="*/ 209527 h 4939827"/>
              <a:gd name="connsiteX119-1979" fmla="*/ 3126759 w 12192000"/>
              <a:gd name="connsiteY119-1980" fmla="*/ 211226 h 4939827"/>
              <a:gd name="connsiteX120-1981" fmla="*/ 3164020 w 12192000"/>
              <a:gd name="connsiteY120-1982" fmla="*/ 212779 h 4939827"/>
              <a:gd name="connsiteX121-1983" fmla="*/ 3285019 w 12192000"/>
              <a:gd name="connsiteY121-1984" fmla="*/ 220535 h 4939827"/>
              <a:gd name="connsiteX122-1985" fmla="*/ 3365154 w 12192000"/>
              <a:gd name="connsiteY122-1986" fmla="*/ 226416 h 4939827"/>
              <a:gd name="connsiteX123-1987" fmla="*/ 3367507 w 12192000"/>
              <a:gd name="connsiteY123-1988" fmla="*/ 225416 h 4939827"/>
              <a:gd name="connsiteX124-1989" fmla="*/ 3387567 w 12192000"/>
              <a:gd name="connsiteY124-1990" fmla="*/ 227103 h 4939827"/>
              <a:gd name="connsiteX125-1991" fmla="*/ 3424753 w 12192000"/>
              <a:gd name="connsiteY125-1992" fmla="*/ 244380 h 4939827"/>
              <a:gd name="connsiteX126-1993" fmla="*/ 3498001 w 12192000"/>
              <a:gd name="connsiteY126-1994" fmla="*/ 231941 h 4939827"/>
              <a:gd name="connsiteX127-1995" fmla="*/ 3561557 w 12192000"/>
              <a:gd name="connsiteY127-1996" fmla="*/ 228095 h 4939827"/>
              <a:gd name="connsiteX128-1997" fmla="*/ 3611920 w 12192000"/>
              <a:gd name="connsiteY128-1998" fmla="*/ 218094 h 4939827"/>
              <a:gd name="connsiteX129-1999" fmla="*/ 3620528 w 12192000"/>
              <a:gd name="connsiteY129-2000" fmla="*/ 218788 h 4939827"/>
              <a:gd name="connsiteX130-2001" fmla="*/ 3620766 w 12192000"/>
              <a:gd name="connsiteY130-2002" fmla="*/ 218511 h 4939827"/>
              <a:gd name="connsiteX131-2003" fmla="*/ 3629977 w 12192000"/>
              <a:gd name="connsiteY131-2004" fmla="*/ 218664 h 4939827"/>
              <a:gd name="connsiteX132-2005" fmla="*/ 3636217 w 12192000"/>
              <a:gd name="connsiteY132-2006" fmla="*/ 220048 h 4939827"/>
              <a:gd name="connsiteX133-2007" fmla="*/ 3709484 w 12192000"/>
              <a:gd name="connsiteY133-2008" fmla="*/ 186927 h 4939827"/>
              <a:gd name="connsiteX134-2009" fmla="*/ 3761342 w 12192000"/>
              <a:gd name="connsiteY134-2010" fmla="*/ 177474 h 4939827"/>
              <a:gd name="connsiteX135-2011" fmla="*/ 3799748 w 12192000"/>
              <a:gd name="connsiteY135-2012" fmla="*/ 167154 h 4939827"/>
              <a:gd name="connsiteX136-2013" fmla="*/ 3812225 w 12192000"/>
              <a:gd name="connsiteY136-2014" fmla="*/ 189020 h 4939827"/>
              <a:gd name="connsiteX137-2015" fmla="*/ 3864537 w 12192000"/>
              <a:gd name="connsiteY137-2016" fmla="*/ 200742 h 4939827"/>
              <a:gd name="connsiteX138-2017" fmla="*/ 4028476 w 12192000"/>
              <a:gd name="connsiteY138-2018" fmla="*/ 223679 h 4939827"/>
              <a:gd name="connsiteX139-2019" fmla="*/ 4191582 w 12192000"/>
              <a:gd name="connsiteY139-2020" fmla="*/ 238952 h 4939827"/>
              <a:gd name="connsiteX140-2021" fmla="*/ 4251024 w 12192000"/>
              <a:gd name="connsiteY140-2022" fmla="*/ 240874 h 4939827"/>
              <a:gd name="connsiteX141-2023" fmla="*/ 4355275 w 12192000"/>
              <a:gd name="connsiteY141-2024" fmla="*/ 260205 h 4939827"/>
              <a:gd name="connsiteX142-2025" fmla="*/ 4423807 w 12192000"/>
              <a:gd name="connsiteY142-2026" fmla="*/ 270366 h 4939827"/>
              <a:gd name="connsiteX143-2027" fmla="*/ 4558432 w 12192000"/>
              <a:gd name="connsiteY143-2028" fmla="*/ 269194 h 4939827"/>
              <a:gd name="connsiteX144-2029" fmla="*/ 4635061 w 12192000"/>
              <a:gd name="connsiteY144-2030" fmla="*/ 280682 h 4939827"/>
              <a:gd name="connsiteX145-2031" fmla="*/ 4807427 w 12192000"/>
              <a:gd name="connsiteY145-2032" fmla="*/ 276835 h 4939827"/>
              <a:gd name="connsiteX146-2033" fmla="*/ 5028933 w 12192000"/>
              <a:gd name="connsiteY146-2034" fmla="*/ 183887 h 4939827"/>
              <a:gd name="connsiteX147-2035" fmla="*/ 5093642 w 12192000"/>
              <a:gd name="connsiteY147-2036" fmla="*/ 177214 h 4939827"/>
              <a:gd name="connsiteX148-2037" fmla="*/ 5102642 w 12192000"/>
              <a:gd name="connsiteY148-2038" fmla="*/ 186816 h 4939827"/>
              <a:gd name="connsiteX149-2039" fmla="*/ 5193590 w 12192000"/>
              <a:gd name="connsiteY149-2040" fmla="*/ 136361 h 4939827"/>
              <a:gd name="connsiteX150-2041" fmla="*/ 5323922 w 12192000"/>
              <a:gd name="connsiteY150-2042" fmla="*/ 146332 h 4939827"/>
              <a:gd name="connsiteX151-2043" fmla="*/ 5421860 w 12192000"/>
              <a:gd name="connsiteY151-2044" fmla="*/ 167298 h 4939827"/>
              <a:gd name="connsiteX152-2045" fmla="*/ 5476948 w 12192000"/>
              <a:gd name="connsiteY152-2046" fmla="*/ 173249 h 4939827"/>
              <a:gd name="connsiteX153-2047" fmla="*/ 5516842 w 12192000"/>
              <a:gd name="connsiteY153-2048" fmla="*/ 184018 h 4939827"/>
              <a:gd name="connsiteX154-2049" fmla="*/ 5619415 w 12192000"/>
              <a:gd name="connsiteY154-2050" fmla="*/ 176781 h 4939827"/>
              <a:gd name="connsiteX155-2051" fmla="*/ 5789867 w 12192000"/>
              <a:gd name="connsiteY155-2052" fmla="*/ 150304 h 4939827"/>
              <a:gd name="connsiteX156-2053" fmla="*/ 5825953 w 12192000"/>
              <a:gd name="connsiteY156-2054" fmla="*/ 147907 h 4939827"/>
              <a:gd name="connsiteX157-2055" fmla="*/ 5856168 w 12192000"/>
              <a:gd name="connsiteY157-2056" fmla="*/ 158719 h 4939827"/>
              <a:gd name="connsiteX158-2057" fmla="*/ 5862476 w 12192000"/>
              <a:gd name="connsiteY158-2058" fmla="*/ 172447 h 4939827"/>
              <a:gd name="connsiteX159-2059" fmla="*/ 5882195 w 12192000"/>
              <a:gd name="connsiteY159-2060" fmla="*/ 173195 h 4939827"/>
              <a:gd name="connsiteX160-2061" fmla="*/ 5887271 w 12192000"/>
              <a:gd name="connsiteY160-2062" fmla="*/ 176084 h 4939827"/>
              <a:gd name="connsiteX161-2063" fmla="*/ 5916552 w 12192000"/>
              <a:gd name="connsiteY161-2064" fmla="*/ 189955 h 4939827"/>
              <a:gd name="connsiteX162-2065" fmla="*/ 5983240 w 12192000"/>
              <a:gd name="connsiteY162-2066" fmla="*/ 152755 h 4939827"/>
              <a:gd name="connsiteX163-2067" fmla="*/ 6061852 w 12192000"/>
              <a:gd name="connsiteY163-2068" fmla="*/ 161953 h 4939827"/>
              <a:gd name="connsiteX164-2069" fmla="*/ 6531386 w 12192000"/>
              <a:gd name="connsiteY164-2070" fmla="*/ 156103 h 4939827"/>
              <a:gd name="connsiteX165-2071" fmla="*/ 6756965 w 12192000"/>
              <a:gd name="connsiteY165-2072" fmla="*/ 57636 h 4939827"/>
              <a:gd name="connsiteX166-2073" fmla="*/ 6965101 w 12192000"/>
              <a:gd name="connsiteY166-2074" fmla="*/ 25718 h 4939827"/>
              <a:gd name="connsiteX167-2075" fmla="*/ 6986370 w 12192000"/>
              <a:gd name="connsiteY167-2076" fmla="*/ 12659 h 4939827"/>
              <a:gd name="connsiteX168-2077" fmla="*/ 6989536 w 12192000"/>
              <a:gd name="connsiteY168-2078" fmla="*/ 14528 h 4939827"/>
              <a:gd name="connsiteX169-2079" fmla="*/ 7015933 w 12192000"/>
              <a:gd name="connsiteY169-2080" fmla="*/ 9653 h 4939827"/>
              <a:gd name="connsiteX170-2081" fmla="*/ 7020592 w 12192000"/>
              <a:gd name="connsiteY170-2082" fmla="*/ 1651 h 4939827"/>
              <a:gd name="connsiteX171-2083" fmla="*/ 7025905 w 12192000"/>
              <a:gd name="connsiteY171-2084" fmla="*/ 0 h 4939827"/>
              <a:gd name="connsiteX0-2085" fmla="*/ 7025905 w 12192000"/>
              <a:gd name="connsiteY0-2086" fmla="*/ 0 h 4939827"/>
              <a:gd name="connsiteX1-2087" fmla="*/ 7032579 w 12192000"/>
              <a:gd name="connsiteY1-2088" fmla="*/ 2808 h 4939827"/>
              <a:gd name="connsiteX2-2089" fmla="*/ 7079505 w 12192000"/>
              <a:gd name="connsiteY2-2090" fmla="*/ 12971 h 4939827"/>
              <a:gd name="connsiteX3-2091" fmla="*/ 7158791 w 12192000"/>
              <a:gd name="connsiteY3-2092" fmla="*/ 12462 h 4939827"/>
              <a:gd name="connsiteX4-2093" fmla="*/ 7233338 w 12192000"/>
              <a:gd name="connsiteY4-2094" fmla="*/ 24846 h 4939827"/>
              <a:gd name="connsiteX5-2095" fmla="*/ 7259791 w 12192000"/>
              <a:gd name="connsiteY5-2096" fmla="*/ 29557 h 4939827"/>
              <a:gd name="connsiteX6-2097" fmla="*/ 7263923 w 12192000"/>
              <a:gd name="connsiteY6-2098" fmla="*/ 35029 h 4939827"/>
              <a:gd name="connsiteX7-2099" fmla="*/ 7281549 w 12192000"/>
              <a:gd name="connsiteY7-2100" fmla="*/ 39654 h 4939827"/>
              <a:gd name="connsiteX8-2101" fmla="*/ 7374735 w 12192000"/>
              <a:gd name="connsiteY8-2102" fmla="*/ 65326 h 4939827"/>
              <a:gd name="connsiteX9-2103" fmla="*/ 7376078 w 12192000"/>
              <a:gd name="connsiteY9-2104" fmla="*/ 63849 h 4939827"/>
              <a:gd name="connsiteX10-2105" fmla="*/ 7402026 w 12192000"/>
              <a:gd name="connsiteY10-2106" fmla="*/ 60308 h 4939827"/>
              <a:gd name="connsiteX11-2107" fmla="*/ 7415091 w 12192000"/>
              <a:gd name="connsiteY11-2108" fmla="*/ 77403 h 4939827"/>
              <a:gd name="connsiteX12-2109" fmla="*/ 7443464 w 12192000"/>
              <a:gd name="connsiteY12-2110" fmla="*/ 68367 h 4939827"/>
              <a:gd name="connsiteX13-2111" fmla="*/ 7588044 w 12192000"/>
              <a:gd name="connsiteY13-2112" fmla="*/ 110756 h 4939827"/>
              <a:gd name="connsiteX14-2113" fmla="*/ 7732750 w 12192000"/>
              <a:gd name="connsiteY14-2114" fmla="*/ 145456 h 4939827"/>
              <a:gd name="connsiteX15-2115" fmla="*/ 7785900 w 12192000"/>
              <a:gd name="connsiteY15-2116" fmla="*/ 154493 h 4939827"/>
              <a:gd name="connsiteX16-2117" fmla="*/ 7877301 w 12192000"/>
              <a:gd name="connsiteY16-2118" fmla="*/ 186153 h 4939827"/>
              <a:gd name="connsiteX17-2119" fmla="*/ 7937675 w 12192000"/>
              <a:gd name="connsiteY17-2120" fmla="*/ 204438 h 4939827"/>
              <a:gd name="connsiteX18-2121" fmla="*/ 7952584 w 12192000"/>
              <a:gd name="connsiteY18-2122" fmla="*/ 170181 h 4939827"/>
              <a:gd name="connsiteX19-2123" fmla="*/ 8009534 w 12192000"/>
              <a:gd name="connsiteY19-2124" fmla="*/ 176441 h 4939827"/>
              <a:gd name="connsiteX20-2125" fmla="*/ 8058681 w 12192000"/>
              <a:gd name="connsiteY20-2126" fmla="*/ 219431 h 4939827"/>
              <a:gd name="connsiteX21-2127" fmla="*/ 8126175 w 12192000"/>
              <a:gd name="connsiteY21-2128" fmla="*/ 240005 h 4939827"/>
              <a:gd name="connsiteX22-2129" fmla="*/ 8166439 w 12192000"/>
              <a:gd name="connsiteY22-2130" fmla="*/ 252699 h 4939827"/>
              <a:gd name="connsiteX23-2131" fmla="*/ 8281371 w 12192000"/>
              <a:gd name="connsiteY23-2132" fmla="*/ 256875 h 4939827"/>
              <a:gd name="connsiteX24-2133" fmla="*/ 8381609 w 12192000"/>
              <a:gd name="connsiteY24-2134" fmla="*/ 240618 h 4939827"/>
              <a:gd name="connsiteX25-2135" fmla="*/ 8406759 w 12192000"/>
              <a:gd name="connsiteY25-2136" fmla="*/ 232517 h 4939827"/>
              <a:gd name="connsiteX26-2137" fmla="*/ 8426506 w 12192000"/>
              <a:gd name="connsiteY26-2138" fmla="*/ 241842 h 4939827"/>
              <a:gd name="connsiteX27-2139" fmla="*/ 8427949 w 12192000"/>
              <a:gd name="connsiteY27-2140" fmla="*/ 240981 h 4939827"/>
              <a:gd name="connsiteX28-2141" fmla="*/ 8441468 w 12192000"/>
              <a:gd name="connsiteY28-2142" fmla="*/ 241157 h 4939827"/>
              <a:gd name="connsiteX29-2143" fmla="*/ 8565757 w 12192000"/>
              <a:gd name="connsiteY29-2144" fmla="*/ 255317 h 4939827"/>
              <a:gd name="connsiteX30-2145" fmla="*/ 8573171 w 12192000"/>
              <a:gd name="connsiteY30-2146" fmla="*/ 258426 h 4939827"/>
              <a:gd name="connsiteX31-2147" fmla="*/ 8573548 w 12192000"/>
              <a:gd name="connsiteY31-2148" fmla="*/ 258241 h 4939827"/>
              <a:gd name="connsiteX32-2149" fmla="*/ 8581827 w 12192000"/>
              <a:gd name="connsiteY32-2150" fmla="*/ 261028 h 4939827"/>
              <a:gd name="connsiteX33-2151" fmla="*/ 8586687 w 12192000"/>
              <a:gd name="connsiteY33-2152" fmla="*/ 264089 h 4939827"/>
              <a:gd name="connsiteX34-2153" fmla="*/ 8601067 w 12192000"/>
              <a:gd name="connsiteY34-2154" fmla="*/ 270114 h 4939827"/>
              <a:gd name="connsiteX35-2155" fmla="*/ 8672650 w 12192000"/>
              <a:gd name="connsiteY35-2156" fmla="*/ 254821 h 4939827"/>
              <a:gd name="connsiteX36-2157" fmla="*/ 8785543 w 12192000"/>
              <a:gd name="connsiteY36-2158" fmla="*/ 263406 h 4939827"/>
              <a:gd name="connsiteX37-2159" fmla="*/ 8830588 w 12192000"/>
              <a:gd name="connsiteY37-2160" fmla="*/ 265483 h 4939827"/>
              <a:gd name="connsiteX38-2161" fmla="*/ 8905142 w 12192000"/>
              <a:gd name="connsiteY38-2162" fmla="*/ 264958 h 4939827"/>
              <a:gd name="connsiteX39-2163" fmla="*/ 8968582 w 12192000"/>
              <a:gd name="connsiteY39-2164" fmla="*/ 262728 h 4939827"/>
              <a:gd name="connsiteX40-2165" fmla="*/ 8972994 w 12192000"/>
              <a:gd name="connsiteY40-2166" fmla="*/ 263284 h 4939827"/>
              <a:gd name="connsiteX41-2167" fmla="*/ 9004605 w 12192000"/>
              <a:gd name="connsiteY41-2168" fmla="*/ 258041 h 4939827"/>
              <a:gd name="connsiteX42-2169" fmla="*/ 9016165 w 12192000"/>
              <a:gd name="connsiteY42-2170" fmla="*/ 261258 h 4939827"/>
              <a:gd name="connsiteX43-2171" fmla="*/ 9043297 w 12192000"/>
              <a:gd name="connsiteY43-2172" fmla="*/ 281547 h 4939827"/>
              <a:gd name="connsiteX44-2173" fmla="*/ 9048315 w 12192000"/>
              <a:gd name="connsiteY44-2174" fmla="*/ 279264 h 4939827"/>
              <a:gd name="connsiteX45-2175" fmla="*/ 9054706 w 12192000"/>
              <a:gd name="connsiteY45-2176" fmla="*/ 278538 h 4939827"/>
              <a:gd name="connsiteX46-2177" fmla="*/ 9070919 w 12192000"/>
              <a:gd name="connsiteY46-2178" fmla="*/ 281810 h 4939827"/>
              <a:gd name="connsiteX47-2179" fmla="*/ 9076813 w 12192000"/>
              <a:gd name="connsiteY47-2180" fmla="*/ 283909 h 4939827"/>
              <a:gd name="connsiteX48-2181" fmla="*/ 9085871 w 12192000"/>
              <a:gd name="connsiteY48-2182" fmla="*/ 285133 h 4939827"/>
              <a:gd name="connsiteX49-2183" fmla="*/ 9086159 w 12192000"/>
              <a:gd name="connsiteY49-2184" fmla="*/ 284887 h 4939827"/>
              <a:gd name="connsiteX50-2185" fmla="*/ 9134606 w 12192000"/>
              <a:gd name="connsiteY50-2186" fmla="*/ 288168 h 4939827"/>
              <a:gd name="connsiteX51-2187" fmla="*/ 9195590 w 12192000"/>
              <a:gd name="connsiteY51-2188" fmla="*/ 279568 h 4939827"/>
              <a:gd name="connsiteX52-2189" fmla="*/ 9219336 w 12192000"/>
              <a:gd name="connsiteY52-2190" fmla="*/ 278133 h 4939827"/>
              <a:gd name="connsiteX53-2191" fmla="*/ 9232362 w 12192000"/>
              <a:gd name="connsiteY53-2192" fmla="*/ 275894 h 4939827"/>
              <a:gd name="connsiteX54-2193" fmla="*/ 9233396 w 12192000"/>
              <a:gd name="connsiteY54-2194" fmla="*/ 274803 h 4939827"/>
              <a:gd name="connsiteX55-2195" fmla="*/ 9256213 w 12192000"/>
              <a:gd name="connsiteY55-2196" fmla="*/ 281576 h 4939827"/>
              <a:gd name="connsiteX56-2197" fmla="*/ 9262377 w 12192000"/>
              <a:gd name="connsiteY56-2198" fmla="*/ 286635 h 4939827"/>
              <a:gd name="connsiteX57-2199" fmla="*/ 9287089 w 12192000"/>
              <a:gd name="connsiteY57-2200" fmla="*/ 303891 h 4939827"/>
              <a:gd name="connsiteX58-2201" fmla="*/ 9371484 w 12192000"/>
              <a:gd name="connsiteY58-2202" fmla="*/ 329634 h 4939827"/>
              <a:gd name="connsiteX59-2203" fmla="*/ 9404829 w 12192000"/>
              <a:gd name="connsiteY59-2204" fmla="*/ 339038 h 4939827"/>
              <a:gd name="connsiteX60-2205" fmla="*/ 9427021 w 12192000"/>
              <a:gd name="connsiteY60-2206" fmla="*/ 358784 h 4939827"/>
              <a:gd name="connsiteX61-2207" fmla="*/ 9670844 w 12192000"/>
              <a:gd name="connsiteY61-2208" fmla="*/ 405128 h 4939827"/>
              <a:gd name="connsiteX62-2209" fmla="*/ 9816083 w 12192000"/>
              <a:gd name="connsiteY62-2210" fmla="*/ 416573 h 4939827"/>
              <a:gd name="connsiteX63-2211" fmla="*/ 9936741 w 12192000"/>
              <a:gd name="connsiteY63-2212" fmla="*/ 437044 h 4939827"/>
              <a:gd name="connsiteX64-2213" fmla="*/ 10050093 w 12192000"/>
              <a:gd name="connsiteY64-2214" fmla="*/ 443783 h 4939827"/>
              <a:gd name="connsiteX65-2215" fmla="*/ 10130090 w 12192000"/>
              <a:gd name="connsiteY65-2216" fmla="*/ 459520 h 4939827"/>
              <a:gd name="connsiteX66-2217" fmla="*/ 10173456 w 12192000"/>
              <a:gd name="connsiteY66-2218" fmla="*/ 457749 h 4939827"/>
              <a:gd name="connsiteX67-2219" fmla="*/ 10218232 w 12192000"/>
              <a:gd name="connsiteY67-2220" fmla="*/ 459820 h 4939827"/>
              <a:gd name="connsiteX68-2221" fmla="*/ 10354176 w 12192000"/>
              <a:gd name="connsiteY68-2222" fmla="*/ 471377 h 4939827"/>
              <a:gd name="connsiteX69-2223" fmla="*/ 10430681 w 12192000"/>
              <a:gd name="connsiteY69-2224" fmla="*/ 481226 h 4939827"/>
              <a:gd name="connsiteX70-2225" fmla="*/ 10478169 w 12192000"/>
              <a:gd name="connsiteY70-2226" fmla="*/ 481774 h 4939827"/>
              <a:gd name="connsiteX71-2227" fmla="*/ 10540907 w 12192000"/>
              <a:gd name="connsiteY71-2228" fmla="*/ 485607 h 4939827"/>
              <a:gd name="connsiteX72-2229" fmla="*/ 10614941 w 12192000"/>
              <a:gd name="connsiteY72-2230" fmla="*/ 487592 h 4939827"/>
              <a:gd name="connsiteX73-2231" fmla="*/ 10674098 w 12192000"/>
              <a:gd name="connsiteY73-2232" fmla="*/ 521656 h 4939827"/>
              <a:gd name="connsiteX74-2233" fmla="*/ 10874834 w 12192000"/>
              <a:gd name="connsiteY74-2234" fmla="*/ 574867 h 4939827"/>
              <a:gd name="connsiteX75-2235" fmla="*/ 10944981 w 12192000"/>
              <a:gd name="connsiteY75-2236" fmla="*/ 615042 h 4939827"/>
              <a:gd name="connsiteX76-2237" fmla="*/ 11006376 w 12192000"/>
              <a:gd name="connsiteY76-2238" fmla="*/ 645957 h 4939827"/>
              <a:gd name="connsiteX77-2239" fmla="*/ 11076308 w 12192000"/>
              <a:gd name="connsiteY77-2240" fmla="*/ 675698 h 4939827"/>
              <a:gd name="connsiteX78-2241" fmla="*/ 11148789 w 12192000"/>
              <a:gd name="connsiteY78-2242" fmla="*/ 685041 h 4939827"/>
              <a:gd name="connsiteX79-2243" fmla="*/ 11249129 w 12192000"/>
              <a:gd name="connsiteY79-2244" fmla="*/ 684218 h 4939827"/>
              <a:gd name="connsiteX80-2245" fmla="*/ 11299915 w 12192000"/>
              <a:gd name="connsiteY80-2246" fmla="*/ 692177 h 4939827"/>
              <a:gd name="connsiteX81-2247" fmla="*/ 11386973 w 12192000"/>
              <a:gd name="connsiteY81-2248" fmla="*/ 708209 h 4939827"/>
              <a:gd name="connsiteX82-2249" fmla="*/ 11500105 w 12192000"/>
              <a:gd name="connsiteY82-2250" fmla="*/ 735014 h 4939827"/>
              <a:gd name="connsiteX83-2251" fmla="*/ 11621735 w 12192000"/>
              <a:gd name="connsiteY83-2252" fmla="*/ 789584 h 4939827"/>
              <a:gd name="connsiteX84-2253" fmla="*/ 11691200 w 12192000"/>
              <a:gd name="connsiteY84-2254" fmla="*/ 867902 h 4939827"/>
              <a:gd name="connsiteX85-2255" fmla="*/ 11819427 w 12192000"/>
              <a:gd name="connsiteY85-2256" fmla="*/ 911634 h 4939827"/>
              <a:gd name="connsiteX86-2257" fmla="*/ 11969720 w 12192000"/>
              <a:gd name="connsiteY86-2258" fmla="*/ 964737 h 4939827"/>
              <a:gd name="connsiteX87-2259" fmla="*/ 12055766 w 12192000"/>
              <a:gd name="connsiteY87-2260" fmla="*/ 991268 h 4939827"/>
              <a:gd name="connsiteX88-2261" fmla="*/ 12171539 w 12192000"/>
              <a:gd name="connsiteY88-2262" fmla="*/ 995427 h 4939827"/>
              <a:gd name="connsiteX89-2263" fmla="*/ 12187831 w 12192000"/>
              <a:gd name="connsiteY89-2264" fmla="*/ 996580 h 4939827"/>
              <a:gd name="connsiteX90-2265" fmla="*/ 12192000 w 12192000"/>
              <a:gd name="connsiteY90-2266" fmla="*/ 996726 h 4939827"/>
              <a:gd name="connsiteX91-2267" fmla="*/ 12192000 w 12192000"/>
              <a:gd name="connsiteY91-2268" fmla="*/ 4939827 h 4939827"/>
              <a:gd name="connsiteX92-2269" fmla="*/ 0 w 12192000"/>
              <a:gd name="connsiteY92-2270" fmla="*/ 4939827 h 4939827"/>
              <a:gd name="connsiteX93-2271" fmla="*/ 0 w 12192000"/>
              <a:gd name="connsiteY93-2272" fmla="*/ 512043 h 4939827"/>
              <a:gd name="connsiteX94-2273" fmla="*/ 7381 w 12192000"/>
              <a:gd name="connsiteY94-2274" fmla="*/ 512580 h 4939827"/>
              <a:gd name="connsiteX95-2275" fmla="*/ 100029 w 12192000"/>
              <a:gd name="connsiteY95-2276" fmla="*/ 504758 h 4939827"/>
              <a:gd name="connsiteX96-2277" fmla="*/ 155244 w 12192000"/>
              <a:gd name="connsiteY96-2278" fmla="*/ 525130 h 4939827"/>
              <a:gd name="connsiteX97-2279" fmla="*/ 254366 w 12192000"/>
              <a:gd name="connsiteY97-2280" fmla="*/ 534449 h 4939827"/>
              <a:gd name="connsiteX98-2281" fmla="*/ 447292 w 12192000"/>
              <a:gd name="connsiteY98-2282" fmla="*/ 542725 h 4939827"/>
              <a:gd name="connsiteX99-2283" fmla="*/ 628105 w 12192000"/>
              <a:gd name="connsiteY99-2284" fmla="*/ 547853 h 4939827"/>
              <a:gd name="connsiteX100-2285" fmla="*/ 783146 w 12192000"/>
              <a:gd name="connsiteY100-2286" fmla="*/ 591799 h 4939827"/>
              <a:gd name="connsiteX101-2287" fmla="*/ 1043676 w 12192000"/>
              <a:gd name="connsiteY101-2288" fmla="*/ 591887 h 4939827"/>
              <a:gd name="connsiteX102-2289" fmla="*/ 1281816 w 12192000"/>
              <a:gd name="connsiteY102-2290" fmla="*/ 520946 h 4939827"/>
              <a:gd name="connsiteX103-2291" fmla="*/ 1486347 w 12192000"/>
              <a:gd name="connsiteY103-2292" fmla="*/ 487310 h 4939827"/>
              <a:gd name="connsiteX104-2293" fmla="*/ 1568079 w 12192000"/>
              <a:gd name="connsiteY104-2294" fmla="*/ 462531 h 4939827"/>
              <a:gd name="connsiteX105-2295" fmla="*/ 1622516 w 12192000"/>
              <a:gd name="connsiteY105-2296" fmla="*/ 466058 h 4939827"/>
              <a:gd name="connsiteX106-2297" fmla="*/ 1655457 w 12192000"/>
              <a:gd name="connsiteY106-2298" fmla="*/ 465359 h 4939827"/>
              <a:gd name="connsiteX107-2299" fmla="*/ 1717454 w 12192000"/>
              <a:gd name="connsiteY107-2300" fmla="*/ 417203 h 4939827"/>
              <a:gd name="connsiteX108-2301" fmla="*/ 1913794 w 12192000"/>
              <a:gd name="connsiteY108-2302" fmla="*/ 365255 h 4939827"/>
              <a:gd name="connsiteX109-2303" fmla="*/ 2129762 w 12192000"/>
              <a:gd name="connsiteY109-2304" fmla="*/ 367832 h 4939827"/>
              <a:gd name="connsiteX110-2305" fmla="*/ 2376970 w 12192000"/>
              <a:gd name="connsiteY110-2306" fmla="*/ 350129 h 4939827"/>
              <a:gd name="connsiteX111-2307" fmla="*/ 2480155 w 12192000"/>
              <a:gd name="connsiteY111-2308" fmla="*/ 359227 h 4939827"/>
              <a:gd name="connsiteX112-2309" fmla="*/ 2586782 w 12192000"/>
              <a:gd name="connsiteY112-2310" fmla="*/ 339352 h 4939827"/>
              <a:gd name="connsiteX113-2311" fmla="*/ 2654496 w 12192000"/>
              <a:gd name="connsiteY113-2312" fmla="*/ 315431 h 4939827"/>
              <a:gd name="connsiteX114-2313" fmla="*/ 2788947 w 12192000"/>
              <a:gd name="connsiteY114-2314" fmla="*/ 250375 h 4939827"/>
              <a:gd name="connsiteX115-2315" fmla="*/ 2885389 w 12192000"/>
              <a:gd name="connsiteY115-2316" fmla="*/ 255259 h 4939827"/>
              <a:gd name="connsiteX116-2317" fmla="*/ 3045916 w 12192000"/>
              <a:gd name="connsiteY116-2318" fmla="*/ 261030 h 4939827"/>
              <a:gd name="connsiteX117-2319" fmla="*/ 3074187 w 12192000"/>
              <a:gd name="connsiteY117-2320" fmla="*/ 243226 h 4939827"/>
              <a:gd name="connsiteX118-2321" fmla="*/ 3103677 w 12192000"/>
              <a:gd name="connsiteY118-2322" fmla="*/ 209527 h 4939827"/>
              <a:gd name="connsiteX119-2323" fmla="*/ 3126759 w 12192000"/>
              <a:gd name="connsiteY119-2324" fmla="*/ 211226 h 4939827"/>
              <a:gd name="connsiteX120-2325" fmla="*/ 3164020 w 12192000"/>
              <a:gd name="connsiteY120-2326" fmla="*/ 212779 h 4939827"/>
              <a:gd name="connsiteX121-2327" fmla="*/ 3285019 w 12192000"/>
              <a:gd name="connsiteY121-2328" fmla="*/ 220535 h 4939827"/>
              <a:gd name="connsiteX122-2329" fmla="*/ 3365154 w 12192000"/>
              <a:gd name="connsiteY122-2330" fmla="*/ 226416 h 4939827"/>
              <a:gd name="connsiteX123-2331" fmla="*/ 3367507 w 12192000"/>
              <a:gd name="connsiteY123-2332" fmla="*/ 225416 h 4939827"/>
              <a:gd name="connsiteX124-2333" fmla="*/ 3387567 w 12192000"/>
              <a:gd name="connsiteY124-2334" fmla="*/ 227103 h 4939827"/>
              <a:gd name="connsiteX125-2335" fmla="*/ 3424753 w 12192000"/>
              <a:gd name="connsiteY125-2336" fmla="*/ 244380 h 4939827"/>
              <a:gd name="connsiteX126-2337" fmla="*/ 3498001 w 12192000"/>
              <a:gd name="connsiteY126-2338" fmla="*/ 231941 h 4939827"/>
              <a:gd name="connsiteX127-2339" fmla="*/ 3561557 w 12192000"/>
              <a:gd name="connsiteY127-2340" fmla="*/ 228095 h 4939827"/>
              <a:gd name="connsiteX128-2341" fmla="*/ 3611920 w 12192000"/>
              <a:gd name="connsiteY128-2342" fmla="*/ 218094 h 4939827"/>
              <a:gd name="connsiteX129-2343" fmla="*/ 3620528 w 12192000"/>
              <a:gd name="connsiteY129-2344" fmla="*/ 218788 h 4939827"/>
              <a:gd name="connsiteX130-2345" fmla="*/ 3620766 w 12192000"/>
              <a:gd name="connsiteY130-2346" fmla="*/ 218511 h 4939827"/>
              <a:gd name="connsiteX131-2347" fmla="*/ 3629977 w 12192000"/>
              <a:gd name="connsiteY131-2348" fmla="*/ 218664 h 4939827"/>
              <a:gd name="connsiteX132-2349" fmla="*/ 3636217 w 12192000"/>
              <a:gd name="connsiteY132-2350" fmla="*/ 220048 h 4939827"/>
              <a:gd name="connsiteX133-2351" fmla="*/ 3709484 w 12192000"/>
              <a:gd name="connsiteY133-2352" fmla="*/ 186927 h 4939827"/>
              <a:gd name="connsiteX134-2353" fmla="*/ 3761342 w 12192000"/>
              <a:gd name="connsiteY134-2354" fmla="*/ 177474 h 4939827"/>
              <a:gd name="connsiteX135-2355" fmla="*/ 3799748 w 12192000"/>
              <a:gd name="connsiteY135-2356" fmla="*/ 167154 h 4939827"/>
              <a:gd name="connsiteX136-2357" fmla="*/ 3812225 w 12192000"/>
              <a:gd name="connsiteY136-2358" fmla="*/ 189020 h 4939827"/>
              <a:gd name="connsiteX137-2359" fmla="*/ 3864537 w 12192000"/>
              <a:gd name="connsiteY137-2360" fmla="*/ 200742 h 4939827"/>
              <a:gd name="connsiteX138-2361" fmla="*/ 4028476 w 12192000"/>
              <a:gd name="connsiteY138-2362" fmla="*/ 223679 h 4939827"/>
              <a:gd name="connsiteX139-2363" fmla="*/ 4191582 w 12192000"/>
              <a:gd name="connsiteY139-2364" fmla="*/ 238952 h 4939827"/>
              <a:gd name="connsiteX140-2365" fmla="*/ 4251024 w 12192000"/>
              <a:gd name="connsiteY140-2366" fmla="*/ 240874 h 4939827"/>
              <a:gd name="connsiteX141-2367" fmla="*/ 4355275 w 12192000"/>
              <a:gd name="connsiteY141-2368" fmla="*/ 260205 h 4939827"/>
              <a:gd name="connsiteX142-2369" fmla="*/ 4423807 w 12192000"/>
              <a:gd name="connsiteY142-2370" fmla="*/ 270366 h 4939827"/>
              <a:gd name="connsiteX143-2371" fmla="*/ 4558432 w 12192000"/>
              <a:gd name="connsiteY143-2372" fmla="*/ 269194 h 4939827"/>
              <a:gd name="connsiteX144-2373" fmla="*/ 4635061 w 12192000"/>
              <a:gd name="connsiteY144-2374" fmla="*/ 280682 h 4939827"/>
              <a:gd name="connsiteX145-2375" fmla="*/ 4807427 w 12192000"/>
              <a:gd name="connsiteY145-2376" fmla="*/ 276835 h 4939827"/>
              <a:gd name="connsiteX146-2377" fmla="*/ 5028933 w 12192000"/>
              <a:gd name="connsiteY146-2378" fmla="*/ 183887 h 4939827"/>
              <a:gd name="connsiteX147-2379" fmla="*/ 5093642 w 12192000"/>
              <a:gd name="connsiteY147-2380" fmla="*/ 177214 h 4939827"/>
              <a:gd name="connsiteX148-2381" fmla="*/ 5102642 w 12192000"/>
              <a:gd name="connsiteY148-2382" fmla="*/ 186816 h 4939827"/>
              <a:gd name="connsiteX149-2383" fmla="*/ 5193590 w 12192000"/>
              <a:gd name="connsiteY149-2384" fmla="*/ 136361 h 4939827"/>
              <a:gd name="connsiteX150-2385" fmla="*/ 5323922 w 12192000"/>
              <a:gd name="connsiteY150-2386" fmla="*/ 146332 h 4939827"/>
              <a:gd name="connsiteX151-2387" fmla="*/ 5421860 w 12192000"/>
              <a:gd name="connsiteY151-2388" fmla="*/ 167298 h 4939827"/>
              <a:gd name="connsiteX152-2389" fmla="*/ 5476948 w 12192000"/>
              <a:gd name="connsiteY152-2390" fmla="*/ 173249 h 4939827"/>
              <a:gd name="connsiteX153-2391" fmla="*/ 5516842 w 12192000"/>
              <a:gd name="connsiteY153-2392" fmla="*/ 184018 h 4939827"/>
              <a:gd name="connsiteX154-2393" fmla="*/ 5619415 w 12192000"/>
              <a:gd name="connsiteY154-2394" fmla="*/ 176781 h 4939827"/>
              <a:gd name="connsiteX155-2395" fmla="*/ 5789867 w 12192000"/>
              <a:gd name="connsiteY155-2396" fmla="*/ 150304 h 4939827"/>
              <a:gd name="connsiteX156-2397" fmla="*/ 5825953 w 12192000"/>
              <a:gd name="connsiteY156-2398" fmla="*/ 147907 h 4939827"/>
              <a:gd name="connsiteX157-2399" fmla="*/ 5856168 w 12192000"/>
              <a:gd name="connsiteY157-2400" fmla="*/ 158719 h 4939827"/>
              <a:gd name="connsiteX158-2401" fmla="*/ 5862476 w 12192000"/>
              <a:gd name="connsiteY158-2402" fmla="*/ 172447 h 4939827"/>
              <a:gd name="connsiteX159-2403" fmla="*/ 5882195 w 12192000"/>
              <a:gd name="connsiteY159-2404" fmla="*/ 173195 h 4939827"/>
              <a:gd name="connsiteX160-2405" fmla="*/ 5887271 w 12192000"/>
              <a:gd name="connsiteY160-2406" fmla="*/ 176084 h 4939827"/>
              <a:gd name="connsiteX161-2407" fmla="*/ 5916552 w 12192000"/>
              <a:gd name="connsiteY161-2408" fmla="*/ 189955 h 4939827"/>
              <a:gd name="connsiteX162-2409" fmla="*/ 5983240 w 12192000"/>
              <a:gd name="connsiteY162-2410" fmla="*/ 152755 h 4939827"/>
              <a:gd name="connsiteX163-2411" fmla="*/ 6061852 w 12192000"/>
              <a:gd name="connsiteY163-2412" fmla="*/ 161953 h 4939827"/>
              <a:gd name="connsiteX164-2413" fmla="*/ 6415830 w 12192000"/>
              <a:gd name="connsiteY164-2414" fmla="*/ 136006 h 4939827"/>
              <a:gd name="connsiteX165-2415" fmla="*/ 6756965 w 12192000"/>
              <a:gd name="connsiteY165-2416" fmla="*/ 57636 h 4939827"/>
              <a:gd name="connsiteX166-2417" fmla="*/ 6965101 w 12192000"/>
              <a:gd name="connsiteY166-2418" fmla="*/ 25718 h 4939827"/>
              <a:gd name="connsiteX167-2419" fmla="*/ 6986370 w 12192000"/>
              <a:gd name="connsiteY167-2420" fmla="*/ 12659 h 4939827"/>
              <a:gd name="connsiteX168-2421" fmla="*/ 6989536 w 12192000"/>
              <a:gd name="connsiteY168-2422" fmla="*/ 14528 h 4939827"/>
              <a:gd name="connsiteX169-2423" fmla="*/ 7015933 w 12192000"/>
              <a:gd name="connsiteY169-2424" fmla="*/ 9653 h 4939827"/>
              <a:gd name="connsiteX170-2425" fmla="*/ 7020592 w 12192000"/>
              <a:gd name="connsiteY170-2426" fmla="*/ 1651 h 4939827"/>
              <a:gd name="connsiteX171-2427" fmla="*/ 7025905 w 12192000"/>
              <a:gd name="connsiteY171-2428" fmla="*/ 0 h 4939827"/>
              <a:gd name="connsiteX0-2429" fmla="*/ 7025905 w 12192000"/>
              <a:gd name="connsiteY0-2430" fmla="*/ 0 h 4939827"/>
              <a:gd name="connsiteX1-2431" fmla="*/ 7032579 w 12192000"/>
              <a:gd name="connsiteY1-2432" fmla="*/ 2808 h 4939827"/>
              <a:gd name="connsiteX2-2433" fmla="*/ 7079505 w 12192000"/>
              <a:gd name="connsiteY2-2434" fmla="*/ 12971 h 4939827"/>
              <a:gd name="connsiteX3-2435" fmla="*/ 7158791 w 12192000"/>
              <a:gd name="connsiteY3-2436" fmla="*/ 12462 h 4939827"/>
              <a:gd name="connsiteX4-2437" fmla="*/ 7233338 w 12192000"/>
              <a:gd name="connsiteY4-2438" fmla="*/ 24846 h 4939827"/>
              <a:gd name="connsiteX5-2439" fmla="*/ 7259791 w 12192000"/>
              <a:gd name="connsiteY5-2440" fmla="*/ 29557 h 4939827"/>
              <a:gd name="connsiteX6-2441" fmla="*/ 7263923 w 12192000"/>
              <a:gd name="connsiteY6-2442" fmla="*/ 35029 h 4939827"/>
              <a:gd name="connsiteX7-2443" fmla="*/ 7281549 w 12192000"/>
              <a:gd name="connsiteY7-2444" fmla="*/ 39654 h 4939827"/>
              <a:gd name="connsiteX8-2445" fmla="*/ 7374735 w 12192000"/>
              <a:gd name="connsiteY8-2446" fmla="*/ 65326 h 4939827"/>
              <a:gd name="connsiteX9-2447" fmla="*/ 7376078 w 12192000"/>
              <a:gd name="connsiteY9-2448" fmla="*/ 63849 h 4939827"/>
              <a:gd name="connsiteX10-2449" fmla="*/ 7402026 w 12192000"/>
              <a:gd name="connsiteY10-2450" fmla="*/ 60308 h 4939827"/>
              <a:gd name="connsiteX11-2451" fmla="*/ 7415091 w 12192000"/>
              <a:gd name="connsiteY11-2452" fmla="*/ 77403 h 4939827"/>
              <a:gd name="connsiteX12-2453" fmla="*/ 7443464 w 12192000"/>
              <a:gd name="connsiteY12-2454" fmla="*/ 68367 h 4939827"/>
              <a:gd name="connsiteX13-2455" fmla="*/ 7588044 w 12192000"/>
              <a:gd name="connsiteY13-2456" fmla="*/ 110756 h 4939827"/>
              <a:gd name="connsiteX14-2457" fmla="*/ 7732750 w 12192000"/>
              <a:gd name="connsiteY14-2458" fmla="*/ 145456 h 4939827"/>
              <a:gd name="connsiteX15-2459" fmla="*/ 7785900 w 12192000"/>
              <a:gd name="connsiteY15-2460" fmla="*/ 154493 h 4939827"/>
              <a:gd name="connsiteX16-2461" fmla="*/ 7877301 w 12192000"/>
              <a:gd name="connsiteY16-2462" fmla="*/ 186153 h 4939827"/>
              <a:gd name="connsiteX17-2463" fmla="*/ 7937675 w 12192000"/>
              <a:gd name="connsiteY17-2464" fmla="*/ 204438 h 4939827"/>
              <a:gd name="connsiteX18-2465" fmla="*/ 7952584 w 12192000"/>
              <a:gd name="connsiteY18-2466" fmla="*/ 170181 h 4939827"/>
              <a:gd name="connsiteX19-2467" fmla="*/ 8009534 w 12192000"/>
              <a:gd name="connsiteY19-2468" fmla="*/ 176441 h 4939827"/>
              <a:gd name="connsiteX20-2469" fmla="*/ 8058681 w 12192000"/>
              <a:gd name="connsiteY20-2470" fmla="*/ 219431 h 4939827"/>
              <a:gd name="connsiteX21-2471" fmla="*/ 8126175 w 12192000"/>
              <a:gd name="connsiteY21-2472" fmla="*/ 240005 h 4939827"/>
              <a:gd name="connsiteX22-2473" fmla="*/ 8166439 w 12192000"/>
              <a:gd name="connsiteY22-2474" fmla="*/ 252699 h 4939827"/>
              <a:gd name="connsiteX23-2475" fmla="*/ 8281371 w 12192000"/>
              <a:gd name="connsiteY23-2476" fmla="*/ 256875 h 4939827"/>
              <a:gd name="connsiteX24-2477" fmla="*/ 8381609 w 12192000"/>
              <a:gd name="connsiteY24-2478" fmla="*/ 240618 h 4939827"/>
              <a:gd name="connsiteX25-2479" fmla="*/ 8406759 w 12192000"/>
              <a:gd name="connsiteY25-2480" fmla="*/ 232517 h 4939827"/>
              <a:gd name="connsiteX26-2481" fmla="*/ 8426506 w 12192000"/>
              <a:gd name="connsiteY26-2482" fmla="*/ 241842 h 4939827"/>
              <a:gd name="connsiteX27-2483" fmla="*/ 8427949 w 12192000"/>
              <a:gd name="connsiteY27-2484" fmla="*/ 240981 h 4939827"/>
              <a:gd name="connsiteX28-2485" fmla="*/ 8441468 w 12192000"/>
              <a:gd name="connsiteY28-2486" fmla="*/ 241157 h 4939827"/>
              <a:gd name="connsiteX29-2487" fmla="*/ 8565757 w 12192000"/>
              <a:gd name="connsiteY29-2488" fmla="*/ 255317 h 4939827"/>
              <a:gd name="connsiteX30-2489" fmla="*/ 8573171 w 12192000"/>
              <a:gd name="connsiteY30-2490" fmla="*/ 258426 h 4939827"/>
              <a:gd name="connsiteX31-2491" fmla="*/ 8573548 w 12192000"/>
              <a:gd name="connsiteY31-2492" fmla="*/ 258241 h 4939827"/>
              <a:gd name="connsiteX32-2493" fmla="*/ 8581827 w 12192000"/>
              <a:gd name="connsiteY32-2494" fmla="*/ 261028 h 4939827"/>
              <a:gd name="connsiteX33-2495" fmla="*/ 8586687 w 12192000"/>
              <a:gd name="connsiteY33-2496" fmla="*/ 264089 h 4939827"/>
              <a:gd name="connsiteX34-2497" fmla="*/ 8601067 w 12192000"/>
              <a:gd name="connsiteY34-2498" fmla="*/ 270114 h 4939827"/>
              <a:gd name="connsiteX35-2499" fmla="*/ 8672650 w 12192000"/>
              <a:gd name="connsiteY35-2500" fmla="*/ 254821 h 4939827"/>
              <a:gd name="connsiteX36-2501" fmla="*/ 8785543 w 12192000"/>
              <a:gd name="connsiteY36-2502" fmla="*/ 263406 h 4939827"/>
              <a:gd name="connsiteX37-2503" fmla="*/ 8830588 w 12192000"/>
              <a:gd name="connsiteY37-2504" fmla="*/ 265483 h 4939827"/>
              <a:gd name="connsiteX38-2505" fmla="*/ 8905142 w 12192000"/>
              <a:gd name="connsiteY38-2506" fmla="*/ 264958 h 4939827"/>
              <a:gd name="connsiteX39-2507" fmla="*/ 8968582 w 12192000"/>
              <a:gd name="connsiteY39-2508" fmla="*/ 262728 h 4939827"/>
              <a:gd name="connsiteX40-2509" fmla="*/ 8972994 w 12192000"/>
              <a:gd name="connsiteY40-2510" fmla="*/ 263284 h 4939827"/>
              <a:gd name="connsiteX41-2511" fmla="*/ 9004605 w 12192000"/>
              <a:gd name="connsiteY41-2512" fmla="*/ 258041 h 4939827"/>
              <a:gd name="connsiteX42-2513" fmla="*/ 9016165 w 12192000"/>
              <a:gd name="connsiteY42-2514" fmla="*/ 261258 h 4939827"/>
              <a:gd name="connsiteX43-2515" fmla="*/ 9043297 w 12192000"/>
              <a:gd name="connsiteY43-2516" fmla="*/ 281547 h 4939827"/>
              <a:gd name="connsiteX44-2517" fmla="*/ 9048315 w 12192000"/>
              <a:gd name="connsiteY44-2518" fmla="*/ 279264 h 4939827"/>
              <a:gd name="connsiteX45-2519" fmla="*/ 9054706 w 12192000"/>
              <a:gd name="connsiteY45-2520" fmla="*/ 278538 h 4939827"/>
              <a:gd name="connsiteX46-2521" fmla="*/ 9070919 w 12192000"/>
              <a:gd name="connsiteY46-2522" fmla="*/ 281810 h 4939827"/>
              <a:gd name="connsiteX47-2523" fmla="*/ 9076813 w 12192000"/>
              <a:gd name="connsiteY47-2524" fmla="*/ 283909 h 4939827"/>
              <a:gd name="connsiteX48-2525" fmla="*/ 9085871 w 12192000"/>
              <a:gd name="connsiteY48-2526" fmla="*/ 285133 h 4939827"/>
              <a:gd name="connsiteX49-2527" fmla="*/ 9086159 w 12192000"/>
              <a:gd name="connsiteY49-2528" fmla="*/ 284887 h 4939827"/>
              <a:gd name="connsiteX50-2529" fmla="*/ 9134606 w 12192000"/>
              <a:gd name="connsiteY50-2530" fmla="*/ 288168 h 4939827"/>
              <a:gd name="connsiteX51-2531" fmla="*/ 9195590 w 12192000"/>
              <a:gd name="connsiteY51-2532" fmla="*/ 279568 h 4939827"/>
              <a:gd name="connsiteX52-2533" fmla="*/ 9219336 w 12192000"/>
              <a:gd name="connsiteY52-2534" fmla="*/ 278133 h 4939827"/>
              <a:gd name="connsiteX53-2535" fmla="*/ 9232362 w 12192000"/>
              <a:gd name="connsiteY53-2536" fmla="*/ 275894 h 4939827"/>
              <a:gd name="connsiteX54-2537" fmla="*/ 9233396 w 12192000"/>
              <a:gd name="connsiteY54-2538" fmla="*/ 274803 h 4939827"/>
              <a:gd name="connsiteX55-2539" fmla="*/ 9256213 w 12192000"/>
              <a:gd name="connsiteY55-2540" fmla="*/ 281576 h 4939827"/>
              <a:gd name="connsiteX56-2541" fmla="*/ 9262377 w 12192000"/>
              <a:gd name="connsiteY56-2542" fmla="*/ 286635 h 4939827"/>
              <a:gd name="connsiteX57-2543" fmla="*/ 9287089 w 12192000"/>
              <a:gd name="connsiteY57-2544" fmla="*/ 303891 h 4939827"/>
              <a:gd name="connsiteX58-2545" fmla="*/ 9371484 w 12192000"/>
              <a:gd name="connsiteY58-2546" fmla="*/ 329634 h 4939827"/>
              <a:gd name="connsiteX59-2547" fmla="*/ 9404829 w 12192000"/>
              <a:gd name="connsiteY59-2548" fmla="*/ 339038 h 4939827"/>
              <a:gd name="connsiteX60-2549" fmla="*/ 9427021 w 12192000"/>
              <a:gd name="connsiteY60-2550" fmla="*/ 358784 h 4939827"/>
              <a:gd name="connsiteX61-2551" fmla="*/ 9670844 w 12192000"/>
              <a:gd name="connsiteY61-2552" fmla="*/ 405128 h 4939827"/>
              <a:gd name="connsiteX62-2553" fmla="*/ 9816083 w 12192000"/>
              <a:gd name="connsiteY62-2554" fmla="*/ 416573 h 4939827"/>
              <a:gd name="connsiteX63-2555" fmla="*/ 9936741 w 12192000"/>
              <a:gd name="connsiteY63-2556" fmla="*/ 437044 h 4939827"/>
              <a:gd name="connsiteX64-2557" fmla="*/ 10050093 w 12192000"/>
              <a:gd name="connsiteY64-2558" fmla="*/ 443783 h 4939827"/>
              <a:gd name="connsiteX65-2559" fmla="*/ 10130090 w 12192000"/>
              <a:gd name="connsiteY65-2560" fmla="*/ 459520 h 4939827"/>
              <a:gd name="connsiteX66-2561" fmla="*/ 10173456 w 12192000"/>
              <a:gd name="connsiteY66-2562" fmla="*/ 457749 h 4939827"/>
              <a:gd name="connsiteX67-2563" fmla="*/ 10218232 w 12192000"/>
              <a:gd name="connsiteY67-2564" fmla="*/ 459820 h 4939827"/>
              <a:gd name="connsiteX68-2565" fmla="*/ 10354176 w 12192000"/>
              <a:gd name="connsiteY68-2566" fmla="*/ 471377 h 4939827"/>
              <a:gd name="connsiteX69-2567" fmla="*/ 10430681 w 12192000"/>
              <a:gd name="connsiteY69-2568" fmla="*/ 481226 h 4939827"/>
              <a:gd name="connsiteX70-2569" fmla="*/ 10478169 w 12192000"/>
              <a:gd name="connsiteY70-2570" fmla="*/ 481774 h 4939827"/>
              <a:gd name="connsiteX71-2571" fmla="*/ 10540907 w 12192000"/>
              <a:gd name="connsiteY71-2572" fmla="*/ 485607 h 4939827"/>
              <a:gd name="connsiteX72-2573" fmla="*/ 10614941 w 12192000"/>
              <a:gd name="connsiteY72-2574" fmla="*/ 487592 h 4939827"/>
              <a:gd name="connsiteX73-2575" fmla="*/ 10674098 w 12192000"/>
              <a:gd name="connsiteY73-2576" fmla="*/ 521656 h 4939827"/>
              <a:gd name="connsiteX74-2577" fmla="*/ 10874834 w 12192000"/>
              <a:gd name="connsiteY74-2578" fmla="*/ 574867 h 4939827"/>
              <a:gd name="connsiteX75-2579" fmla="*/ 10944981 w 12192000"/>
              <a:gd name="connsiteY75-2580" fmla="*/ 615042 h 4939827"/>
              <a:gd name="connsiteX76-2581" fmla="*/ 11006376 w 12192000"/>
              <a:gd name="connsiteY76-2582" fmla="*/ 645957 h 4939827"/>
              <a:gd name="connsiteX77-2583" fmla="*/ 11076308 w 12192000"/>
              <a:gd name="connsiteY77-2584" fmla="*/ 675698 h 4939827"/>
              <a:gd name="connsiteX78-2585" fmla="*/ 11148789 w 12192000"/>
              <a:gd name="connsiteY78-2586" fmla="*/ 685041 h 4939827"/>
              <a:gd name="connsiteX79-2587" fmla="*/ 11249129 w 12192000"/>
              <a:gd name="connsiteY79-2588" fmla="*/ 684218 h 4939827"/>
              <a:gd name="connsiteX80-2589" fmla="*/ 11299915 w 12192000"/>
              <a:gd name="connsiteY80-2590" fmla="*/ 692177 h 4939827"/>
              <a:gd name="connsiteX81-2591" fmla="*/ 11386973 w 12192000"/>
              <a:gd name="connsiteY81-2592" fmla="*/ 708209 h 4939827"/>
              <a:gd name="connsiteX82-2593" fmla="*/ 11500105 w 12192000"/>
              <a:gd name="connsiteY82-2594" fmla="*/ 735014 h 4939827"/>
              <a:gd name="connsiteX83-2595" fmla="*/ 11621735 w 12192000"/>
              <a:gd name="connsiteY83-2596" fmla="*/ 789584 h 4939827"/>
              <a:gd name="connsiteX84-2597" fmla="*/ 11691200 w 12192000"/>
              <a:gd name="connsiteY84-2598" fmla="*/ 867902 h 4939827"/>
              <a:gd name="connsiteX85-2599" fmla="*/ 11819427 w 12192000"/>
              <a:gd name="connsiteY85-2600" fmla="*/ 911634 h 4939827"/>
              <a:gd name="connsiteX86-2601" fmla="*/ 11969720 w 12192000"/>
              <a:gd name="connsiteY86-2602" fmla="*/ 964737 h 4939827"/>
              <a:gd name="connsiteX87-2603" fmla="*/ 12055766 w 12192000"/>
              <a:gd name="connsiteY87-2604" fmla="*/ 991268 h 4939827"/>
              <a:gd name="connsiteX88-2605" fmla="*/ 12171539 w 12192000"/>
              <a:gd name="connsiteY88-2606" fmla="*/ 995427 h 4939827"/>
              <a:gd name="connsiteX89-2607" fmla="*/ 12187831 w 12192000"/>
              <a:gd name="connsiteY89-2608" fmla="*/ 996580 h 4939827"/>
              <a:gd name="connsiteX90-2609" fmla="*/ 12192000 w 12192000"/>
              <a:gd name="connsiteY90-2610" fmla="*/ 996726 h 4939827"/>
              <a:gd name="connsiteX91-2611" fmla="*/ 12192000 w 12192000"/>
              <a:gd name="connsiteY91-2612" fmla="*/ 4939827 h 4939827"/>
              <a:gd name="connsiteX92-2613" fmla="*/ 0 w 12192000"/>
              <a:gd name="connsiteY92-2614" fmla="*/ 4939827 h 4939827"/>
              <a:gd name="connsiteX93-2615" fmla="*/ 0 w 12192000"/>
              <a:gd name="connsiteY93-2616" fmla="*/ 512043 h 4939827"/>
              <a:gd name="connsiteX94-2617" fmla="*/ 7381 w 12192000"/>
              <a:gd name="connsiteY94-2618" fmla="*/ 512580 h 4939827"/>
              <a:gd name="connsiteX95-2619" fmla="*/ 100029 w 12192000"/>
              <a:gd name="connsiteY95-2620" fmla="*/ 504758 h 4939827"/>
              <a:gd name="connsiteX96-2621" fmla="*/ 155244 w 12192000"/>
              <a:gd name="connsiteY96-2622" fmla="*/ 525130 h 4939827"/>
              <a:gd name="connsiteX97-2623" fmla="*/ 254366 w 12192000"/>
              <a:gd name="connsiteY97-2624" fmla="*/ 534449 h 4939827"/>
              <a:gd name="connsiteX98-2625" fmla="*/ 447292 w 12192000"/>
              <a:gd name="connsiteY98-2626" fmla="*/ 542725 h 4939827"/>
              <a:gd name="connsiteX99-2627" fmla="*/ 628105 w 12192000"/>
              <a:gd name="connsiteY99-2628" fmla="*/ 547853 h 4939827"/>
              <a:gd name="connsiteX100-2629" fmla="*/ 783146 w 12192000"/>
              <a:gd name="connsiteY100-2630" fmla="*/ 591799 h 4939827"/>
              <a:gd name="connsiteX101-2631" fmla="*/ 1043676 w 12192000"/>
              <a:gd name="connsiteY101-2632" fmla="*/ 591887 h 4939827"/>
              <a:gd name="connsiteX102-2633" fmla="*/ 1281816 w 12192000"/>
              <a:gd name="connsiteY102-2634" fmla="*/ 520946 h 4939827"/>
              <a:gd name="connsiteX103-2635" fmla="*/ 1486347 w 12192000"/>
              <a:gd name="connsiteY103-2636" fmla="*/ 487310 h 4939827"/>
              <a:gd name="connsiteX104-2637" fmla="*/ 1568079 w 12192000"/>
              <a:gd name="connsiteY104-2638" fmla="*/ 462531 h 4939827"/>
              <a:gd name="connsiteX105-2639" fmla="*/ 1622516 w 12192000"/>
              <a:gd name="connsiteY105-2640" fmla="*/ 466058 h 4939827"/>
              <a:gd name="connsiteX106-2641" fmla="*/ 1655457 w 12192000"/>
              <a:gd name="connsiteY106-2642" fmla="*/ 465359 h 4939827"/>
              <a:gd name="connsiteX107-2643" fmla="*/ 1717454 w 12192000"/>
              <a:gd name="connsiteY107-2644" fmla="*/ 417203 h 4939827"/>
              <a:gd name="connsiteX108-2645" fmla="*/ 1913794 w 12192000"/>
              <a:gd name="connsiteY108-2646" fmla="*/ 365255 h 4939827"/>
              <a:gd name="connsiteX109-2647" fmla="*/ 2129762 w 12192000"/>
              <a:gd name="connsiteY109-2648" fmla="*/ 367832 h 4939827"/>
              <a:gd name="connsiteX110-2649" fmla="*/ 2376970 w 12192000"/>
              <a:gd name="connsiteY110-2650" fmla="*/ 350129 h 4939827"/>
              <a:gd name="connsiteX111-2651" fmla="*/ 2480155 w 12192000"/>
              <a:gd name="connsiteY111-2652" fmla="*/ 359227 h 4939827"/>
              <a:gd name="connsiteX112-2653" fmla="*/ 2586782 w 12192000"/>
              <a:gd name="connsiteY112-2654" fmla="*/ 339352 h 4939827"/>
              <a:gd name="connsiteX113-2655" fmla="*/ 2654496 w 12192000"/>
              <a:gd name="connsiteY113-2656" fmla="*/ 315431 h 4939827"/>
              <a:gd name="connsiteX114-2657" fmla="*/ 2788947 w 12192000"/>
              <a:gd name="connsiteY114-2658" fmla="*/ 250375 h 4939827"/>
              <a:gd name="connsiteX115-2659" fmla="*/ 2885389 w 12192000"/>
              <a:gd name="connsiteY115-2660" fmla="*/ 255259 h 4939827"/>
              <a:gd name="connsiteX116-2661" fmla="*/ 3045916 w 12192000"/>
              <a:gd name="connsiteY116-2662" fmla="*/ 261030 h 4939827"/>
              <a:gd name="connsiteX117-2663" fmla="*/ 3074187 w 12192000"/>
              <a:gd name="connsiteY117-2664" fmla="*/ 243226 h 4939827"/>
              <a:gd name="connsiteX118-2665" fmla="*/ 3103677 w 12192000"/>
              <a:gd name="connsiteY118-2666" fmla="*/ 209527 h 4939827"/>
              <a:gd name="connsiteX119-2667" fmla="*/ 3126759 w 12192000"/>
              <a:gd name="connsiteY119-2668" fmla="*/ 211226 h 4939827"/>
              <a:gd name="connsiteX120-2669" fmla="*/ 3164020 w 12192000"/>
              <a:gd name="connsiteY120-2670" fmla="*/ 212779 h 4939827"/>
              <a:gd name="connsiteX121-2671" fmla="*/ 3285019 w 12192000"/>
              <a:gd name="connsiteY121-2672" fmla="*/ 220535 h 4939827"/>
              <a:gd name="connsiteX122-2673" fmla="*/ 3365154 w 12192000"/>
              <a:gd name="connsiteY122-2674" fmla="*/ 226416 h 4939827"/>
              <a:gd name="connsiteX123-2675" fmla="*/ 3367507 w 12192000"/>
              <a:gd name="connsiteY123-2676" fmla="*/ 225416 h 4939827"/>
              <a:gd name="connsiteX124-2677" fmla="*/ 3387567 w 12192000"/>
              <a:gd name="connsiteY124-2678" fmla="*/ 227103 h 4939827"/>
              <a:gd name="connsiteX125-2679" fmla="*/ 3424753 w 12192000"/>
              <a:gd name="connsiteY125-2680" fmla="*/ 244380 h 4939827"/>
              <a:gd name="connsiteX126-2681" fmla="*/ 3498001 w 12192000"/>
              <a:gd name="connsiteY126-2682" fmla="*/ 231941 h 4939827"/>
              <a:gd name="connsiteX127-2683" fmla="*/ 3561557 w 12192000"/>
              <a:gd name="connsiteY127-2684" fmla="*/ 228095 h 4939827"/>
              <a:gd name="connsiteX128-2685" fmla="*/ 3611920 w 12192000"/>
              <a:gd name="connsiteY128-2686" fmla="*/ 218094 h 4939827"/>
              <a:gd name="connsiteX129-2687" fmla="*/ 3620528 w 12192000"/>
              <a:gd name="connsiteY129-2688" fmla="*/ 218788 h 4939827"/>
              <a:gd name="connsiteX130-2689" fmla="*/ 3620766 w 12192000"/>
              <a:gd name="connsiteY130-2690" fmla="*/ 218511 h 4939827"/>
              <a:gd name="connsiteX131-2691" fmla="*/ 3629977 w 12192000"/>
              <a:gd name="connsiteY131-2692" fmla="*/ 218664 h 4939827"/>
              <a:gd name="connsiteX132-2693" fmla="*/ 3636217 w 12192000"/>
              <a:gd name="connsiteY132-2694" fmla="*/ 220048 h 4939827"/>
              <a:gd name="connsiteX133-2695" fmla="*/ 3709484 w 12192000"/>
              <a:gd name="connsiteY133-2696" fmla="*/ 186927 h 4939827"/>
              <a:gd name="connsiteX134-2697" fmla="*/ 3761342 w 12192000"/>
              <a:gd name="connsiteY134-2698" fmla="*/ 177474 h 4939827"/>
              <a:gd name="connsiteX135-2699" fmla="*/ 3799748 w 12192000"/>
              <a:gd name="connsiteY135-2700" fmla="*/ 167154 h 4939827"/>
              <a:gd name="connsiteX136-2701" fmla="*/ 3812225 w 12192000"/>
              <a:gd name="connsiteY136-2702" fmla="*/ 189020 h 4939827"/>
              <a:gd name="connsiteX137-2703" fmla="*/ 3864537 w 12192000"/>
              <a:gd name="connsiteY137-2704" fmla="*/ 200742 h 4939827"/>
              <a:gd name="connsiteX138-2705" fmla="*/ 4028476 w 12192000"/>
              <a:gd name="connsiteY138-2706" fmla="*/ 223679 h 4939827"/>
              <a:gd name="connsiteX139-2707" fmla="*/ 4191582 w 12192000"/>
              <a:gd name="connsiteY139-2708" fmla="*/ 238952 h 4939827"/>
              <a:gd name="connsiteX140-2709" fmla="*/ 4251024 w 12192000"/>
              <a:gd name="connsiteY140-2710" fmla="*/ 240874 h 4939827"/>
              <a:gd name="connsiteX141-2711" fmla="*/ 4355275 w 12192000"/>
              <a:gd name="connsiteY141-2712" fmla="*/ 260205 h 4939827"/>
              <a:gd name="connsiteX142-2713" fmla="*/ 4423807 w 12192000"/>
              <a:gd name="connsiteY142-2714" fmla="*/ 270366 h 4939827"/>
              <a:gd name="connsiteX143-2715" fmla="*/ 4558432 w 12192000"/>
              <a:gd name="connsiteY143-2716" fmla="*/ 269194 h 4939827"/>
              <a:gd name="connsiteX144-2717" fmla="*/ 4635061 w 12192000"/>
              <a:gd name="connsiteY144-2718" fmla="*/ 280682 h 4939827"/>
              <a:gd name="connsiteX145-2719" fmla="*/ 4807427 w 12192000"/>
              <a:gd name="connsiteY145-2720" fmla="*/ 276835 h 4939827"/>
              <a:gd name="connsiteX146-2721" fmla="*/ 5028933 w 12192000"/>
              <a:gd name="connsiteY146-2722" fmla="*/ 183887 h 4939827"/>
              <a:gd name="connsiteX147-2723" fmla="*/ 5093642 w 12192000"/>
              <a:gd name="connsiteY147-2724" fmla="*/ 177214 h 4939827"/>
              <a:gd name="connsiteX148-2725" fmla="*/ 5102642 w 12192000"/>
              <a:gd name="connsiteY148-2726" fmla="*/ 186816 h 4939827"/>
              <a:gd name="connsiteX149-2727" fmla="*/ 5193590 w 12192000"/>
              <a:gd name="connsiteY149-2728" fmla="*/ 136361 h 4939827"/>
              <a:gd name="connsiteX150-2729" fmla="*/ 5323922 w 12192000"/>
              <a:gd name="connsiteY150-2730" fmla="*/ 146332 h 4939827"/>
              <a:gd name="connsiteX151-2731" fmla="*/ 5421860 w 12192000"/>
              <a:gd name="connsiteY151-2732" fmla="*/ 167298 h 4939827"/>
              <a:gd name="connsiteX152-2733" fmla="*/ 5476948 w 12192000"/>
              <a:gd name="connsiteY152-2734" fmla="*/ 173249 h 4939827"/>
              <a:gd name="connsiteX153-2735" fmla="*/ 5516842 w 12192000"/>
              <a:gd name="connsiteY153-2736" fmla="*/ 184018 h 4939827"/>
              <a:gd name="connsiteX154-2737" fmla="*/ 5619415 w 12192000"/>
              <a:gd name="connsiteY154-2738" fmla="*/ 176781 h 4939827"/>
              <a:gd name="connsiteX155-2739" fmla="*/ 5789867 w 12192000"/>
              <a:gd name="connsiteY155-2740" fmla="*/ 150304 h 4939827"/>
              <a:gd name="connsiteX156-2741" fmla="*/ 5825953 w 12192000"/>
              <a:gd name="connsiteY156-2742" fmla="*/ 147907 h 4939827"/>
              <a:gd name="connsiteX157-2743" fmla="*/ 5856168 w 12192000"/>
              <a:gd name="connsiteY157-2744" fmla="*/ 158719 h 4939827"/>
              <a:gd name="connsiteX158-2745" fmla="*/ 5862476 w 12192000"/>
              <a:gd name="connsiteY158-2746" fmla="*/ 172447 h 4939827"/>
              <a:gd name="connsiteX159-2747" fmla="*/ 5882195 w 12192000"/>
              <a:gd name="connsiteY159-2748" fmla="*/ 173195 h 4939827"/>
              <a:gd name="connsiteX160-2749" fmla="*/ 5887271 w 12192000"/>
              <a:gd name="connsiteY160-2750" fmla="*/ 176084 h 4939827"/>
              <a:gd name="connsiteX161-2751" fmla="*/ 5916552 w 12192000"/>
              <a:gd name="connsiteY161-2752" fmla="*/ 189955 h 4939827"/>
              <a:gd name="connsiteX162-2753" fmla="*/ 5983240 w 12192000"/>
              <a:gd name="connsiteY162-2754" fmla="*/ 152755 h 4939827"/>
              <a:gd name="connsiteX163-2755" fmla="*/ 6152287 w 12192000"/>
              <a:gd name="connsiteY163-2756" fmla="*/ 116736 h 4939827"/>
              <a:gd name="connsiteX164-2757" fmla="*/ 6415830 w 12192000"/>
              <a:gd name="connsiteY164-2758" fmla="*/ 136006 h 4939827"/>
              <a:gd name="connsiteX165-2759" fmla="*/ 6756965 w 12192000"/>
              <a:gd name="connsiteY165-2760" fmla="*/ 57636 h 4939827"/>
              <a:gd name="connsiteX166-2761" fmla="*/ 6965101 w 12192000"/>
              <a:gd name="connsiteY166-2762" fmla="*/ 25718 h 4939827"/>
              <a:gd name="connsiteX167-2763" fmla="*/ 6986370 w 12192000"/>
              <a:gd name="connsiteY167-2764" fmla="*/ 12659 h 4939827"/>
              <a:gd name="connsiteX168-2765" fmla="*/ 6989536 w 12192000"/>
              <a:gd name="connsiteY168-2766" fmla="*/ 14528 h 4939827"/>
              <a:gd name="connsiteX169-2767" fmla="*/ 7015933 w 12192000"/>
              <a:gd name="connsiteY169-2768" fmla="*/ 9653 h 4939827"/>
              <a:gd name="connsiteX170-2769" fmla="*/ 7020592 w 12192000"/>
              <a:gd name="connsiteY170-2770" fmla="*/ 1651 h 4939827"/>
              <a:gd name="connsiteX171-2771" fmla="*/ 7025905 w 12192000"/>
              <a:gd name="connsiteY171-2772" fmla="*/ 0 h 4939827"/>
              <a:gd name="connsiteX0-2773" fmla="*/ 7025905 w 12192000"/>
              <a:gd name="connsiteY0-2774" fmla="*/ 0 h 4939827"/>
              <a:gd name="connsiteX1-2775" fmla="*/ 7032579 w 12192000"/>
              <a:gd name="connsiteY1-2776" fmla="*/ 2808 h 4939827"/>
              <a:gd name="connsiteX2-2777" fmla="*/ 7079505 w 12192000"/>
              <a:gd name="connsiteY2-2778" fmla="*/ 12971 h 4939827"/>
              <a:gd name="connsiteX3-2779" fmla="*/ 7158791 w 12192000"/>
              <a:gd name="connsiteY3-2780" fmla="*/ 12462 h 4939827"/>
              <a:gd name="connsiteX4-2781" fmla="*/ 7233338 w 12192000"/>
              <a:gd name="connsiteY4-2782" fmla="*/ 24846 h 4939827"/>
              <a:gd name="connsiteX5-2783" fmla="*/ 7259791 w 12192000"/>
              <a:gd name="connsiteY5-2784" fmla="*/ 29557 h 4939827"/>
              <a:gd name="connsiteX6-2785" fmla="*/ 7263923 w 12192000"/>
              <a:gd name="connsiteY6-2786" fmla="*/ 35029 h 4939827"/>
              <a:gd name="connsiteX7-2787" fmla="*/ 7281549 w 12192000"/>
              <a:gd name="connsiteY7-2788" fmla="*/ 39654 h 4939827"/>
              <a:gd name="connsiteX8-2789" fmla="*/ 7374735 w 12192000"/>
              <a:gd name="connsiteY8-2790" fmla="*/ 65326 h 4939827"/>
              <a:gd name="connsiteX9-2791" fmla="*/ 7376078 w 12192000"/>
              <a:gd name="connsiteY9-2792" fmla="*/ 63849 h 4939827"/>
              <a:gd name="connsiteX10-2793" fmla="*/ 7402026 w 12192000"/>
              <a:gd name="connsiteY10-2794" fmla="*/ 60308 h 4939827"/>
              <a:gd name="connsiteX11-2795" fmla="*/ 7415091 w 12192000"/>
              <a:gd name="connsiteY11-2796" fmla="*/ 77403 h 4939827"/>
              <a:gd name="connsiteX12-2797" fmla="*/ 7443464 w 12192000"/>
              <a:gd name="connsiteY12-2798" fmla="*/ 68367 h 4939827"/>
              <a:gd name="connsiteX13-2799" fmla="*/ 7588044 w 12192000"/>
              <a:gd name="connsiteY13-2800" fmla="*/ 110756 h 4939827"/>
              <a:gd name="connsiteX14-2801" fmla="*/ 7732750 w 12192000"/>
              <a:gd name="connsiteY14-2802" fmla="*/ 145456 h 4939827"/>
              <a:gd name="connsiteX15-2803" fmla="*/ 7785900 w 12192000"/>
              <a:gd name="connsiteY15-2804" fmla="*/ 154493 h 4939827"/>
              <a:gd name="connsiteX16-2805" fmla="*/ 7877301 w 12192000"/>
              <a:gd name="connsiteY16-2806" fmla="*/ 186153 h 4939827"/>
              <a:gd name="connsiteX17-2807" fmla="*/ 7952584 w 12192000"/>
              <a:gd name="connsiteY17-2808" fmla="*/ 170181 h 4939827"/>
              <a:gd name="connsiteX18-2809" fmla="*/ 8009534 w 12192000"/>
              <a:gd name="connsiteY18-2810" fmla="*/ 176441 h 4939827"/>
              <a:gd name="connsiteX19-2811" fmla="*/ 8058681 w 12192000"/>
              <a:gd name="connsiteY19-2812" fmla="*/ 219431 h 4939827"/>
              <a:gd name="connsiteX20-2813" fmla="*/ 8126175 w 12192000"/>
              <a:gd name="connsiteY20-2814" fmla="*/ 240005 h 4939827"/>
              <a:gd name="connsiteX21-2815" fmla="*/ 8166439 w 12192000"/>
              <a:gd name="connsiteY21-2816" fmla="*/ 252699 h 4939827"/>
              <a:gd name="connsiteX22-2817" fmla="*/ 8281371 w 12192000"/>
              <a:gd name="connsiteY22-2818" fmla="*/ 256875 h 4939827"/>
              <a:gd name="connsiteX23-2819" fmla="*/ 8381609 w 12192000"/>
              <a:gd name="connsiteY23-2820" fmla="*/ 240618 h 4939827"/>
              <a:gd name="connsiteX24-2821" fmla="*/ 8406759 w 12192000"/>
              <a:gd name="connsiteY24-2822" fmla="*/ 232517 h 4939827"/>
              <a:gd name="connsiteX25-2823" fmla="*/ 8426506 w 12192000"/>
              <a:gd name="connsiteY25-2824" fmla="*/ 241842 h 4939827"/>
              <a:gd name="connsiteX26-2825" fmla="*/ 8427949 w 12192000"/>
              <a:gd name="connsiteY26-2826" fmla="*/ 240981 h 4939827"/>
              <a:gd name="connsiteX27-2827" fmla="*/ 8441468 w 12192000"/>
              <a:gd name="connsiteY27-2828" fmla="*/ 241157 h 4939827"/>
              <a:gd name="connsiteX28-2829" fmla="*/ 8565757 w 12192000"/>
              <a:gd name="connsiteY28-2830" fmla="*/ 255317 h 4939827"/>
              <a:gd name="connsiteX29-2831" fmla="*/ 8573171 w 12192000"/>
              <a:gd name="connsiteY29-2832" fmla="*/ 258426 h 4939827"/>
              <a:gd name="connsiteX30-2833" fmla="*/ 8573548 w 12192000"/>
              <a:gd name="connsiteY30-2834" fmla="*/ 258241 h 4939827"/>
              <a:gd name="connsiteX31-2835" fmla="*/ 8581827 w 12192000"/>
              <a:gd name="connsiteY31-2836" fmla="*/ 261028 h 4939827"/>
              <a:gd name="connsiteX32-2837" fmla="*/ 8586687 w 12192000"/>
              <a:gd name="connsiteY32-2838" fmla="*/ 264089 h 4939827"/>
              <a:gd name="connsiteX33-2839" fmla="*/ 8601067 w 12192000"/>
              <a:gd name="connsiteY33-2840" fmla="*/ 270114 h 4939827"/>
              <a:gd name="connsiteX34-2841" fmla="*/ 8672650 w 12192000"/>
              <a:gd name="connsiteY34-2842" fmla="*/ 254821 h 4939827"/>
              <a:gd name="connsiteX35-2843" fmla="*/ 8785543 w 12192000"/>
              <a:gd name="connsiteY35-2844" fmla="*/ 263406 h 4939827"/>
              <a:gd name="connsiteX36-2845" fmla="*/ 8830588 w 12192000"/>
              <a:gd name="connsiteY36-2846" fmla="*/ 265483 h 4939827"/>
              <a:gd name="connsiteX37-2847" fmla="*/ 8905142 w 12192000"/>
              <a:gd name="connsiteY37-2848" fmla="*/ 264958 h 4939827"/>
              <a:gd name="connsiteX38-2849" fmla="*/ 8968582 w 12192000"/>
              <a:gd name="connsiteY38-2850" fmla="*/ 262728 h 4939827"/>
              <a:gd name="connsiteX39-2851" fmla="*/ 8972994 w 12192000"/>
              <a:gd name="connsiteY39-2852" fmla="*/ 263284 h 4939827"/>
              <a:gd name="connsiteX40-2853" fmla="*/ 9004605 w 12192000"/>
              <a:gd name="connsiteY40-2854" fmla="*/ 258041 h 4939827"/>
              <a:gd name="connsiteX41-2855" fmla="*/ 9016165 w 12192000"/>
              <a:gd name="connsiteY41-2856" fmla="*/ 261258 h 4939827"/>
              <a:gd name="connsiteX42-2857" fmla="*/ 9043297 w 12192000"/>
              <a:gd name="connsiteY42-2858" fmla="*/ 281547 h 4939827"/>
              <a:gd name="connsiteX43-2859" fmla="*/ 9048315 w 12192000"/>
              <a:gd name="connsiteY43-2860" fmla="*/ 279264 h 4939827"/>
              <a:gd name="connsiteX44-2861" fmla="*/ 9054706 w 12192000"/>
              <a:gd name="connsiteY44-2862" fmla="*/ 278538 h 4939827"/>
              <a:gd name="connsiteX45-2863" fmla="*/ 9070919 w 12192000"/>
              <a:gd name="connsiteY45-2864" fmla="*/ 281810 h 4939827"/>
              <a:gd name="connsiteX46-2865" fmla="*/ 9076813 w 12192000"/>
              <a:gd name="connsiteY46-2866" fmla="*/ 283909 h 4939827"/>
              <a:gd name="connsiteX47-2867" fmla="*/ 9085871 w 12192000"/>
              <a:gd name="connsiteY47-2868" fmla="*/ 285133 h 4939827"/>
              <a:gd name="connsiteX48-2869" fmla="*/ 9086159 w 12192000"/>
              <a:gd name="connsiteY48-2870" fmla="*/ 284887 h 4939827"/>
              <a:gd name="connsiteX49-2871" fmla="*/ 9134606 w 12192000"/>
              <a:gd name="connsiteY49-2872" fmla="*/ 288168 h 4939827"/>
              <a:gd name="connsiteX50-2873" fmla="*/ 9195590 w 12192000"/>
              <a:gd name="connsiteY50-2874" fmla="*/ 279568 h 4939827"/>
              <a:gd name="connsiteX51-2875" fmla="*/ 9219336 w 12192000"/>
              <a:gd name="connsiteY51-2876" fmla="*/ 278133 h 4939827"/>
              <a:gd name="connsiteX52-2877" fmla="*/ 9232362 w 12192000"/>
              <a:gd name="connsiteY52-2878" fmla="*/ 275894 h 4939827"/>
              <a:gd name="connsiteX53-2879" fmla="*/ 9233396 w 12192000"/>
              <a:gd name="connsiteY53-2880" fmla="*/ 274803 h 4939827"/>
              <a:gd name="connsiteX54-2881" fmla="*/ 9256213 w 12192000"/>
              <a:gd name="connsiteY54-2882" fmla="*/ 281576 h 4939827"/>
              <a:gd name="connsiteX55-2883" fmla="*/ 9262377 w 12192000"/>
              <a:gd name="connsiteY55-2884" fmla="*/ 286635 h 4939827"/>
              <a:gd name="connsiteX56-2885" fmla="*/ 9287089 w 12192000"/>
              <a:gd name="connsiteY56-2886" fmla="*/ 303891 h 4939827"/>
              <a:gd name="connsiteX57-2887" fmla="*/ 9371484 w 12192000"/>
              <a:gd name="connsiteY57-2888" fmla="*/ 329634 h 4939827"/>
              <a:gd name="connsiteX58-2889" fmla="*/ 9404829 w 12192000"/>
              <a:gd name="connsiteY58-2890" fmla="*/ 339038 h 4939827"/>
              <a:gd name="connsiteX59-2891" fmla="*/ 9427021 w 12192000"/>
              <a:gd name="connsiteY59-2892" fmla="*/ 358784 h 4939827"/>
              <a:gd name="connsiteX60-2893" fmla="*/ 9670844 w 12192000"/>
              <a:gd name="connsiteY60-2894" fmla="*/ 405128 h 4939827"/>
              <a:gd name="connsiteX61-2895" fmla="*/ 9816083 w 12192000"/>
              <a:gd name="connsiteY61-2896" fmla="*/ 416573 h 4939827"/>
              <a:gd name="connsiteX62-2897" fmla="*/ 9936741 w 12192000"/>
              <a:gd name="connsiteY62-2898" fmla="*/ 437044 h 4939827"/>
              <a:gd name="connsiteX63-2899" fmla="*/ 10050093 w 12192000"/>
              <a:gd name="connsiteY63-2900" fmla="*/ 443783 h 4939827"/>
              <a:gd name="connsiteX64-2901" fmla="*/ 10130090 w 12192000"/>
              <a:gd name="connsiteY64-2902" fmla="*/ 459520 h 4939827"/>
              <a:gd name="connsiteX65-2903" fmla="*/ 10173456 w 12192000"/>
              <a:gd name="connsiteY65-2904" fmla="*/ 457749 h 4939827"/>
              <a:gd name="connsiteX66-2905" fmla="*/ 10218232 w 12192000"/>
              <a:gd name="connsiteY66-2906" fmla="*/ 459820 h 4939827"/>
              <a:gd name="connsiteX67-2907" fmla="*/ 10354176 w 12192000"/>
              <a:gd name="connsiteY67-2908" fmla="*/ 471377 h 4939827"/>
              <a:gd name="connsiteX68-2909" fmla="*/ 10430681 w 12192000"/>
              <a:gd name="connsiteY68-2910" fmla="*/ 481226 h 4939827"/>
              <a:gd name="connsiteX69-2911" fmla="*/ 10478169 w 12192000"/>
              <a:gd name="connsiteY69-2912" fmla="*/ 481774 h 4939827"/>
              <a:gd name="connsiteX70-2913" fmla="*/ 10540907 w 12192000"/>
              <a:gd name="connsiteY70-2914" fmla="*/ 485607 h 4939827"/>
              <a:gd name="connsiteX71-2915" fmla="*/ 10614941 w 12192000"/>
              <a:gd name="connsiteY71-2916" fmla="*/ 487592 h 4939827"/>
              <a:gd name="connsiteX72-2917" fmla="*/ 10674098 w 12192000"/>
              <a:gd name="connsiteY72-2918" fmla="*/ 521656 h 4939827"/>
              <a:gd name="connsiteX73-2919" fmla="*/ 10874834 w 12192000"/>
              <a:gd name="connsiteY73-2920" fmla="*/ 574867 h 4939827"/>
              <a:gd name="connsiteX74-2921" fmla="*/ 10944981 w 12192000"/>
              <a:gd name="connsiteY74-2922" fmla="*/ 615042 h 4939827"/>
              <a:gd name="connsiteX75-2923" fmla="*/ 11006376 w 12192000"/>
              <a:gd name="connsiteY75-2924" fmla="*/ 645957 h 4939827"/>
              <a:gd name="connsiteX76-2925" fmla="*/ 11076308 w 12192000"/>
              <a:gd name="connsiteY76-2926" fmla="*/ 675698 h 4939827"/>
              <a:gd name="connsiteX77-2927" fmla="*/ 11148789 w 12192000"/>
              <a:gd name="connsiteY77-2928" fmla="*/ 685041 h 4939827"/>
              <a:gd name="connsiteX78-2929" fmla="*/ 11249129 w 12192000"/>
              <a:gd name="connsiteY78-2930" fmla="*/ 684218 h 4939827"/>
              <a:gd name="connsiteX79-2931" fmla="*/ 11299915 w 12192000"/>
              <a:gd name="connsiteY79-2932" fmla="*/ 692177 h 4939827"/>
              <a:gd name="connsiteX80-2933" fmla="*/ 11386973 w 12192000"/>
              <a:gd name="connsiteY80-2934" fmla="*/ 708209 h 4939827"/>
              <a:gd name="connsiteX81-2935" fmla="*/ 11500105 w 12192000"/>
              <a:gd name="connsiteY81-2936" fmla="*/ 735014 h 4939827"/>
              <a:gd name="connsiteX82-2937" fmla="*/ 11621735 w 12192000"/>
              <a:gd name="connsiteY82-2938" fmla="*/ 789584 h 4939827"/>
              <a:gd name="connsiteX83-2939" fmla="*/ 11691200 w 12192000"/>
              <a:gd name="connsiteY83-2940" fmla="*/ 867902 h 4939827"/>
              <a:gd name="connsiteX84-2941" fmla="*/ 11819427 w 12192000"/>
              <a:gd name="connsiteY84-2942" fmla="*/ 911634 h 4939827"/>
              <a:gd name="connsiteX85-2943" fmla="*/ 11969720 w 12192000"/>
              <a:gd name="connsiteY85-2944" fmla="*/ 964737 h 4939827"/>
              <a:gd name="connsiteX86-2945" fmla="*/ 12055766 w 12192000"/>
              <a:gd name="connsiteY86-2946" fmla="*/ 991268 h 4939827"/>
              <a:gd name="connsiteX87-2947" fmla="*/ 12171539 w 12192000"/>
              <a:gd name="connsiteY87-2948" fmla="*/ 995427 h 4939827"/>
              <a:gd name="connsiteX88-2949" fmla="*/ 12187831 w 12192000"/>
              <a:gd name="connsiteY88-2950" fmla="*/ 996580 h 4939827"/>
              <a:gd name="connsiteX89-2951" fmla="*/ 12192000 w 12192000"/>
              <a:gd name="connsiteY89-2952" fmla="*/ 996726 h 4939827"/>
              <a:gd name="connsiteX90-2953" fmla="*/ 12192000 w 12192000"/>
              <a:gd name="connsiteY90-2954" fmla="*/ 4939827 h 4939827"/>
              <a:gd name="connsiteX91-2955" fmla="*/ 0 w 12192000"/>
              <a:gd name="connsiteY91-2956" fmla="*/ 4939827 h 4939827"/>
              <a:gd name="connsiteX92-2957" fmla="*/ 0 w 12192000"/>
              <a:gd name="connsiteY92-2958" fmla="*/ 512043 h 4939827"/>
              <a:gd name="connsiteX93-2959" fmla="*/ 7381 w 12192000"/>
              <a:gd name="connsiteY93-2960" fmla="*/ 512580 h 4939827"/>
              <a:gd name="connsiteX94-2961" fmla="*/ 100029 w 12192000"/>
              <a:gd name="connsiteY94-2962" fmla="*/ 504758 h 4939827"/>
              <a:gd name="connsiteX95-2963" fmla="*/ 155244 w 12192000"/>
              <a:gd name="connsiteY95-2964" fmla="*/ 525130 h 4939827"/>
              <a:gd name="connsiteX96-2965" fmla="*/ 254366 w 12192000"/>
              <a:gd name="connsiteY96-2966" fmla="*/ 534449 h 4939827"/>
              <a:gd name="connsiteX97-2967" fmla="*/ 447292 w 12192000"/>
              <a:gd name="connsiteY97-2968" fmla="*/ 542725 h 4939827"/>
              <a:gd name="connsiteX98-2969" fmla="*/ 628105 w 12192000"/>
              <a:gd name="connsiteY98-2970" fmla="*/ 547853 h 4939827"/>
              <a:gd name="connsiteX99-2971" fmla="*/ 783146 w 12192000"/>
              <a:gd name="connsiteY99-2972" fmla="*/ 591799 h 4939827"/>
              <a:gd name="connsiteX100-2973" fmla="*/ 1043676 w 12192000"/>
              <a:gd name="connsiteY100-2974" fmla="*/ 591887 h 4939827"/>
              <a:gd name="connsiteX101-2975" fmla="*/ 1281816 w 12192000"/>
              <a:gd name="connsiteY101-2976" fmla="*/ 520946 h 4939827"/>
              <a:gd name="connsiteX102-2977" fmla="*/ 1486347 w 12192000"/>
              <a:gd name="connsiteY102-2978" fmla="*/ 487310 h 4939827"/>
              <a:gd name="connsiteX103-2979" fmla="*/ 1568079 w 12192000"/>
              <a:gd name="connsiteY103-2980" fmla="*/ 462531 h 4939827"/>
              <a:gd name="connsiteX104-2981" fmla="*/ 1622516 w 12192000"/>
              <a:gd name="connsiteY104-2982" fmla="*/ 466058 h 4939827"/>
              <a:gd name="connsiteX105-2983" fmla="*/ 1655457 w 12192000"/>
              <a:gd name="connsiteY105-2984" fmla="*/ 465359 h 4939827"/>
              <a:gd name="connsiteX106-2985" fmla="*/ 1717454 w 12192000"/>
              <a:gd name="connsiteY106-2986" fmla="*/ 417203 h 4939827"/>
              <a:gd name="connsiteX107-2987" fmla="*/ 1913794 w 12192000"/>
              <a:gd name="connsiteY107-2988" fmla="*/ 365255 h 4939827"/>
              <a:gd name="connsiteX108-2989" fmla="*/ 2129762 w 12192000"/>
              <a:gd name="connsiteY108-2990" fmla="*/ 367832 h 4939827"/>
              <a:gd name="connsiteX109-2991" fmla="*/ 2376970 w 12192000"/>
              <a:gd name="connsiteY109-2992" fmla="*/ 350129 h 4939827"/>
              <a:gd name="connsiteX110-2993" fmla="*/ 2480155 w 12192000"/>
              <a:gd name="connsiteY110-2994" fmla="*/ 359227 h 4939827"/>
              <a:gd name="connsiteX111-2995" fmla="*/ 2586782 w 12192000"/>
              <a:gd name="connsiteY111-2996" fmla="*/ 339352 h 4939827"/>
              <a:gd name="connsiteX112-2997" fmla="*/ 2654496 w 12192000"/>
              <a:gd name="connsiteY112-2998" fmla="*/ 315431 h 4939827"/>
              <a:gd name="connsiteX113-2999" fmla="*/ 2788947 w 12192000"/>
              <a:gd name="connsiteY113-3000" fmla="*/ 250375 h 4939827"/>
              <a:gd name="connsiteX114-3001" fmla="*/ 2885389 w 12192000"/>
              <a:gd name="connsiteY114-3002" fmla="*/ 255259 h 4939827"/>
              <a:gd name="connsiteX115-3003" fmla="*/ 3045916 w 12192000"/>
              <a:gd name="connsiteY115-3004" fmla="*/ 261030 h 4939827"/>
              <a:gd name="connsiteX116-3005" fmla="*/ 3074187 w 12192000"/>
              <a:gd name="connsiteY116-3006" fmla="*/ 243226 h 4939827"/>
              <a:gd name="connsiteX117-3007" fmla="*/ 3103677 w 12192000"/>
              <a:gd name="connsiteY117-3008" fmla="*/ 209527 h 4939827"/>
              <a:gd name="connsiteX118-3009" fmla="*/ 3126759 w 12192000"/>
              <a:gd name="connsiteY118-3010" fmla="*/ 211226 h 4939827"/>
              <a:gd name="connsiteX119-3011" fmla="*/ 3164020 w 12192000"/>
              <a:gd name="connsiteY119-3012" fmla="*/ 212779 h 4939827"/>
              <a:gd name="connsiteX120-3013" fmla="*/ 3285019 w 12192000"/>
              <a:gd name="connsiteY120-3014" fmla="*/ 220535 h 4939827"/>
              <a:gd name="connsiteX121-3015" fmla="*/ 3365154 w 12192000"/>
              <a:gd name="connsiteY121-3016" fmla="*/ 226416 h 4939827"/>
              <a:gd name="connsiteX122-3017" fmla="*/ 3367507 w 12192000"/>
              <a:gd name="connsiteY122-3018" fmla="*/ 225416 h 4939827"/>
              <a:gd name="connsiteX123-3019" fmla="*/ 3387567 w 12192000"/>
              <a:gd name="connsiteY123-3020" fmla="*/ 227103 h 4939827"/>
              <a:gd name="connsiteX124-3021" fmla="*/ 3424753 w 12192000"/>
              <a:gd name="connsiteY124-3022" fmla="*/ 244380 h 4939827"/>
              <a:gd name="connsiteX125-3023" fmla="*/ 3498001 w 12192000"/>
              <a:gd name="connsiteY125-3024" fmla="*/ 231941 h 4939827"/>
              <a:gd name="connsiteX126-3025" fmla="*/ 3561557 w 12192000"/>
              <a:gd name="connsiteY126-3026" fmla="*/ 228095 h 4939827"/>
              <a:gd name="connsiteX127-3027" fmla="*/ 3611920 w 12192000"/>
              <a:gd name="connsiteY127-3028" fmla="*/ 218094 h 4939827"/>
              <a:gd name="connsiteX128-3029" fmla="*/ 3620528 w 12192000"/>
              <a:gd name="connsiteY128-3030" fmla="*/ 218788 h 4939827"/>
              <a:gd name="connsiteX129-3031" fmla="*/ 3620766 w 12192000"/>
              <a:gd name="connsiteY129-3032" fmla="*/ 218511 h 4939827"/>
              <a:gd name="connsiteX130-3033" fmla="*/ 3629977 w 12192000"/>
              <a:gd name="connsiteY130-3034" fmla="*/ 218664 h 4939827"/>
              <a:gd name="connsiteX131-3035" fmla="*/ 3636217 w 12192000"/>
              <a:gd name="connsiteY131-3036" fmla="*/ 220048 h 4939827"/>
              <a:gd name="connsiteX132-3037" fmla="*/ 3709484 w 12192000"/>
              <a:gd name="connsiteY132-3038" fmla="*/ 186927 h 4939827"/>
              <a:gd name="connsiteX133-3039" fmla="*/ 3761342 w 12192000"/>
              <a:gd name="connsiteY133-3040" fmla="*/ 177474 h 4939827"/>
              <a:gd name="connsiteX134-3041" fmla="*/ 3799748 w 12192000"/>
              <a:gd name="connsiteY134-3042" fmla="*/ 167154 h 4939827"/>
              <a:gd name="connsiteX135-3043" fmla="*/ 3812225 w 12192000"/>
              <a:gd name="connsiteY135-3044" fmla="*/ 189020 h 4939827"/>
              <a:gd name="connsiteX136-3045" fmla="*/ 3864537 w 12192000"/>
              <a:gd name="connsiteY136-3046" fmla="*/ 200742 h 4939827"/>
              <a:gd name="connsiteX137-3047" fmla="*/ 4028476 w 12192000"/>
              <a:gd name="connsiteY137-3048" fmla="*/ 223679 h 4939827"/>
              <a:gd name="connsiteX138-3049" fmla="*/ 4191582 w 12192000"/>
              <a:gd name="connsiteY138-3050" fmla="*/ 238952 h 4939827"/>
              <a:gd name="connsiteX139-3051" fmla="*/ 4251024 w 12192000"/>
              <a:gd name="connsiteY139-3052" fmla="*/ 240874 h 4939827"/>
              <a:gd name="connsiteX140-3053" fmla="*/ 4355275 w 12192000"/>
              <a:gd name="connsiteY140-3054" fmla="*/ 260205 h 4939827"/>
              <a:gd name="connsiteX141-3055" fmla="*/ 4423807 w 12192000"/>
              <a:gd name="connsiteY141-3056" fmla="*/ 270366 h 4939827"/>
              <a:gd name="connsiteX142-3057" fmla="*/ 4558432 w 12192000"/>
              <a:gd name="connsiteY142-3058" fmla="*/ 269194 h 4939827"/>
              <a:gd name="connsiteX143-3059" fmla="*/ 4635061 w 12192000"/>
              <a:gd name="connsiteY143-3060" fmla="*/ 280682 h 4939827"/>
              <a:gd name="connsiteX144-3061" fmla="*/ 4807427 w 12192000"/>
              <a:gd name="connsiteY144-3062" fmla="*/ 276835 h 4939827"/>
              <a:gd name="connsiteX145-3063" fmla="*/ 5028933 w 12192000"/>
              <a:gd name="connsiteY145-3064" fmla="*/ 183887 h 4939827"/>
              <a:gd name="connsiteX146-3065" fmla="*/ 5093642 w 12192000"/>
              <a:gd name="connsiteY146-3066" fmla="*/ 177214 h 4939827"/>
              <a:gd name="connsiteX147-3067" fmla="*/ 5102642 w 12192000"/>
              <a:gd name="connsiteY147-3068" fmla="*/ 186816 h 4939827"/>
              <a:gd name="connsiteX148-3069" fmla="*/ 5193590 w 12192000"/>
              <a:gd name="connsiteY148-3070" fmla="*/ 136361 h 4939827"/>
              <a:gd name="connsiteX149-3071" fmla="*/ 5323922 w 12192000"/>
              <a:gd name="connsiteY149-3072" fmla="*/ 146332 h 4939827"/>
              <a:gd name="connsiteX150-3073" fmla="*/ 5421860 w 12192000"/>
              <a:gd name="connsiteY150-3074" fmla="*/ 167298 h 4939827"/>
              <a:gd name="connsiteX151-3075" fmla="*/ 5476948 w 12192000"/>
              <a:gd name="connsiteY151-3076" fmla="*/ 173249 h 4939827"/>
              <a:gd name="connsiteX152-3077" fmla="*/ 5516842 w 12192000"/>
              <a:gd name="connsiteY152-3078" fmla="*/ 184018 h 4939827"/>
              <a:gd name="connsiteX153-3079" fmla="*/ 5619415 w 12192000"/>
              <a:gd name="connsiteY153-3080" fmla="*/ 176781 h 4939827"/>
              <a:gd name="connsiteX154-3081" fmla="*/ 5789867 w 12192000"/>
              <a:gd name="connsiteY154-3082" fmla="*/ 150304 h 4939827"/>
              <a:gd name="connsiteX155-3083" fmla="*/ 5825953 w 12192000"/>
              <a:gd name="connsiteY155-3084" fmla="*/ 147907 h 4939827"/>
              <a:gd name="connsiteX156-3085" fmla="*/ 5856168 w 12192000"/>
              <a:gd name="connsiteY156-3086" fmla="*/ 158719 h 4939827"/>
              <a:gd name="connsiteX157-3087" fmla="*/ 5862476 w 12192000"/>
              <a:gd name="connsiteY157-3088" fmla="*/ 172447 h 4939827"/>
              <a:gd name="connsiteX158-3089" fmla="*/ 5882195 w 12192000"/>
              <a:gd name="connsiteY158-3090" fmla="*/ 173195 h 4939827"/>
              <a:gd name="connsiteX159-3091" fmla="*/ 5887271 w 12192000"/>
              <a:gd name="connsiteY159-3092" fmla="*/ 176084 h 4939827"/>
              <a:gd name="connsiteX160-3093" fmla="*/ 5916552 w 12192000"/>
              <a:gd name="connsiteY160-3094" fmla="*/ 189955 h 4939827"/>
              <a:gd name="connsiteX161-3095" fmla="*/ 5983240 w 12192000"/>
              <a:gd name="connsiteY161-3096" fmla="*/ 152755 h 4939827"/>
              <a:gd name="connsiteX162-3097" fmla="*/ 6152287 w 12192000"/>
              <a:gd name="connsiteY162-3098" fmla="*/ 116736 h 4939827"/>
              <a:gd name="connsiteX163-3099" fmla="*/ 6415830 w 12192000"/>
              <a:gd name="connsiteY163-3100" fmla="*/ 136006 h 4939827"/>
              <a:gd name="connsiteX164-3101" fmla="*/ 6756965 w 12192000"/>
              <a:gd name="connsiteY164-3102" fmla="*/ 57636 h 4939827"/>
              <a:gd name="connsiteX165-3103" fmla="*/ 6965101 w 12192000"/>
              <a:gd name="connsiteY165-3104" fmla="*/ 25718 h 4939827"/>
              <a:gd name="connsiteX166-3105" fmla="*/ 6986370 w 12192000"/>
              <a:gd name="connsiteY166-3106" fmla="*/ 12659 h 4939827"/>
              <a:gd name="connsiteX167-3107" fmla="*/ 6989536 w 12192000"/>
              <a:gd name="connsiteY167-3108" fmla="*/ 14528 h 4939827"/>
              <a:gd name="connsiteX168-3109" fmla="*/ 7015933 w 12192000"/>
              <a:gd name="connsiteY168-3110" fmla="*/ 9653 h 4939827"/>
              <a:gd name="connsiteX169-3111" fmla="*/ 7020592 w 12192000"/>
              <a:gd name="connsiteY169-3112" fmla="*/ 1651 h 4939827"/>
              <a:gd name="connsiteX170-3113" fmla="*/ 7025905 w 12192000"/>
              <a:gd name="connsiteY170-3114" fmla="*/ 0 h 4939827"/>
              <a:gd name="connsiteX0-3115" fmla="*/ 7025905 w 12192000"/>
              <a:gd name="connsiteY0-3116" fmla="*/ 0 h 4939827"/>
              <a:gd name="connsiteX1-3117" fmla="*/ 7032579 w 12192000"/>
              <a:gd name="connsiteY1-3118" fmla="*/ 2808 h 4939827"/>
              <a:gd name="connsiteX2-3119" fmla="*/ 7079505 w 12192000"/>
              <a:gd name="connsiteY2-3120" fmla="*/ 12971 h 4939827"/>
              <a:gd name="connsiteX3-3121" fmla="*/ 7158791 w 12192000"/>
              <a:gd name="connsiteY3-3122" fmla="*/ 12462 h 4939827"/>
              <a:gd name="connsiteX4-3123" fmla="*/ 7233338 w 12192000"/>
              <a:gd name="connsiteY4-3124" fmla="*/ 24846 h 4939827"/>
              <a:gd name="connsiteX5-3125" fmla="*/ 7259791 w 12192000"/>
              <a:gd name="connsiteY5-3126" fmla="*/ 29557 h 4939827"/>
              <a:gd name="connsiteX6-3127" fmla="*/ 7263923 w 12192000"/>
              <a:gd name="connsiteY6-3128" fmla="*/ 35029 h 4939827"/>
              <a:gd name="connsiteX7-3129" fmla="*/ 7281549 w 12192000"/>
              <a:gd name="connsiteY7-3130" fmla="*/ 39654 h 4939827"/>
              <a:gd name="connsiteX8-3131" fmla="*/ 7374735 w 12192000"/>
              <a:gd name="connsiteY8-3132" fmla="*/ 65326 h 4939827"/>
              <a:gd name="connsiteX9-3133" fmla="*/ 7376078 w 12192000"/>
              <a:gd name="connsiteY9-3134" fmla="*/ 63849 h 4939827"/>
              <a:gd name="connsiteX10-3135" fmla="*/ 7402026 w 12192000"/>
              <a:gd name="connsiteY10-3136" fmla="*/ 60308 h 4939827"/>
              <a:gd name="connsiteX11-3137" fmla="*/ 7415091 w 12192000"/>
              <a:gd name="connsiteY11-3138" fmla="*/ 77403 h 4939827"/>
              <a:gd name="connsiteX12-3139" fmla="*/ 7488682 w 12192000"/>
              <a:gd name="connsiteY12-3140" fmla="*/ 83440 h 4939827"/>
              <a:gd name="connsiteX13-3141" fmla="*/ 7588044 w 12192000"/>
              <a:gd name="connsiteY13-3142" fmla="*/ 110756 h 4939827"/>
              <a:gd name="connsiteX14-3143" fmla="*/ 7732750 w 12192000"/>
              <a:gd name="connsiteY14-3144" fmla="*/ 145456 h 4939827"/>
              <a:gd name="connsiteX15-3145" fmla="*/ 7785900 w 12192000"/>
              <a:gd name="connsiteY15-3146" fmla="*/ 154493 h 4939827"/>
              <a:gd name="connsiteX16-3147" fmla="*/ 7877301 w 12192000"/>
              <a:gd name="connsiteY16-3148" fmla="*/ 186153 h 4939827"/>
              <a:gd name="connsiteX17-3149" fmla="*/ 7952584 w 12192000"/>
              <a:gd name="connsiteY17-3150" fmla="*/ 170181 h 4939827"/>
              <a:gd name="connsiteX18-3151" fmla="*/ 8009534 w 12192000"/>
              <a:gd name="connsiteY18-3152" fmla="*/ 176441 h 4939827"/>
              <a:gd name="connsiteX19-3153" fmla="*/ 8058681 w 12192000"/>
              <a:gd name="connsiteY19-3154" fmla="*/ 219431 h 4939827"/>
              <a:gd name="connsiteX20-3155" fmla="*/ 8126175 w 12192000"/>
              <a:gd name="connsiteY20-3156" fmla="*/ 240005 h 4939827"/>
              <a:gd name="connsiteX21-3157" fmla="*/ 8166439 w 12192000"/>
              <a:gd name="connsiteY21-3158" fmla="*/ 252699 h 4939827"/>
              <a:gd name="connsiteX22-3159" fmla="*/ 8281371 w 12192000"/>
              <a:gd name="connsiteY22-3160" fmla="*/ 256875 h 4939827"/>
              <a:gd name="connsiteX23-3161" fmla="*/ 8381609 w 12192000"/>
              <a:gd name="connsiteY23-3162" fmla="*/ 240618 h 4939827"/>
              <a:gd name="connsiteX24-3163" fmla="*/ 8406759 w 12192000"/>
              <a:gd name="connsiteY24-3164" fmla="*/ 232517 h 4939827"/>
              <a:gd name="connsiteX25-3165" fmla="*/ 8426506 w 12192000"/>
              <a:gd name="connsiteY25-3166" fmla="*/ 241842 h 4939827"/>
              <a:gd name="connsiteX26-3167" fmla="*/ 8427949 w 12192000"/>
              <a:gd name="connsiteY26-3168" fmla="*/ 240981 h 4939827"/>
              <a:gd name="connsiteX27-3169" fmla="*/ 8441468 w 12192000"/>
              <a:gd name="connsiteY27-3170" fmla="*/ 241157 h 4939827"/>
              <a:gd name="connsiteX28-3171" fmla="*/ 8565757 w 12192000"/>
              <a:gd name="connsiteY28-3172" fmla="*/ 255317 h 4939827"/>
              <a:gd name="connsiteX29-3173" fmla="*/ 8573171 w 12192000"/>
              <a:gd name="connsiteY29-3174" fmla="*/ 258426 h 4939827"/>
              <a:gd name="connsiteX30-3175" fmla="*/ 8573548 w 12192000"/>
              <a:gd name="connsiteY30-3176" fmla="*/ 258241 h 4939827"/>
              <a:gd name="connsiteX31-3177" fmla="*/ 8581827 w 12192000"/>
              <a:gd name="connsiteY31-3178" fmla="*/ 261028 h 4939827"/>
              <a:gd name="connsiteX32-3179" fmla="*/ 8586687 w 12192000"/>
              <a:gd name="connsiteY32-3180" fmla="*/ 264089 h 4939827"/>
              <a:gd name="connsiteX33-3181" fmla="*/ 8601067 w 12192000"/>
              <a:gd name="connsiteY33-3182" fmla="*/ 270114 h 4939827"/>
              <a:gd name="connsiteX34-3183" fmla="*/ 8672650 w 12192000"/>
              <a:gd name="connsiteY34-3184" fmla="*/ 254821 h 4939827"/>
              <a:gd name="connsiteX35-3185" fmla="*/ 8785543 w 12192000"/>
              <a:gd name="connsiteY35-3186" fmla="*/ 263406 h 4939827"/>
              <a:gd name="connsiteX36-3187" fmla="*/ 8830588 w 12192000"/>
              <a:gd name="connsiteY36-3188" fmla="*/ 265483 h 4939827"/>
              <a:gd name="connsiteX37-3189" fmla="*/ 8905142 w 12192000"/>
              <a:gd name="connsiteY37-3190" fmla="*/ 264958 h 4939827"/>
              <a:gd name="connsiteX38-3191" fmla="*/ 8968582 w 12192000"/>
              <a:gd name="connsiteY38-3192" fmla="*/ 262728 h 4939827"/>
              <a:gd name="connsiteX39-3193" fmla="*/ 8972994 w 12192000"/>
              <a:gd name="connsiteY39-3194" fmla="*/ 263284 h 4939827"/>
              <a:gd name="connsiteX40-3195" fmla="*/ 9004605 w 12192000"/>
              <a:gd name="connsiteY40-3196" fmla="*/ 258041 h 4939827"/>
              <a:gd name="connsiteX41-3197" fmla="*/ 9016165 w 12192000"/>
              <a:gd name="connsiteY41-3198" fmla="*/ 261258 h 4939827"/>
              <a:gd name="connsiteX42-3199" fmla="*/ 9043297 w 12192000"/>
              <a:gd name="connsiteY42-3200" fmla="*/ 281547 h 4939827"/>
              <a:gd name="connsiteX43-3201" fmla="*/ 9048315 w 12192000"/>
              <a:gd name="connsiteY43-3202" fmla="*/ 279264 h 4939827"/>
              <a:gd name="connsiteX44-3203" fmla="*/ 9054706 w 12192000"/>
              <a:gd name="connsiteY44-3204" fmla="*/ 278538 h 4939827"/>
              <a:gd name="connsiteX45-3205" fmla="*/ 9070919 w 12192000"/>
              <a:gd name="connsiteY45-3206" fmla="*/ 281810 h 4939827"/>
              <a:gd name="connsiteX46-3207" fmla="*/ 9076813 w 12192000"/>
              <a:gd name="connsiteY46-3208" fmla="*/ 283909 h 4939827"/>
              <a:gd name="connsiteX47-3209" fmla="*/ 9085871 w 12192000"/>
              <a:gd name="connsiteY47-3210" fmla="*/ 285133 h 4939827"/>
              <a:gd name="connsiteX48-3211" fmla="*/ 9086159 w 12192000"/>
              <a:gd name="connsiteY48-3212" fmla="*/ 284887 h 4939827"/>
              <a:gd name="connsiteX49-3213" fmla="*/ 9134606 w 12192000"/>
              <a:gd name="connsiteY49-3214" fmla="*/ 288168 h 4939827"/>
              <a:gd name="connsiteX50-3215" fmla="*/ 9195590 w 12192000"/>
              <a:gd name="connsiteY50-3216" fmla="*/ 279568 h 4939827"/>
              <a:gd name="connsiteX51-3217" fmla="*/ 9219336 w 12192000"/>
              <a:gd name="connsiteY51-3218" fmla="*/ 278133 h 4939827"/>
              <a:gd name="connsiteX52-3219" fmla="*/ 9232362 w 12192000"/>
              <a:gd name="connsiteY52-3220" fmla="*/ 275894 h 4939827"/>
              <a:gd name="connsiteX53-3221" fmla="*/ 9233396 w 12192000"/>
              <a:gd name="connsiteY53-3222" fmla="*/ 274803 h 4939827"/>
              <a:gd name="connsiteX54-3223" fmla="*/ 9256213 w 12192000"/>
              <a:gd name="connsiteY54-3224" fmla="*/ 281576 h 4939827"/>
              <a:gd name="connsiteX55-3225" fmla="*/ 9262377 w 12192000"/>
              <a:gd name="connsiteY55-3226" fmla="*/ 286635 h 4939827"/>
              <a:gd name="connsiteX56-3227" fmla="*/ 9287089 w 12192000"/>
              <a:gd name="connsiteY56-3228" fmla="*/ 303891 h 4939827"/>
              <a:gd name="connsiteX57-3229" fmla="*/ 9371484 w 12192000"/>
              <a:gd name="connsiteY57-3230" fmla="*/ 329634 h 4939827"/>
              <a:gd name="connsiteX58-3231" fmla="*/ 9404829 w 12192000"/>
              <a:gd name="connsiteY58-3232" fmla="*/ 339038 h 4939827"/>
              <a:gd name="connsiteX59-3233" fmla="*/ 9427021 w 12192000"/>
              <a:gd name="connsiteY59-3234" fmla="*/ 358784 h 4939827"/>
              <a:gd name="connsiteX60-3235" fmla="*/ 9670844 w 12192000"/>
              <a:gd name="connsiteY60-3236" fmla="*/ 405128 h 4939827"/>
              <a:gd name="connsiteX61-3237" fmla="*/ 9816083 w 12192000"/>
              <a:gd name="connsiteY61-3238" fmla="*/ 416573 h 4939827"/>
              <a:gd name="connsiteX62-3239" fmla="*/ 9936741 w 12192000"/>
              <a:gd name="connsiteY62-3240" fmla="*/ 437044 h 4939827"/>
              <a:gd name="connsiteX63-3241" fmla="*/ 10050093 w 12192000"/>
              <a:gd name="connsiteY63-3242" fmla="*/ 443783 h 4939827"/>
              <a:gd name="connsiteX64-3243" fmla="*/ 10130090 w 12192000"/>
              <a:gd name="connsiteY64-3244" fmla="*/ 459520 h 4939827"/>
              <a:gd name="connsiteX65-3245" fmla="*/ 10173456 w 12192000"/>
              <a:gd name="connsiteY65-3246" fmla="*/ 457749 h 4939827"/>
              <a:gd name="connsiteX66-3247" fmla="*/ 10218232 w 12192000"/>
              <a:gd name="connsiteY66-3248" fmla="*/ 459820 h 4939827"/>
              <a:gd name="connsiteX67-3249" fmla="*/ 10354176 w 12192000"/>
              <a:gd name="connsiteY67-3250" fmla="*/ 471377 h 4939827"/>
              <a:gd name="connsiteX68-3251" fmla="*/ 10430681 w 12192000"/>
              <a:gd name="connsiteY68-3252" fmla="*/ 481226 h 4939827"/>
              <a:gd name="connsiteX69-3253" fmla="*/ 10478169 w 12192000"/>
              <a:gd name="connsiteY69-3254" fmla="*/ 481774 h 4939827"/>
              <a:gd name="connsiteX70-3255" fmla="*/ 10540907 w 12192000"/>
              <a:gd name="connsiteY70-3256" fmla="*/ 485607 h 4939827"/>
              <a:gd name="connsiteX71-3257" fmla="*/ 10614941 w 12192000"/>
              <a:gd name="connsiteY71-3258" fmla="*/ 487592 h 4939827"/>
              <a:gd name="connsiteX72-3259" fmla="*/ 10674098 w 12192000"/>
              <a:gd name="connsiteY72-3260" fmla="*/ 521656 h 4939827"/>
              <a:gd name="connsiteX73-3261" fmla="*/ 10874834 w 12192000"/>
              <a:gd name="connsiteY73-3262" fmla="*/ 574867 h 4939827"/>
              <a:gd name="connsiteX74-3263" fmla="*/ 10944981 w 12192000"/>
              <a:gd name="connsiteY74-3264" fmla="*/ 615042 h 4939827"/>
              <a:gd name="connsiteX75-3265" fmla="*/ 11006376 w 12192000"/>
              <a:gd name="connsiteY75-3266" fmla="*/ 645957 h 4939827"/>
              <a:gd name="connsiteX76-3267" fmla="*/ 11076308 w 12192000"/>
              <a:gd name="connsiteY76-3268" fmla="*/ 675698 h 4939827"/>
              <a:gd name="connsiteX77-3269" fmla="*/ 11148789 w 12192000"/>
              <a:gd name="connsiteY77-3270" fmla="*/ 685041 h 4939827"/>
              <a:gd name="connsiteX78-3271" fmla="*/ 11249129 w 12192000"/>
              <a:gd name="connsiteY78-3272" fmla="*/ 684218 h 4939827"/>
              <a:gd name="connsiteX79-3273" fmla="*/ 11299915 w 12192000"/>
              <a:gd name="connsiteY79-3274" fmla="*/ 692177 h 4939827"/>
              <a:gd name="connsiteX80-3275" fmla="*/ 11386973 w 12192000"/>
              <a:gd name="connsiteY80-3276" fmla="*/ 708209 h 4939827"/>
              <a:gd name="connsiteX81-3277" fmla="*/ 11500105 w 12192000"/>
              <a:gd name="connsiteY81-3278" fmla="*/ 735014 h 4939827"/>
              <a:gd name="connsiteX82-3279" fmla="*/ 11621735 w 12192000"/>
              <a:gd name="connsiteY82-3280" fmla="*/ 789584 h 4939827"/>
              <a:gd name="connsiteX83-3281" fmla="*/ 11691200 w 12192000"/>
              <a:gd name="connsiteY83-3282" fmla="*/ 867902 h 4939827"/>
              <a:gd name="connsiteX84-3283" fmla="*/ 11819427 w 12192000"/>
              <a:gd name="connsiteY84-3284" fmla="*/ 911634 h 4939827"/>
              <a:gd name="connsiteX85-3285" fmla="*/ 11969720 w 12192000"/>
              <a:gd name="connsiteY85-3286" fmla="*/ 964737 h 4939827"/>
              <a:gd name="connsiteX86-3287" fmla="*/ 12055766 w 12192000"/>
              <a:gd name="connsiteY86-3288" fmla="*/ 991268 h 4939827"/>
              <a:gd name="connsiteX87-3289" fmla="*/ 12171539 w 12192000"/>
              <a:gd name="connsiteY87-3290" fmla="*/ 995427 h 4939827"/>
              <a:gd name="connsiteX88-3291" fmla="*/ 12187831 w 12192000"/>
              <a:gd name="connsiteY88-3292" fmla="*/ 996580 h 4939827"/>
              <a:gd name="connsiteX89-3293" fmla="*/ 12192000 w 12192000"/>
              <a:gd name="connsiteY89-3294" fmla="*/ 996726 h 4939827"/>
              <a:gd name="connsiteX90-3295" fmla="*/ 12192000 w 12192000"/>
              <a:gd name="connsiteY90-3296" fmla="*/ 4939827 h 4939827"/>
              <a:gd name="connsiteX91-3297" fmla="*/ 0 w 12192000"/>
              <a:gd name="connsiteY91-3298" fmla="*/ 4939827 h 4939827"/>
              <a:gd name="connsiteX92-3299" fmla="*/ 0 w 12192000"/>
              <a:gd name="connsiteY92-3300" fmla="*/ 512043 h 4939827"/>
              <a:gd name="connsiteX93-3301" fmla="*/ 7381 w 12192000"/>
              <a:gd name="connsiteY93-3302" fmla="*/ 512580 h 4939827"/>
              <a:gd name="connsiteX94-3303" fmla="*/ 100029 w 12192000"/>
              <a:gd name="connsiteY94-3304" fmla="*/ 504758 h 4939827"/>
              <a:gd name="connsiteX95-3305" fmla="*/ 155244 w 12192000"/>
              <a:gd name="connsiteY95-3306" fmla="*/ 525130 h 4939827"/>
              <a:gd name="connsiteX96-3307" fmla="*/ 254366 w 12192000"/>
              <a:gd name="connsiteY96-3308" fmla="*/ 534449 h 4939827"/>
              <a:gd name="connsiteX97-3309" fmla="*/ 447292 w 12192000"/>
              <a:gd name="connsiteY97-3310" fmla="*/ 542725 h 4939827"/>
              <a:gd name="connsiteX98-3311" fmla="*/ 628105 w 12192000"/>
              <a:gd name="connsiteY98-3312" fmla="*/ 547853 h 4939827"/>
              <a:gd name="connsiteX99-3313" fmla="*/ 783146 w 12192000"/>
              <a:gd name="connsiteY99-3314" fmla="*/ 591799 h 4939827"/>
              <a:gd name="connsiteX100-3315" fmla="*/ 1043676 w 12192000"/>
              <a:gd name="connsiteY100-3316" fmla="*/ 591887 h 4939827"/>
              <a:gd name="connsiteX101-3317" fmla="*/ 1281816 w 12192000"/>
              <a:gd name="connsiteY101-3318" fmla="*/ 520946 h 4939827"/>
              <a:gd name="connsiteX102-3319" fmla="*/ 1486347 w 12192000"/>
              <a:gd name="connsiteY102-3320" fmla="*/ 487310 h 4939827"/>
              <a:gd name="connsiteX103-3321" fmla="*/ 1568079 w 12192000"/>
              <a:gd name="connsiteY103-3322" fmla="*/ 462531 h 4939827"/>
              <a:gd name="connsiteX104-3323" fmla="*/ 1622516 w 12192000"/>
              <a:gd name="connsiteY104-3324" fmla="*/ 466058 h 4939827"/>
              <a:gd name="connsiteX105-3325" fmla="*/ 1655457 w 12192000"/>
              <a:gd name="connsiteY105-3326" fmla="*/ 465359 h 4939827"/>
              <a:gd name="connsiteX106-3327" fmla="*/ 1717454 w 12192000"/>
              <a:gd name="connsiteY106-3328" fmla="*/ 417203 h 4939827"/>
              <a:gd name="connsiteX107-3329" fmla="*/ 1913794 w 12192000"/>
              <a:gd name="connsiteY107-3330" fmla="*/ 365255 h 4939827"/>
              <a:gd name="connsiteX108-3331" fmla="*/ 2129762 w 12192000"/>
              <a:gd name="connsiteY108-3332" fmla="*/ 367832 h 4939827"/>
              <a:gd name="connsiteX109-3333" fmla="*/ 2376970 w 12192000"/>
              <a:gd name="connsiteY109-3334" fmla="*/ 350129 h 4939827"/>
              <a:gd name="connsiteX110-3335" fmla="*/ 2480155 w 12192000"/>
              <a:gd name="connsiteY110-3336" fmla="*/ 359227 h 4939827"/>
              <a:gd name="connsiteX111-3337" fmla="*/ 2586782 w 12192000"/>
              <a:gd name="connsiteY111-3338" fmla="*/ 339352 h 4939827"/>
              <a:gd name="connsiteX112-3339" fmla="*/ 2654496 w 12192000"/>
              <a:gd name="connsiteY112-3340" fmla="*/ 315431 h 4939827"/>
              <a:gd name="connsiteX113-3341" fmla="*/ 2788947 w 12192000"/>
              <a:gd name="connsiteY113-3342" fmla="*/ 250375 h 4939827"/>
              <a:gd name="connsiteX114-3343" fmla="*/ 2885389 w 12192000"/>
              <a:gd name="connsiteY114-3344" fmla="*/ 255259 h 4939827"/>
              <a:gd name="connsiteX115-3345" fmla="*/ 3045916 w 12192000"/>
              <a:gd name="connsiteY115-3346" fmla="*/ 261030 h 4939827"/>
              <a:gd name="connsiteX116-3347" fmla="*/ 3074187 w 12192000"/>
              <a:gd name="connsiteY116-3348" fmla="*/ 243226 h 4939827"/>
              <a:gd name="connsiteX117-3349" fmla="*/ 3103677 w 12192000"/>
              <a:gd name="connsiteY117-3350" fmla="*/ 209527 h 4939827"/>
              <a:gd name="connsiteX118-3351" fmla="*/ 3126759 w 12192000"/>
              <a:gd name="connsiteY118-3352" fmla="*/ 211226 h 4939827"/>
              <a:gd name="connsiteX119-3353" fmla="*/ 3164020 w 12192000"/>
              <a:gd name="connsiteY119-3354" fmla="*/ 212779 h 4939827"/>
              <a:gd name="connsiteX120-3355" fmla="*/ 3285019 w 12192000"/>
              <a:gd name="connsiteY120-3356" fmla="*/ 220535 h 4939827"/>
              <a:gd name="connsiteX121-3357" fmla="*/ 3365154 w 12192000"/>
              <a:gd name="connsiteY121-3358" fmla="*/ 226416 h 4939827"/>
              <a:gd name="connsiteX122-3359" fmla="*/ 3367507 w 12192000"/>
              <a:gd name="connsiteY122-3360" fmla="*/ 225416 h 4939827"/>
              <a:gd name="connsiteX123-3361" fmla="*/ 3387567 w 12192000"/>
              <a:gd name="connsiteY123-3362" fmla="*/ 227103 h 4939827"/>
              <a:gd name="connsiteX124-3363" fmla="*/ 3424753 w 12192000"/>
              <a:gd name="connsiteY124-3364" fmla="*/ 244380 h 4939827"/>
              <a:gd name="connsiteX125-3365" fmla="*/ 3498001 w 12192000"/>
              <a:gd name="connsiteY125-3366" fmla="*/ 231941 h 4939827"/>
              <a:gd name="connsiteX126-3367" fmla="*/ 3561557 w 12192000"/>
              <a:gd name="connsiteY126-3368" fmla="*/ 228095 h 4939827"/>
              <a:gd name="connsiteX127-3369" fmla="*/ 3611920 w 12192000"/>
              <a:gd name="connsiteY127-3370" fmla="*/ 218094 h 4939827"/>
              <a:gd name="connsiteX128-3371" fmla="*/ 3620528 w 12192000"/>
              <a:gd name="connsiteY128-3372" fmla="*/ 218788 h 4939827"/>
              <a:gd name="connsiteX129-3373" fmla="*/ 3620766 w 12192000"/>
              <a:gd name="connsiteY129-3374" fmla="*/ 218511 h 4939827"/>
              <a:gd name="connsiteX130-3375" fmla="*/ 3629977 w 12192000"/>
              <a:gd name="connsiteY130-3376" fmla="*/ 218664 h 4939827"/>
              <a:gd name="connsiteX131-3377" fmla="*/ 3636217 w 12192000"/>
              <a:gd name="connsiteY131-3378" fmla="*/ 220048 h 4939827"/>
              <a:gd name="connsiteX132-3379" fmla="*/ 3709484 w 12192000"/>
              <a:gd name="connsiteY132-3380" fmla="*/ 186927 h 4939827"/>
              <a:gd name="connsiteX133-3381" fmla="*/ 3761342 w 12192000"/>
              <a:gd name="connsiteY133-3382" fmla="*/ 177474 h 4939827"/>
              <a:gd name="connsiteX134-3383" fmla="*/ 3799748 w 12192000"/>
              <a:gd name="connsiteY134-3384" fmla="*/ 167154 h 4939827"/>
              <a:gd name="connsiteX135-3385" fmla="*/ 3812225 w 12192000"/>
              <a:gd name="connsiteY135-3386" fmla="*/ 189020 h 4939827"/>
              <a:gd name="connsiteX136-3387" fmla="*/ 3864537 w 12192000"/>
              <a:gd name="connsiteY136-3388" fmla="*/ 200742 h 4939827"/>
              <a:gd name="connsiteX137-3389" fmla="*/ 4028476 w 12192000"/>
              <a:gd name="connsiteY137-3390" fmla="*/ 223679 h 4939827"/>
              <a:gd name="connsiteX138-3391" fmla="*/ 4191582 w 12192000"/>
              <a:gd name="connsiteY138-3392" fmla="*/ 238952 h 4939827"/>
              <a:gd name="connsiteX139-3393" fmla="*/ 4251024 w 12192000"/>
              <a:gd name="connsiteY139-3394" fmla="*/ 240874 h 4939827"/>
              <a:gd name="connsiteX140-3395" fmla="*/ 4355275 w 12192000"/>
              <a:gd name="connsiteY140-3396" fmla="*/ 260205 h 4939827"/>
              <a:gd name="connsiteX141-3397" fmla="*/ 4423807 w 12192000"/>
              <a:gd name="connsiteY141-3398" fmla="*/ 270366 h 4939827"/>
              <a:gd name="connsiteX142-3399" fmla="*/ 4558432 w 12192000"/>
              <a:gd name="connsiteY142-3400" fmla="*/ 269194 h 4939827"/>
              <a:gd name="connsiteX143-3401" fmla="*/ 4635061 w 12192000"/>
              <a:gd name="connsiteY143-3402" fmla="*/ 280682 h 4939827"/>
              <a:gd name="connsiteX144-3403" fmla="*/ 4807427 w 12192000"/>
              <a:gd name="connsiteY144-3404" fmla="*/ 276835 h 4939827"/>
              <a:gd name="connsiteX145-3405" fmla="*/ 5028933 w 12192000"/>
              <a:gd name="connsiteY145-3406" fmla="*/ 183887 h 4939827"/>
              <a:gd name="connsiteX146-3407" fmla="*/ 5093642 w 12192000"/>
              <a:gd name="connsiteY146-3408" fmla="*/ 177214 h 4939827"/>
              <a:gd name="connsiteX147-3409" fmla="*/ 5102642 w 12192000"/>
              <a:gd name="connsiteY147-3410" fmla="*/ 186816 h 4939827"/>
              <a:gd name="connsiteX148-3411" fmla="*/ 5193590 w 12192000"/>
              <a:gd name="connsiteY148-3412" fmla="*/ 136361 h 4939827"/>
              <a:gd name="connsiteX149-3413" fmla="*/ 5323922 w 12192000"/>
              <a:gd name="connsiteY149-3414" fmla="*/ 146332 h 4939827"/>
              <a:gd name="connsiteX150-3415" fmla="*/ 5421860 w 12192000"/>
              <a:gd name="connsiteY150-3416" fmla="*/ 167298 h 4939827"/>
              <a:gd name="connsiteX151-3417" fmla="*/ 5476948 w 12192000"/>
              <a:gd name="connsiteY151-3418" fmla="*/ 173249 h 4939827"/>
              <a:gd name="connsiteX152-3419" fmla="*/ 5516842 w 12192000"/>
              <a:gd name="connsiteY152-3420" fmla="*/ 184018 h 4939827"/>
              <a:gd name="connsiteX153-3421" fmla="*/ 5619415 w 12192000"/>
              <a:gd name="connsiteY153-3422" fmla="*/ 176781 h 4939827"/>
              <a:gd name="connsiteX154-3423" fmla="*/ 5789867 w 12192000"/>
              <a:gd name="connsiteY154-3424" fmla="*/ 150304 h 4939827"/>
              <a:gd name="connsiteX155-3425" fmla="*/ 5825953 w 12192000"/>
              <a:gd name="connsiteY155-3426" fmla="*/ 147907 h 4939827"/>
              <a:gd name="connsiteX156-3427" fmla="*/ 5856168 w 12192000"/>
              <a:gd name="connsiteY156-3428" fmla="*/ 158719 h 4939827"/>
              <a:gd name="connsiteX157-3429" fmla="*/ 5862476 w 12192000"/>
              <a:gd name="connsiteY157-3430" fmla="*/ 172447 h 4939827"/>
              <a:gd name="connsiteX158-3431" fmla="*/ 5882195 w 12192000"/>
              <a:gd name="connsiteY158-3432" fmla="*/ 173195 h 4939827"/>
              <a:gd name="connsiteX159-3433" fmla="*/ 5887271 w 12192000"/>
              <a:gd name="connsiteY159-3434" fmla="*/ 176084 h 4939827"/>
              <a:gd name="connsiteX160-3435" fmla="*/ 5916552 w 12192000"/>
              <a:gd name="connsiteY160-3436" fmla="*/ 189955 h 4939827"/>
              <a:gd name="connsiteX161-3437" fmla="*/ 5983240 w 12192000"/>
              <a:gd name="connsiteY161-3438" fmla="*/ 152755 h 4939827"/>
              <a:gd name="connsiteX162-3439" fmla="*/ 6152287 w 12192000"/>
              <a:gd name="connsiteY162-3440" fmla="*/ 116736 h 4939827"/>
              <a:gd name="connsiteX163-3441" fmla="*/ 6415830 w 12192000"/>
              <a:gd name="connsiteY163-3442" fmla="*/ 136006 h 4939827"/>
              <a:gd name="connsiteX164-3443" fmla="*/ 6756965 w 12192000"/>
              <a:gd name="connsiteY164-3444" fmla="*/ 57636 h 4939827"/>
              <a:gd name="connsiteX165-3445" fmla="*/ 6965101 w 12192000"/>
              <a:gd name="connsiteY165-3446" fmla="*/ 25718 h 4939827"/>
              <a:gd name="connsiteX166-3447" fmla="*/ 6986370 w 12192000"/>
              <a:gd name="connsiteY166-3448" fmla="*/ 12659 h 4939827"/>
              <a:gd name="connsiteX167-3449" fmla="*/ 6989536 w 12192000"/>
              <a:gd name="connsiteY167-3450" fmla="*/ 14528 h 4939827"/>
              <a:gd name="connsiteX168-3451" fmla="*/ 7015933 w 12192000"/>
              <a:gd name="connsiteY168-3452" fmla="*/ 9653 h 4939827"/>
              <a:gd name="connsiteX169-3453" fmla="*/ 7020592 w 12192000"/>
              <a:gd name="connsiteY169-3454" fmla="*/ 1651 h 4939827"/>
              <a:gd name="connsiteX170-3455" fmla="*/ 7025905 w 12192000"/>
              <a:gd name="connsiteY170-3456" fmla="*/ 0 h 4939827"/>
              <a:gd name="connsiteX0-3457" fmla="*/ 7025905 w 12192000"/>
              <a:gd name="connsiteY0-3458" fmla="*/ 0 h 4939827"/>
              <a:gd name="connsiteX1-3459" fmla="*/ 7032579 w 12192000"/>
              <a:gd name="connsiteY1-3460" fmla="*/ 2808 h 4939827"/>
              <a:gd name="connsiteX2-3461" fmla="*/ 7079505 w 12192000"/>
              <a:gd name="connsiteY2-3462" fmla="*/ 12971 h 4939827"/>
              <a:gd name="connsiteX3-3463" fmla="*/ 7158791 w 12192000"/>
              <a:gd name="connsiteY3-3464" fmla="*/ 12462 h 4939827"/>
              <a:gd name="connsiteX4-3465" fmla="*/ 7233338 w 12192000"/>
              <a:gd name="connsiteY4-3466" fmla="*/ 24846 h 4939827"/>
              <a:gd name="connsiteX5-3467" fmla="*/ 7259791 w 12192000"/>
              <a:gd name="connsiteY5-3468" fmla="*/ 29557 h 4939827"/>
              <a:gd name="connsiteX6-3469" fmla="*/ 7263923 w 12192000"/>
              <a:gd name="connsiteY6-3470" fmla="*/ 35029 h 4939827"/>
              <a:gd name="connsiteX7-3471" fmla="*/ 7281549 w 12192000"/>
              <a:gd name="connsiteY7-3472" fmla="*/ 39654 h 4939827"/>
              <a:gd name="connsiteX8-3473" fmla="*/ 7374735 w 12192000"/>
              <a:gd name="connsiteY8-3474" fmla="*/ 65326 h 4939827"/>
              <a:gd name="connsiteX9-3475" fmla="*/ 7376078 w 12192000"/>
              <a:gd name="connsiteY9-3476" fmla="*/ 63849 h 4939827"/>
              <a:gd name="connsiteX10-3477" fmla="*/ 7402026 w 12192000"/>
              <a:gd name="connsiteY10-3478" fmla="*/ 60308 h 4939827"/>
              <a:gd name="connsiteX11-3479" fmla="*/ 7415091 w 12192000"/>
              <a:gd name="connsiteY11-3480" fmla="*/ 77403 h 4939827"/>
              <a:gd name="connsiteX12-3481" fmla="*/ 7488682 w 12192000"/>
              <a:gd name="connsiteY12-3482" fmla="*/ 83440 h 4939827"/>
              <a:gd name="connsiteX13-3483" fmla="*/ 7588044 w 12192000"/>
              <a:gd name="connsiteY13-3484" fmla="*/ 110756 h 4939827"/>
              <a:gd name="connsiteX14-3485" fmla="*/ 7732750 w 12192000"/>
              <a:gd name="connsiteY14-3486" fmla="*/ 145456 h 4939827"/>
              <a:gd name="connsiteX15-3487" fmla="*/ 7785900 w 12192000"/>
              <a:gd name="connsiteY15-3488" fmla="*/ 154493 h 4939827"/>
              <a:gd name="connsiteX16-3489" fmla="*/ 7877301 w 12192000"/>
              <a:gd name="connsiteY16-3490" fmla="*/ 186153 h 4939827"/>
              <a:gd name="connsiteX17-3491" fmla="*/ 7952584 w 12192000"/>
              <a:gd name="connsiteY17-3492" fmla="*/ 170181 h 4939827"/>
              <a:gd name="connsiteX18-3493" fmla="*/ 8009534 w 12192000"/>
              <a:gd name="connsiteY18-3494" fmla="*/ 176441 h 4939827"/>
              <a:gd name="connsiteX19-3495" fmla="*/ 8058681 w 12192000"/>
              <a:gd name="connsiteY19-3496" fmla="*/ 219431 h 4939827"/>
              <a:gd name="connsiteX20-3497" fmla="*/ 8126175 w 12192000"/>
              <a:gd name="connsiteY20-3498" fmla="*/ 240005 h 4939827"/>
              <a:gd name="connsiteX21-3499" fmla="*/ 8166439 w 12192000"/>
              <a:gd name="connsiteY21-3500" fmla="*/ 252699 h 4939827"/>
              <a:gd name="connsiteX22-3501" fmla="*/ 8281371 w 12192000"/>
              <a:gd name="connsiteY22-3502" fmla="*/ 256875 h 4939827"/>
              <a:gd name="connsiteX23-3503" fmla="*/ 8381609 w 12192000"/>
              <a:gd name="connsiteY23-3504" fmla="*/ 240618 h 4939827"/>
              <a:gd name="connsiteX24-3505" fmla="*/ 8406759 w 12192000"/>
              <a:gd name="connsiteY24-3506" fmla="*/ 232517 h 4939827"/>
              <a:gd name="connsiteX25-3507" fmla="*/ 8426506 w 12192000"/>
              <a:gd name="connsiteY25-3508" fmla="*/ 241842 h 4939827"/>
              <a:gd name="connsiteX26-3509" fmla="*/ 8427949 w 12192000"/>
              <a:gd name="connsiteY26-3510" fmla="*/ 240981 h 4939827"/>
              <a:gd name="connsiteX27-3511" fmla="*/ 8441468 w 12192000"/>
              <a:gd name="connsiteY27-3512" fmla="*/ 241157 h 4939827"/>
              <a:gd name="connsiteX28-3513" fmla="*/ 8565757 w 12192000"/>
              <a:gd name="connsiteY28-3514" fmla="*/ 255317 h 4939827"/>
              <a:gd name="connsiteX29-3515" fmla="*/ 8573171 w 12192000"/>
              <a:gd name="connsiteY29-3516" fmla="*/ 258426 h 4939827"/>
              <a:gd name="connsiteX30-3517" fmla="*/ 8573548 w 12192000"/>
              <a:gd name="connsiteY30-3518" fmla="*/ 258241 h 4939827"/>
              <a:gd name="connsiteX31-3519" fmla="*/ 8581827 w 12192000"/>
              <a:gd name="connsiteY31-3520" fmla="*/ 261028 h 4939827"/>
              <a:gd name="connsiteX32-3521" fmla="*/ 8586687 w 12192000"/>
              <a:gd name="connsiteY32-3522" fmla="*/ 264089 h 4939827"/>
              <a:gd name="connsiteX33-3523" fmla="*/ 8601067 w 12192000"/>
              <a:gd name="connsiteY33-3524" fmla="*/ 270114 h 4939827"/>
              <a:gd name="connsiteX34-3525" fmla="*/ 8672650 w 12192000"/>
              <a:gd name="connsiteY34-3526" fmla="*/ 254821 h 4939827"/>
              <a:gd name="connsiteX35-3527" fmla="*/ 8785543 w 12192000"/>
              <a:gd name="connsiteY35-3528" fmla="*/ 263406 h 4939827"/>
              <a:gd name="connsiteX36-3529" fmla="*/ 8830588 w 12192000"/>
              <a:gd name="connsiteY36-3530" fmla="*/ 265483 h 4939827"/>
              <a:gd name="connsiteX37-3531" fmla="*/ 8905142 w 12192000"/>
              <a:gd name="connsiteY37-3532" fmla="*/ 264958 h 4939827"/>
              <a:gd name="connsiteX38-3533" fmla="*/ 8968582 w 12192000"/>
              <a:gd name="connsiteY38-3534" fmla="*/ 262728 h 4939827"/>
              <a:gd name="connsiteX39-3535" fmla="*/ 8972994 w 12192000"/>
              <a:gd name="connsiteY39-3536" fmla="*/ 263284 h 4939827"/>
              <a:gd name="connsiteX40-3537" fmla="*/ 9004605 w 12192000"/>
              <a:gd name="connsiteY40-3538" fmla="*/ 258041 h 4939827"/>
              <a:gd name="connsiteX41-3539" fmla="*/ 9016165 w 12192000"/>
              <a:gd name="connsiteY41-3540" fmla="*/ 261258 h 4939827"/>
              <a:gd name="connsiteX42-3541" fmla="*/ 9043297 w 12192000"/>
              <a:gd name="connsiteY42-3542" fmla="*/ 281547 h 4939827"/>
              <a:gd name="connsiteX43-3543" fmla="*/ 9048315 w 12192000"/>
              <a:gd name="connsiteY43-3544" fmla="*/ 279264 h 4939827"/>
              <a:gd name="connsiteX44-3545" fmla="*/ 9054706 w 12192000"/>
              <a:gd name="connsiteY44-3546" fmla="*/ 278538 h 4939827"/>
              <a:gd name="connsiteX45-3547" fmla="*/ 9070919 w 12192000"/>
              <a:gd name="connsiteY45-3548" fmla="*/ 281810 h 4939827"/>
              <a:gd name="connsiteX46-3549" fmla="*/ 9076813 w 12192000"/>
              <a:gd name="connsiteY46-3550" fmla="*/ 283909 h 4939827"/>
              <a:gd name="connsiteX47-3551" fmla="*/ 9085871 w 12192000"/>
              <a:gd name="connsiteY47-3552" fmla="*/ 285133 h 4939827"/>
              <a:gd name="connsiteX48-3553" fmla="*/ 9086159 w 12192000"/>
              <a:gd name="connsiteY48-3554" fmla="*/ 284887 h 4939827"/>
              <a:gd name="connsiteX49-3555" fmla="*/ 9134606 w 12192000"/>
              <a:gd name="connsiteY49-3556" fmla="*/ 288168 h 4939827"/>
              <a:gd name="connsiteX50-3557" fmla="*/ 9195590 w 12192000"/>
              <a:gd name="connsiteY50-3558" fmla="*/ 279568 h 4939827"/>
              <a:gd name="connsiteX51-3559" fmla="*/ 9219336 w 12192000"/>
              <a:gd name="connsiteY51-3560" fmla="*/ 278133 h 4939827"/>
              <a:gd name="connsiteX52-3561" fmla="*/ 9232362 w 12192000"/>
              <a:gd name="connsiteY52-3562" fmla="*/ 275894 h 4939827"/>
              <a:gd name="connsiteX53-3563" fmla="*/ 9233396 w 12192000"/>
              <a:gd name="connsiteY53-3564" fmla="*/ 274803 h 4939827"/>
              <a:gd name="connsiteX54-3565" fmla="*/ 9256213 w 12192000"/>
              <a:gd name="connsiteY54-3566" fmla="*/ 281576 h 4939827"/>
              <a:gd name="connsiteX55-3567" fmla="*/ 9262377 w 12192000"/>
              <a:gd name="connsiteY55-3568" fmla="*/ 286635 h 4939827"/>
              <a:gd name="connsiteX56-3569" fmla="*/ 9287089 w 12192000"/>
              <a:gd name="connsiteY56-3570" fmla="*/ 303891 h 4939827"/>
              <a:gd name="connsiteX57-3571" fmla="*/ 9371484 w 12192000"/>
              <a:gd name="connsiteY57-3572" fmla="*/ 329634 h 4939827"/>
              <a:gd name="connsiteX58-3573" fmla="*/ 9404829 w 12192000"/>
              <a:gd name="connsiteY58-3574" fmla="*/ 339038 h 4939827"/>
              <a:gd name="connsiteX59-3575" fmla="*/ 9427021 w 12192000"/>
              <a:gd name="connsiteY59-3576" fmla="*/ 358784 h 4939827"/>
              <a:gd name="connsiteX60-3577" fmla="*/ 9670844 w 12192000"/>
              <a:gd name="connsiteY60-3578" fmla="*/ 405128 h 4939827"/>
              <a:gd name="connsiteX61-3579" fmla="*/ 9816083 w 12192000"/>
              <a:gd name="connsiteY61-3580" fmla="*/ 416573 h 4939827"/>
              <a:gd name="connsiteX62-3581" fmla="*/ 9936741 w 12192000"/>
              <a:gd name="connsiteY62-3582" fmla="*/ 437044 h 4939827"/>
              <a:gd name="connsiteX63-3583" fmla="*/ 10050093 w 12192000"/>
              <a:gd name="connsiteY63-3584" fmla="*/ 443783 h 4939827"/>
              <a:gd name="connsiteX64-3585" fmla="*/ 10130090 w 12192000"/>
              <a:gd name="connsiteY64-3586" fmla="*/ 459520 h 4939827"/>
              <a:gd name="connsiteX65-3587" fmla="*/ 10173456 w 12192000"/>
              <a:gd name="connsiteY65-3588" fmla="*/ 457749 h 4939827"/>
              <a:gd name="connsiteX66-3589" fmla="*/ 10218232 w 12192000"/>
              <a:gd name="connsiteY66-3590" fmla="*/ 459820 h 4939827"/>
              <a:gd name="connsiteX67-3591" fmla="*/ 10354176 w 12192000"/>
              <a:gd name="connsiteY67-3592" fmla="*/ 471377 h 4939827"/>
              <a:gd name="connsiteX68-3593" fmla="*/ 10430681 w 12192000"/>
              <a:gd name="connsiteY68-3594" fmla="*/ 481226 h 4939827"/>
              <a:gd name="connsiteX69-3595" fmla="*/ 10478169 w 12192000"/>
              <a:gd name="connsiteY69-3596" fmla="*/ 481774 h 4939827"/>
              <a:gd name="connsiteX70-3597" fmla="*/ 10540907 w 12192000"/>
              <a:gd name="connsiteY70-3598" fmla="*/ 485607 h 4939827"/>
              <a:gd name="connsiteX71-3599" fmla="*/ 10614941 w 12192000"/>
              <a:gd name="connsiteY71-3600" fmla="*/ 487592 h 4939827"/>
              <a:gd name="connsiteX72-3601" fmla="*/ 10674098 w 12192000"/>
              <a:gd name="connsiteY72-3602" fmla="*/ 521656 h 4939827"/>
              <a:gd name="connsiteX73-3603" fmla="*/ 10874834 w 12192000"/>
              <a:gd name="connsiteY73-3604" fmla="*/ 574867 h 4939827"/>
              <a:gd name="connsiteX74-3605" fmla="*/ 10944981 w 12192000"/>
              <a:gd name="connsiteY74-3606" fmla="*/ 615042 h 4939827"/>
              <a:gd name="connsiteX75-3607" fmla="*/ 11006376 w 12192000"/>
              <a:gd name="connsiteY75-3608" fmla="*/ 645957 h 4939827"/>
              <a:gd name="connsiteX76-3609" fmla="*/ 11076308 w 12192000"/>
              <a:gd name="connsiteY76-3610" fmla="*/ 675698 h 4939827"/>
              <a:gd name="connsiteX77-3611" fmla="*/ 11148789 w 12192000"/>
              <a:gd name="connsiteY77-3612" fmla="*/ 685041 h 4939827"/>
              <a:gd name="connsiteX78-3613" fmla="*/ 11249129 w 12192000"/>
              <a:gd name="connsiteY78-3614" fmla="*/ 684218 h 4939827"/>
              <a:gd name="connsiteX79-3615" fmla="*/ 11299915 w 12192000"/>
              <a:gd name="connsiteY79-3616" fmla="*/ 692177 h 4939827"/>
              <a:gd name="connsiteX80-3617" fmla="*/ 11386973 w 12192000"/>
              <a:gd name="connsiteY80-3618" fmla="*/ 708209 h 4939827"/>
              <a:gd name="connsiteX81-3619" fmla="*/ 11500105 w 12192000"/>
              <a:gd name="connsiteY81-3620" fmla="*/ 735014 h 4939827"/>
              <a:gd name="connsiteX82-3621" fmla="*/ 11621735 w 12192000"/>
              <a:gd name="connsiteY82-3622" fmla="*/ 789584 h 4939827"/>
              <a:gd name="connsiteX83-3623" fmla="*/ 11691200 w 12192000"/>
              <a:gd name="connsiteY83-3624" fmla="*/ 867902 h 4939827"/>
              <a:gd name="connsiteX84-3625" fmla="*/ 11819427 w 12192000"/>
              <a:gd name="connsiteY84-3626" fmla="*/ 911634 h 4939827"/>
              <a:gd name="connsiteX85-3627" fmla="*/ 11969720 w 12192000"/>
              <a:gd name="connsiteY85-3628" fmla="*/ 964737 h 4939827"/>
              <a:gd name="connsiteX86-3629" fmla="*/ 12055766 w 12192000"/>
              <a:gd name="connsiteY86-3630" fmla="*/ 991268 h 4939827"/>
              <a:gd name="connsiteX87-3631" fmla="*/ 12171539 w 12192000"/>
              <a:gd name="connsiteY87-3632" fmla="*/ 995427 h 4939827"/>
              <a:gd name="connsiteX88-3633" fmla="*/ 12187831 w 12192000"/>
              <a:gd name="connsiteY88-3634" fmla="*/ 996580 h 4939827"/>
              <a:gd name="connsiteX89-3635" fmla="*/ 12192000 w 12192000"/>
              <a:gd name="connsiteY89-3636" fmla="*/ 996726 h 4939827"/>
              <a:gd name="connsiteX90-3637" fmla="*/ 12192000 w 12192000"/>
              <a:gd name="connsiteY90-3638" fmla="*/ 4939827 h 4939827"/>
              <a:gd name="connsiteX91-3639" fmla="*/ 0 w 12192000"/>
              <a:gd name="connsiteY91-3640" fmla="*/ 4939827 h 4939827"/>
              <a:gd name="connsiteX92-3641" fmla="*/ 0 w 12192000"/>
              <a:gd name="connsiteY92-3642" fmla="*/ 512043 h 4939827"/>
              <a:gd name="connsiteX93-3643" fmla="*/ 7381 w 12192000"/>
              <a:gd name="connsiteY93-3644" fmla="*/ 512580 h 4939827"/>
              <a:gd name="connsiteX94-3645" fmla="*/ 100029 w 12192000"/>
              <a:gd name="connsiteY94-3646" fmla="*/ 504758 h 4939827"/>
              <a:gd name="connsiteX95-3647" fmla="*/ 155244 w 12192000"/>
              <a:gd name="connsiteY95-3648" fmla="*/ 525130 h 4939827"/>
              <a:gd name="connsiteX96-3649" fmla="*/ 254366 w 12192000"/>
              <a:gd name="connsiteY96-3650" fmla="*/ 534449 h 4939827"/>
              <a:gd name="connsiteX97-3651" fmla="*/ 447292 w 12192000"/>
              <a:gd name="connsiteY97-3652" fmla="*/ 542725 h 4939827"/>
              <a:gd name="connsiteX98-3653" fmla="*/ 628105 w 12192000"/>
              <a:gd name="connsiteY98-3654" fmla="*/ 547853 h 4939827"/>
              <a:gd name="connsiteX99-3655" fmla="*/ 783146 w 12192000"/>
              <a:gd name="connsiteY99-3656" fmla="*/ 591799 h 4939827"/>
              <a:gd name="connsiteX100-3657" fmla="*/ 1043676 w 12192000"/>
              <a:gd name="connsiteY100-3658" fmla="*/ 591887 h 4939827"/>
              <a:gd name="connsiteX101-3659" fmla="*/ 1281816 w 12192000"/>
              <a:gd name="connsiteY101-3660" fmla="*/ 520946 h 4939827"/>
              <a:gd name="connsiteX102-3661" fmla="*/ 1486347 w 12192000"/>
              <a:gd name="connsiteY102-3662" fmla="*/ 487310 h 4939827"/>
              <a:gd name="connsiteX103-3663" fmla="*/ 1568079 w 12192000"/>
              <a:gd name="connsiteY103-3664" fmla="*/ 462531 h 4939827"/>
              <a:gd name="connsiteX104-3665" fmla="*/ 1622516 w 12192000"/>
              <a:gd name="connsiteY104-3666" fmla="*/ 466058 h 4939827"/>
              <a:gd name="connsiteX105-3667" fmla="*/ 1655457 w 12192000"/>
              <a:gd name="connsiteY105-3668" fmla="*/ 465359 h 4939827"/>
              <a:gd name="connsiteX106-3669" fmla="*/ 1717454 w 12192000"/>
              <a:gd name="connsiteY106-3670" fmla="*/ 417203 h 4939827"/>
              <a:gd name="connsiteX107-3671" fmla="*/ 1913794 w 12192000"/>
              <a:gd name="connsiteY107-3672" fmla="*/ 365255 h 4939827"/>
              <a:gd name="connsiteX108-3673" fmla="*/ 2129762 w 12192000"/>
              <a:gd name="connsiteY108-3674" fmla="*/ 367832 h 4939827"/>
              <a:gd name="connsiteX109-3675" fmla="*/ 2376970 w 12192000"/>
              <a:gd name="connsiteY109-3676" fmla="*/ 350129 h 4939827"/>
              <a:gd name="connsiteX110-3677" fmla="*/ 2480155 w 12192000"/>
              <a:gd name="connsiteY110-3678" fmla="*/ 359227 h 4939827"/>
              <a:gd name="connsiteX111-3679" fmla="*/ 2586782 w 12192000"/>
              <a:gd name="connsiteY111-3680" fmla="*/ 339352 h 4939827"/>
              <a:gd name="connsiteX112-3681" fmla="*/ 2654496 w 12192000"/>
              <a:gd name="connsiteY112-3682" fmla="*/ 315431 h 4939827"/>
              <a:gd name="connsiteX113-3683" fmla="*/ 2788947 w 12192000"/>
              <a:gd name="connsiteY113-3684" fmla="*/ 250375 h 4939827"/>
              <a:gd name="connsiteX114-3685" fmla="*/ 2885389 w 12192000"/>
              <a:gd name="connsiteY114-3686" fmla="*/ 255259 h 4939827"/>
              <a:gd name="connsiteX115-3687" fmla="*/ 3045916 w 12192000"/>
              <a:gd name="connsiteY115-3688" fmla="*/ 261030 h 4939827"/>
              <a:gd name="connsiteX116-3689" fmla="*/ 3074187 w 12192000"/>
              <a:gd name="connsiteY116-3690" fmla="*/ 243226 h 4939827"/>
              <a:gd name="connsiteX117-3691" fmla="*/ 3103677 w 12192000"/>
              <a:gd name="connsiteY117-3692" fmla="*/ 209527 h 4939827"/>
              <a:gd name="connsiteX118-3693" fmla="*/ 3126759 w 12192000"/>
              <a:gd name="connsiteY118-3694" fmla="*/ 211226 h 4939827"/>
              <a:gd name="connsiteX119-3695" fmla="*/ 3164020 w 12192000"/>
              <a:gd name="connsiteY119-3696" fmla="*/ 212779 h 4939827"/>
              <a:gd name="connsiteX120-3697" fmla="*/ 3285019 w 12192000"/>
              <a:gd name="connsiteY120-3698" fmla="*/ 220535 h 4939827"/>
              <a:gd name="connsiteX121-3699" fmla="*/ 3365154 w 12192000"/>
              <a:gd name="connsiteY121-3700" fmla="*/ 226416 h 4939827"/>
              <a:gd name="connsiteX122-3701" fmla="*/ 3367507 w 12192000"/>
              <a:gd name="connsiteY122-3702" fmla="*/ 225416 h 4939827"/>
              <a:gd name="connsiteX123-3703" fmla="*/ 3387567 w 12192000"/>
              <a:gd name="connsiteY123-3704" fmla="*/ 227103 h 4939827"/>
              <a:gd name="connsiteX124-3705" fmla="*/ 3424753 w 12192000"/>
              <a:gd name="connsiteY124-3706" fmla="*/ 244380 h 4939827"/>
              <a:gd name="connsiteX125-3707" fmla="*/ 3498001 w 12192000"/>
              <a:gd name="connsiteY125-3708" fmla="*/ 231941 h 4939827"/>
              <a:gd name="connsiteX126-3709" fmla="*/ 3561557 w 12192000"/>
              <a:gd name="connsiteY126-3710" fmla="*/ 228095 h 4939827"/>
              <a:gd name="connsiteX127-3711" fmla="*/ 3611920 w 12192000"/>
              <a:gd name="connsiteY127-3712" fmla="*/ 218094 h 4939827"/>
              <a:gd name="connsiteX128-3713" fmla="*/ 3620528 w 12192000"/>
              <a:gd name="connsiteY128-3714" fmla="*/ 218788 h 4939827"/>
              <a:gd name="connsiteX129-3715" fmla="*/ 3620766 w 12192000"/>
              <a:gd name="connsiteY129-3716" fmla="*/ 218511 h 4939827"/>
              <a:gd name="connsiteX130-3717" fmla="*/ 3629977 w 12192000"/>
              <a:gd name="connsiteY130-3718" fmla="*/ 218664 h 4939827"/>
              <a:gd name="connsiteX131-3719" fmla="*/ 3636217 w 12192000"/>
              <a:gd name="connsiteY131-3720" fmla="*/ 220048 h 4939827"/>
              <a:gd name="connsiteX132-3721" fmla="*/ 3709484 w 12192000"/>
              <a:gd name="connsiteY132-3722" fmla="*/ 186927 h 4939827"/>
              <a:gd name="connsiteX133-3723" fmla="*/ 3761342 w 12192000"/>
              <a:gd name="connsiteY133-3724" fmla="*/ 177474 h 4939827"/>
              <a:gd name="connsiteX134-3725" fmla="*/ 3799748 w 12192000"/>
              <a:gd name="connsiteY134-3726" fmla="*/ 167154 h 4939827"/>
              <a:gd name="connsiteX135-3727" fmla="*/ 3812225 w 12192000"/>
              <a:gd name="connsiteY135-3728" fmla="*/ 189020 h 4939827"/>
              <a:gd name="connsiteX136-3729" fmla="*/ 3864537 w 12192000"/>
              <a:gd name="connsiteY136-3730" fmla="*/ 200742 h 4939827"/>
              <a:gd name="connsiteX137-3731" fmla="*/ 4028476 w 12192000"/>
              <a:gd name="connsiteY137-3732" fmla="*/ 223679 h 4939827"/>
              <a:gd name="connsiteX138-3733" fmla="*/ 4191582 w 12192000"/>
              <a:gd name="connsiteY138-3734" fmla="*/ 238952 h 4939827"/>
              <a:gd name="connsiteX139-3735" fmla="*/ 4251024 w 12192000"/>
              <a:gd name="connsiteY139-3736" fmla="*/ 240874 h 4939827"/>
              <a:gd name="connsiteX140-3737" fmla="*/ 4355275 w 12192000"/>
              <a:gd name="connsiteY140-3738" fmla="*/ 260205 h 4939827"/>
              <a:gd name="connsiteX141-3739" fmla="*/ 4423807 w 12192000"/>
              <a:gd name="connsiteY141-3740" fmla="*/ 270366 h 4939827"/>
              <a:gd name="connsiteX142-3741" fmla="*/ 4558432 w 12192000"/>
              <a:gd name="connsiteY142-3742" fmla="*/ 269194 h 4939827"/>
              <a:gd name="connsiteX143-3743" fmla="*/ 4635061 w 12192000"/>
              <a:gd name="connsiteY143-3744" fmla="*/ 280682 h 4939827"/>
              <a:gd name="connsiteX144-3745" fmla="*/ 4807427 w 12192000"/>
              <a:gd name="connsiteY144-3746" fmla="*/ 276835 h 4939827"/>
              <a:gd name="connsiteX145-3747" fmla="*/ 5028933 w 12192000"/>
              <a:gd name="connsiteY145-3748" fmla="*/ 183887 h 4939827"/>
              <a:gd name="connsiteX146-3749" fmla="*/ 5093642 w 12192000"/>
              <a:gd name="connsiteY146-3750" fmla="*/ 177214 h 4939827"/>
              <a:gd name="connsiteX147-3751" fmla="*/ 5102642 w 12192000"/>
              <a:gd name="connsiteY147-3752" fmla="*/ 186816 h 4939827"/>
              <a:gd name="connsiteX148-3753" fmla="*/ 5193590 w 12192000"/>
              <a:gd name="connsiteY148-3754" fmla="*/ 136361 h 4939827"/>
              <a:gd name="connsiteX149-3755" fmla="*/ 5323922 w 12192000"/>
              <a:gd name="connsiteY149-3756" fmla="*/ 146332 h 4939827"/>
              <a:gd name="connsiteX150-3757" fmla="*/ 5421860 w 12192000"/>
              <a:gd name="connsiteY150-3758" fmla="*/ 167298 h 4939827"/>
              <a:gd name="connsiteX151-3759" fmla="*/ 5476948 w 12192000"/>
              <a:gd name="connsiteY151-3760" fmla="*/ 173249 h 4939827"/>
              <a:gd name="connsiteX152-3761" fmla="*/ 5516842 w 12192000"/>
              <a:gd name="connsiteY152-3762" fmla="*/ 184018 h 4939827"/>
              <a:gd name="connsiteX153-3763" fmla="*/ 5619415 w 12192000"/>
              <a:gd name="connsiteY153-3764" fmla="*/ 176781 h 4939827"/>
              <a:gd name="connsiteX154-3765" fmla="*/ 5789867 w 12192000"/>
              <a:gd name="connsiteY154-3766" fmla="*/ 150304 h 4939827"/>
              <a:gd name="connsiteX155-3767" fmla="*/ 5825953 w 12192000"/>
              <a:gd name="connsiteY155-3768" fmla="*/ 147907 h 4939827"/>
              <a:gd name="connsiteX156-3769" fmla="*/ 5856168 w 12192000"/>
              <a:gd name="connsiteY156-3770" fmla="*/ 158719 h 4939827"/>
              <a:gd name="connsiteX157-3771" fmla="*/ 5862476 w 12192000"/>
              <a:gd name="connsiteY157-3772" fmla="*/ 172447 h 4939827"/>
              <a:gd name="connsiteX158-3773" fmla="*/ 5882195 w 12192000"/>
              <a:gd name="connsiteY158-3774" fmla="*/ 173195 h 4939827"/>
              <a:gd name="connsiteX159-3775" fmla="*/ 5887271 w 12192000"/>
              <a:gd name="connsiteY159-3776" fmla="*/ 176084 h 4939827"/>
              <a:gd name="connsiteX160-3777" fmla="*/ 5916552 w 12192000"/>
              <a:gd name="connsiteY160-3778" fmla="*/ 189955 h 4939827"/>
              <a:gd name="connsiteX161-3779" fmla="*/ 5983240 w 12192000"/>
              <a:gd name="connsiteY161-3780" fmla="*/ 152755 h 4939827"/>
              <a:gd name="connsiteX162-3781" fmla="*/ 6152287 w 12192000"/>
              <a:gd name="connsiteY162-3782" fmla="*/ 116736 h 4939827"/>
              <a:gd name="connsiteX163-3783" fmla="*/ 6415830 w 12192000"/>
              <a:gd name="connsiteY163-3784" fmla="*/ 136006 h 4939827"/>
              <a:gd name="connsiteX164-3785" fmla="*/ 6756965 w 12192000"/>
              <a:gd name="connsiteY164-3786" fmla="*/ 57636 h 4939827"/>
              <a:gd name="connsiteX165-3787" fmla="*/ 6819400 w 12192000"/>
              <a:gd name="connsiteY165-3788" fmla="*/ 30742 h 4939827"/>
              <a:gd name="connsiteX166-3789" fmla="*/ 6986370 w 12192000"/>
              <a:gd name="connsiteY166-3790" fmla="*/ 12659 h 4939827"/>
              <a:gd name="connsiteX167-3791" fmla="*/ 6989536 w 12192000"/>
              <a:gd name="connsiteY167-3792" fmla="*/ 14528 h 4939827"/>
              <a:gd name="connsiteX168-3793" fmla="*/ 7015933 w 12192000"/>
              <a:gd name="connsiteY168-3794" fmla="*/ 9653 h 4939827"/>
              <a:gd name="connsiteX169-3795" fmla="*/ 7020592 w 12192000"/>
              <a:gd name="connsiteY169-3796" fmla="*/ 1651 h 4939827"/>
              <a:gd name="connsiteX170-3797" fmla="*/ 7025905 w 12192000"/>
              <a:gd name="connsiteY170-3798" fmla="*/ 0 h 4939827"/>
              <a:gd name="connsiteX0-3799" fmla="*/ 7025905 w 12192000"/>
              <a:gd name="connsiteY0-3800" fmla="*/ 0 h 4939827"/>
              <a:gd name="connsiteX1-3801" fmla="*/ 7032579 w 12192000"/>
              <a:gd name="connsiteY1-3802" fmla="*/ 2808 h 4939827"/>
              <a:gd name="connsiteX2-3803" fmla="*/ 7079505 w 12192000"/>
              <a:gd name="connsiteY2-3804" fmla="*/ 12971 h 4939827"/>
              <a:gd name="connsiteX3-3805" fmla="*/ 7158791 w 12192000"/>
              <a:gd name="connsiteY3-3806" fmla="*/ 12462 h 4939827"/>
              <a:gd name="connsiteX4-3807" fmla="*/ 7233338 w 12192000"/>
              <a:gd name="connsiteY4-3808" fmla="*/ 24846 h 4939827"/>
              <a:gd name="connsiteX5-3809" fmla="*/ 7259791 w 12192000"/>
              <a:gd name="connsiteY5-3810" fmla="*/ 29557 h 4939827"/>
              <a:gd name="connsiteX6-3811" fmla="*/ 7263923 w 12192000"/>
              <a:gd name="connsiteY6-3812" fmla="*/ 35029 h 4939827"/>
              <a:gd name="connsiteX7-3813" fmla="*/ 7281549 w 12192000"/>
              <a:gd name="connsiteY7-3814" fmla="*/ 39654 h 4939827"/>
              <a:gd name="connsiteX8-3815" fmla="*/ 7374735 w 12192000"/>
              <a:gd name="connsiteY8-3816" fmla="*/ 65326 h 4939827"/>
              <a:gd name="connsiteX9-3817" fmla="*/ 7376078 w 12192000"/>
              <a:gd name="connsiteY9-3818" fmla="*/ 63849 h 4939827"/>
              <a:gd name="connsiteX10-3819" fmla="*/ 7402026 w 12192000"/>
              <a:gd name="connsiteY10-3820" fmla="*/ 60308 h 4939827"/>
              <a:gd name="connsiteX11-3821" fmla="*/ 7415091 w 12192000"/>
              <a:gd name="connsiteY11-3822" fmla="*/ 77403 h 4939827"/>
              <a:gd name="connsiteX12-3823" fmla="*/ 7488682 w 12192000"/>
              <a:gd name="connsiteY12-3824" fmla="*/ 83440 h 4939827"/>
              <a:gd name="connsiteX13-3825" fmla="*/ 7588044 w 12192000"/>
              <a:gd name="connsiteY13-3826" fmla="*/ 110756 h 4939827"/>
              <a:gd name="connsiteX14-3827" fmla="*/ 7732750 w 12192000"/>
              <a:gd name="connsiteY14-3828" fmla="*/ 145456 h 4939827"/>
              <a:gd name="connsiteX15-3829" fmla="*/ 7785900 w 12192000"/>
              <a:gd name="connsiteY15-3830" fmla="*/ 154493 h 4939827"/>
              <a:gd name="connsiteX16-3831" fmla="*/ 7877301 w 12192000"/>
              <a:gd name="connsiteY16-3832" fmla="*/ 186153 h 4939827"/>
              <a:gd name="connsiteX17-3833" fmla="*/ 7952584 w 12192000"/>
              <a:gd name="connsiteY17-3834" fmla="*/ 170181 h 4939827"/>
              <a:gd name="connsiteX18-3835" fmla="*/ 8009534 w 12192000"/>
              <a:gd name="connsiteY18-3836" fmla="*/ 176441 h 4939827"/>
              <a:gd name="connsiteX19-3837" fmla="*/ 8058681 w 12192000"/>
              <a:gd name="connsiteY19-3838" fmla="*/ 219431 h 4939827"/>
              <a:gd name="connsiteX20-3839" fmla="*/ 8126175 w 12192000"/>
              <a:gd name="connsiteY20-3840" fmla="*/ 240005 h 4939827"/>
              <a:gd name="connsiteX21-3841" fmla="*/ 8166439 w 12192000"/>
              <a:gd name="connsiteY21-3842" fmla="*/ 252699 h 4939827"/>
              <a:gd name="connsiteX22-3843" fmla="*/ 8281371 w 12192000"/>
              <a:gd name="connsiteY22-3844" fmla="*/ 256875 h 4939827"/>
              <a:gd name="connsiteX23-3845" fmla="*/ 8381609 w 12192000"/>
              <a:gd name="connsiteY23-3846" fmla="*/ 240618 h 4939827"/>
              <a:gd name="connsiteX24-3847" fmla="*/ 8406759 w 12192000"/>
              <a:gd name="connsiteY24-3848" fmla="*/ 232517 h 4939827"/>
              <a:gd name="connsiteX25-3849" fmla="*/ 8426506 w 12192000"/>
              <a:gd name="connsiteY25-3850" fmla="*/ 241842 h 4939827"/>
              <a:gd name="connsiteX26-3851" fmla="*/ 8427949 w 12192000"/>
              <a:gd name="connsiteY26-3852" fmla="*/ 240981 h 4939827"/>
              <a:gd name="connsiteX27-3853" fmla="*/ 8441468 w 12192000"/>
              <a:gd name="connsiteY27-3854" fmla="*/ 241157 h 4939827"/>
              <a:gd name="connsiteX28-3855" fmla="*/ 8565757 w 12192000"/>
              <a:gd name="connsiteY28-3856" fmla="*/ 255317 h 4939827"/>
              <a:gd name="connsiteX29-3857" fmla="*/ 8573171 w 12192000"/>
              <a:gd name="connsiteY29-3858" fmla="*/ 258426 h 4939827"/>
              <a:gd name="connsiteX30-3859" fmla="*/ 8573548 w 12192000"/>
              <a:gd name="connsiteY30-3860" fmla="*/ 258241 h 4939827"/>
              <a:gd name="connsiteX31-3861" fmla="*/ 8581827 w 12192000"/>
              <a:gd name="connsiteY31-3862" fmla="*/ 261028 h 4939827"/>
              <a:gd name="connsiteX32-3863" fmla="*/ 8586687 w 12192000"/>
              <a:gd name="connsiteY32-3864" fmla="*/ 264089 h 4939827"/>
              <a:gd name="connsiteX33-3865" fmla="*/ 8601067 w 12192000"/>
              <a:gd name="connsiteY33-3866" fmla="*/ 270114 h 4939827"/>
              <a:gd name="connsiteX34-3867" fmla="*/ 8672650 w 12192000"/>
              <a:gd name="connsiteY34-3868" fmla="*/ 254821 h 4939827"/>
              <a:gd name="connsiteX35-3869" fmla="*/ 8785543 w 12192000"/>
              <a:gd name="connsiteY35-3870" fmla="*/ 263406 h 4939827"/>
              <a:gd name="connsiteX36-3871" fmla="*/ 8830588 w 12192000"/>
              <a:gd name="connsiteY36-3872" fmla="*/ 265483 h 4939827"/>
              <a:gd name="connsiteX37-3873" fmla="*/ 8905142 w 12192000"/>
              <a:gd name="connsiteY37-3874" fmla="*/ 264958 h 4939827"/>
              <a:gd name="connsiteX38-3875" fmla="*/ 8968582 w 12192000"/>
              <a:gd name="connsiteY38-3876" fmla="*/ 262728 h 4939827"/>
              <a:gd name="connsiteX39-3877" fmla="*/ 8972994 w 12192000"/>
              <a:gd name="connsiteY39-3878" fmla="*/ 263284 h 4939827"/>
              <a:gd name="connsiteX40-3879" fmla="*/ 9004605 w 12192000"/>
              <a:gd name="connsiteY40-3880" fmla="*/ 258041 h 4939827"/>
              <a:gd name="connsiteX41-3881" fmla="*/ 9016165 w 12192000"/>
              <a:gd name="connsiteY41-3882" fmla="*/ 261258 h 4939827"/>
              <a:gd name="connsiteX42-3883" fmla="*/ 9043297 w 12192000"/>
              <a:gd name="connsiteY42-3884" fmla="*/ 281547 h 4939827"/>
              <a:gd name="connsiteX43-3885" fmla="*/ 9048315 w 12192000"/>
              <a:gd name="connsiteY43-3886" fmla="*/ 279264 h 4939827"/>
              <a:gd name="connsiteX44-3887" fmla="*/ 9054706 w 12192000"/>
              <a:gd name="connsiteY44-3888" fmla="*/ 278538 h 4939827"/>
              <a:gd name="connsiteX45-3889" fmla="*/ 9070919 w 12192000"/>
              <a:gd name="connsiteY45-3890" fmla="*/ 281810 h 4939827"/>
              <a:gd name="connsiteX46-3891" fmla="*/ 9076813 w 12192000"/>
              <a:gd name="connsiteY46-3892" fmla="*/ 283909 h 4939827"/>
              <a:gd name="connsiteX47-3893" fmla="*/ 9085871 w 12192000"/>
              <a:gd name="connsiteY47-3894" fmla="*/ 285133 h 4939827"/>
              <a:gd name="connsiteX48-3895" fmla="*/ 9086159 w 12192000"/>
              <a:gd name="connsiteY48-3896" fmla="*/ 284887 h 4939827"/>
              <a:gd name="connsiteX49-3897" fmla="*/ 9134606 w 12192000"/>
              <a:gd name="connsiteY49-3898" fmla="*/ 288168 h 4939827"/>
              <a:gd name="connsiteX50-3899" fmla="*/ 9195590 w 12192000"/>
              <a:gd name="connsiteY50-3900" fmla="*/ 279568 h 4939827"/>
              <a:gd name="connsiteX51-3901" fmla="*/ 9219336 w 12192000"/>
              <a:gd name="connsiteY51-3902" fmla="*/ 278133 h 4939827"/>
              <a:gd name="connsiteX52-3903" fmla="*/ 9232362 w 12192000"/>
              <a:gd name="connsiteY52-3904" fmla="*/ 275894 h 4939827"/>
              <a:gd name="connsiteX53-3905" fmla="*/ 9233396 w 12192000"/>
              <a:gd name="connsiteY53-3906" fmla="*/ 274803 h 4939827"/>
              <a:gd name="connsiteX54-3907" fmla="*/ 9256213 w 12192000"/>
              <a:gd name="connsiteY54-3908" fmla="*/ 281576 h 4939827"/>
              <a:gd name="connsiteX55-3909" fmla="*/ 9262377 w 12192000"/>
              <a:gd name="connsiteY55-3910" fmla="*/ 286635 h 4939827"/>
              <a:gd name="connsiteX56-3911" fmla="*/ 9287089 w 12192000"/>
              <a:gd name="connsiteY56-3912" fmla="*/ 303891 h 4939827"/>
              <a:gd name="connsiteX57-3913" fmla="*/ 9371484 w 12192000"/>
              <a:gd name="connsiteY57-3914" fmla="*/ 329634 h 4939827"/>
              <a:gd name="connsiteX58-3915" fmla="*/ 9404829 w 12192000"/>
              <a:gd name="connsiteY58-3916" fmla="*/ 339038 h 4939827"/>
              <a:gd name="connsiteX59-3917" fmla="*/ 9427021 w 12192000"/>
              <a:gd name="connsiteY59-3918" fmla="*/ 358784 h 4939827"/>
              <a:gd name="connsiteX60-3919" fmla="*/ 9670844 w 12192000"/>
              <a:gd name="connsiteY60-3920" fmla="*/ 405128 h 4939827"/>
              <a:gd name="connsiteX61-3921" fmla="*/ 9816083 w 12192000"/>
              <a:gd name="connsiteY61-3922" fmla="*/ 416573 h 4939827"/>
              <a:gd name="connsiteX62-3923" fmla="*/ 9936741 w 12192000"/>
              <a:gd name="connsiteY62-3924" fmla="*/ 437044 h 4939827"/>
              <a:gd name="connsiteX63-3925" fmla="*/ 10050093 w 12192000"/>
              <a:gd name="connsiteY63-3926" fmla="*/ 443783 h 4939827"/>
              <a:gd name="connsiteX64-3927" fmla="*/ 10130090 w 12192000"/>
              <a:gd name="connsiteY64-3928" fmla="*/ 459520 h 4939827"/>
              <a:gd name="connsiteX65-3929" fmla="*/ 10173456 w 12192000"/>
              <a:gd name="connsiteY65-3930" fmla="*/ 457749 h 4939827"/>
              <a:gd name="connsiteX66-3931" fmla="*/ 10218232 w 12192000"/>
              <a:gd name="connsiteY66-3932" fmla="*/ 459820 h 4939827"/>
              <a:gd name="connsiteX67-3933" fmla="*/ 10354176 w 12192000"/>
              <a:gd name="connsiteY67-3934" fmla="*/ 471377 h 4939827"/>
              <a:gd name="connsiteX68-3935" fmla="*/ 10430681 w 12192000"/>
              <a:gd name="connsiteY68-3936" fmla="*/ 481226 h 4939827"/>
              <a:gd name="connsiteX69-3937" fmla="*/ 10478169 w 12192000"/>
              <a:gd name="connsiteY69-3938" fmla="*/ 481774 h 4939827"/>
              <a:gd name="connsiteX70-3939" fmla="*/ 10540907 w 12192000"/>
              <a:gd name="connsiteY70-3940" fmla="*/ 485607 h 4939827"/>
              <a:gd name="connsiteX71-3941" fmla="*/ 10614941 w 12192000"/>
              <a:gd name="connsiteY71-3942" fmla="*/ 487592 h 4939827"/>
              <a:gd name="connsiteX72-3943" fmla="*/ 10674098 w 12192000"/>
              <a:gd name="connsiteY72-3944" fmla="*/ 521656 h 4939827"/>
              <a:gd name="connsiteX73-3945" fmla="*/ 10874834 w 12192000"/>
              <a:gd name="connsiteY73-3946" fmla="*/ 574867 h 4939827"/>
              <a:gd name="connsiteX74-3947" fmla="*/ 10944981 w 12192000"/>
              <a:gd name="connsiteY74-3948" fmla="*/ 615042 h 4939827"/>
              <a:gd name="connsiteX75-3949" fmla="*/ 11006376 w 12192000"/>
              <a:gd name="connsiteY75-3950" fmla="*/ 645957 h 4939827"/>
              <a:gd name="connsiteX76-3951" fmla="*/ 11076308 w 12192000"/>
              <a:gd name="connsiteY76-3952" fmla="*/ 675698 h 4939827"/>
              <a:gd name="connsiteX77-3953" fmla="*/ 11148789 w 12192000"/>
              <a:gd name="connsiteY77-3954" fmla="*/ 685041 h 4939827"/>
              <a:gd name="connsiteX78-3955" fmla="*/ 11249129 w 12192000"/>
              <a:gd name="connsiteY78-3956" fmla="*/ 684218 h 4939827"/>
              <a:gd name="connsiteX79-3957" fmla="*/ 11299915 w 12192000"/>
              <a:gd name="connsiteY79-3958" fmla="*/ 692177 h 4939827"/>
              <a:gd name="connsiteX80-3959" fmla="*/ 11386973 w 12192000"/>
              <a:gd name="connsiteY80-3960" fmla="*/ 708209 h 4939827"/>
              <a:gd name="connsiteX81-3961" fmla="*/ 11500105 w 12192000"/>
              <a:gd name="connsiteY81-3962" fmla="*/ 735014 h 4939827"/>
              <a:gd name="connsiteX82-3963" fmla="*/ 11621735 w 12192000"/>
              <a:gd name="connsiteY82-3964" fmla="*/ 789584 h 4939827"/>
              <a:gd name="connsiteX83-3965" fmla="*/ 11691200 w 12192000"/>
              <a:gd name="connsiteY83-3966" fmla="*/ 867902 h 4939827"/>
              <a:gd name="connsiteX84-3967" fmla="*/ 11819427 w 12192000"/>
              <a:gd name="connsiteY84-3968" fmla="*/ 911634 h 4939827"/>
              <a:gd name="connsiteX85-3969" fmla="*/ 11969720 w 12192000"/>
              <a:gd name="connsiteY85-3970" fmla="*/ 964737 h 4939827"/>
              <a:gd name="connsiteX86-3971" fmla="*/ 12055766 w 12192000"/>
              <a:gd name="connsiteY86-3972" fmla="*/ 991268 h 4939827"/>
              <a:gd name="connsiteX87-3973" fmla="*/ 12171539 w 12192000"/>
              <a:gd name="connsiteY87-3974" fmla="*/ 995427 h 4939827"/>
              <a:gd name="connsiteX88-3975" fmla="*/ 12187831 w 12192000"/>
              <a:gd name="connsiteY88-3976" fmla="*/ 996580 h 4939827"/>
              <a:gd name="connsiteX89-3977" fmla="*/ 12192000 w 12192000"/>
              <a:gd name="connsiteY89-3978" fmla="*/ 996726 h 4939827"/>
              <a:gd name="connsiteX90-3979" fmla="*/ 12192000 w 12192000"/>
              <a:gd name="connsiteY90-3980" fmla="*/ 4939827 h 4939827"/>
              <a:gd name="connsiteX91-3981" fmla="*/ 0 w 12192000"/>
              <a:gd name="connsiteY91-3982" fmla="*/ 4939827 h 4939827"/>
              <a:gd name="connsiteX92-3983" fmla="*/ 0 w 12192000"/>
              <a:gd name="connsiteY92-3984" fmla="*/ 512043 h 4939827"/>
              <a:gd name="connsiteX93-3985" fmla="*/ 7381 w 12192000"/>
              <a:gd name="connsiteY93-3986" fmla="*/ 512580 h 4939827"/>
              <a:gd name="connsiteX94-3987" fmla="*/ 100029 w 12192000"/>
              <a:gd name="connsiteY94-3988" fmla="*/ 504758 h 4939827"/>
              <a:gd name="connsiteX95-3989" fmla="*/ 155244 w 12192000"/>
              <a:gd name="connsiteY95-3990" fmla="*/ 525130 h 4939827"/>
              <a:gd name="connsiteX96-3991" fmla="*/ 254366 w 12192000"/>
              <a:gd name="connsiteY96-3992" fmla="*/ 534449 h 4939827"/>
              <a:gd name="connsiteX97-3993" fmla="*/ 447292 w 12192000"/>
              <a:gd name="connsiteY97-3994" fmla="*/ 542725 h 4939827"/>
              <a:gd name="connsiteX98-3995" fmla="*/ 628105 w 12192000"/>
              <a:gd name="connsiteY98-3996" fmla="*/ 547853 h 4939827"/>
              <a:gd name="connsiteX99-3997" fmla="*/ 783146 w 12192000"/>
              <a:gd name="connsiteY99-3998" fmla="*/ 591799 h 4939827"/>
              <a:gd name="connsiteX100-3999" fmla="*/ 1043676 w 12192000"/>
              <a:gd name="connsiteY100-4000" fmla="*/ 591887 h 4939827"/>
              <a:gd name="connsiteX101-4001" fmla="*/ 1281816 w 12192000"/>
              <a:gd name="connsiteY101-4002" fmla="*/ 520946 h 4939827"/>
              <a:gd name="connsiteX102-4003" fmla="*/ 1486347 w 12192000"/>
              <a:gd name="connsiteY102-4004" fmla="*/ 487310 h 4939827"/>
              <a:gd name="connsiteX103-4005" fmla="*/ 1568079 w 12192000"/>
              <a:gd name="connsiteY103-4006" fmla="*/ 462531 h 4939827"/>
              <a:gd name="connsiteX104-4007" fmla="*/ 1622516 w 12192000"/>
              <a:gd name="connsiteY104-4008" fmla="*/ 466058 h 4939827"/>
              <a:gd name="connsiteX105-4009" fmla="*/ 1655457 w 12192000"/>
              <a:gd name="connsiteY105-4010" fmla="*/ 465359 h 4939827"/>
              <a:gd name="connsiteX106-4011" fmla="*/ 1717454 w 12192000"/>
              <a:gd name="connsiteY106-4012" fmla="*/ 417203 h 4939827"/>
              <a:gd name="connsiteX107-4013" fmla="*/ 1913794 w 12192000"/>
              <a:gd name="connsiteY107-4014" fmla="*/ 365255 h 4939827"/>
              <a:gd name="connsiteX108-4015" fmla="*/ 2129762 w 12192000"/>
              <a:gd name="connsiteY108-4016" fmla="*/ 367832 h 4939827"/>
              <a:gd name="connsiteX109-4017" fmla="*/ 2376970 w 12192000"/>
              <a:gd name="connsiteY109-4018" fmla="*/ 350129 h 4939827"/>
              <a:gd name="connsiteX110-4019" fmla="*/ 2480155 w 12192000"/>
              <a:gd name="connsiteY110-4020" fmla="*/ 359227 h 4939827"/>
              <a:gd name="connsiteX111-4021" fmla="*/ 2586782 w 12192000"/>
              <a:gd name="connsiteY111-4022" fmla="*/ 339352 h 4939827"/>
              <a:gd name="connsiteX112-4023" fmla="*/ 2654496 w 12192000"/>
              <a:gd name="connsiteY112-4024" fmla="*/ 315431 h 4939827"/>
              <a:gd name="connsiteX113-4025" fmla="*/ 2788947 w 12192000"/>
              <a:gd name="connsiteY113-4026" fmla="*/ 250375 h 4939827"/>
              <a:gd name="connsiteX114-4027" fmla="*/ 2885389 w 12192000"/>
              <a:gd name="connsiteY114-4028" fmla="*/ 255259 h 4939827"/>
              <a:gd name="connsiteX115-4029" fmla="*/ 3045916 w 12192000"/>
              <a:gd name="connsiteY115-4030" fmla="*/ 261030 h 4939827"/>
              <a:gd name="connsiteX116-4031" fmla="*/ 3074187 w 12192000"/>
              <a:gd name="connsiteY116-4032" fmla="*/ 243226 h 4939827"/>
              <a:gd name="connsiteX117-4033" fmla="*/ 3103677 w 12192000"/>
              <a:gd name="connsiteY117-4034" fmla="*/ 209527 h 4939827"/>
              <a:gd name="connsiteX118-4035" fmla="*/ 3126759 w 12192000"/>
              <a:gd name="connsiteY118-4036" fmla="*/ 211226 h 4939827"/>
              <a:gd name="connsiteX119-4037" fmla="*/ 3164020 w 12192000"/>
              <a:gd name="connsiteY119-4038" fmla="*/ 212779 h 4939827"/>
              <a:gd name="connsiteX120-4039" fmla="*/ 3285019 w 12192000"/>
              <a:gd name="connsiteY120-4040" fmla="*/ 220535 h 4939827"/>
              <a:gd name="connsiteX121-4041" fmla="*/ 3365154 w 12192000"/>
              <a:gd name="connsiteY121-4042" fmla="*/ 226416 h 4939827"/>
              <a:gd name="connsiteX122-4043" fmla="*/ 3367507 w 12192000"/>
              <a:gd name="connsiteY122-4044" fmla="*/ 225416 h 4939827"/>
              <a:gd name="connsiteX123-4045" fmla="*/ 3387567 w 12192000"/>
              <a:gd name="connsiteY123-4046" fmla="*/ 227103 h 4939827"/>
              <a:gd name="connsiteX124-4047" fmla="*/ 3424753 w 12192000"/>
              <a:gd name="connsiteY124-4048" fmla="*/ 244380 h 4939827"/>
              <a:gd name="connsiteX125-4049" fmla="*/ 3498001 w 12192000"/>
              <a:gd name="connsiteY125-4050" fmla="*/ 231941 h 4939827"/>
              <a:gd name="connsiteX126-4051" fmla="*/ 3561557 w 12192000"/>
              <a:gd name="connsiteY126-4052" fmla="*/ 228095 h 4939827"/>
              <a:gd name="connsiteX127-4053" fmla="*/ 3611920 w 12192000"/>
              <a:gd name="connsiteY127-4054" fmla="*/ 218094 h 4939827"/>
              <a:gd name="connsiteX128-4055" fmla="*/ 3620528 w 12192000"/>
              <a:gd name="connsiteY128-4056" fmla="*/ 218788 h 4939827"/>
              <a:gd name="connsiteX129-4057" fmla="*/ 3620766 w 12192000"/>
              <a:gd name="connsiteY129-4058" fmla="*/ 218511 h 4939827"/>
              <a:gd name="connsiteX130-4059" fmla="*/ 3629977 w 12192000"/>
              <a:gd name="connsiteY130-4060" fmla="*/ 218664 h 4939827"/>
              <a:gd name="connsiteX131-4061" fmla="*/ 3636217 w 12192000"/>
              <a:gd name="connsiteY131-4062" fmla="*/ 220048 h 4939827"/>
              <a:gd name="connsiteX132-4063" fmla="*/ 3709484 w 12192000"/>
              <a:gd name="connsiteY132-4064" fmla="*/ 186927 h 4939827"/>
              <a:gd name="connsiteX133-4065" fmla="*/ 3761342 w 12192000"/>
              <a:gd name="connsiteY133-4066" fmla="*/ 177474 h 4939827"/>
              <a:gd name="connsiteX134-4067" fmla="*/ 3799748 w 12192000"/>
              <a:gd name="connsiteY134-4068" fmla="*/ 167154 h 4939827"/>
              <a:gd name="connsiteX135-4069" fmla="*/ 3812225 w 12192000"/>
              <a:gd name="connsiteY135-4070" fmla="*/ 189020 h 4939827"/>
              <a:gd name="connsiteX136-4071" fmla="*/ 3864537 w 12192000"/>
              <a:gd name="connsiteY136-4072" fmla="*/ 200742 h 4939827"/>
              <a:gd name="connsiteX137-4073" fmla="*/ 4028476 w 12192000"/>
              <a:gd name="connsiteY137-4074" fmla="*/ 223679 h 4939827"/>
              <a:gd name="connsiteX138-4075" fmla="*/ 4191582 w 12192000"/>
              <a:gd name="connsiteY138-4076" fmla="*/ 238952 h 4939827"/>
              <a:gd name="connsiteX139-4077" fmla="*/ 4251024 w 12192000"/>
              <a:gd name="connsiteY139-4078" fmla="*/ 240874 h 4939827"/>
              <a:gd name="connsiteX140-4079" fmla="*/ 4355275 w 12192000"/>
              <a:gd name="connsiteY140-4080" fmla="*/ 260205 h 4939827"/>
              <a:gd name="connsiteX141-4081" fmla="*/ 4423807 w 12192000"/>
              <a:gd name="connsiteY141-4082" fmla="*/ 270366 h 4939827"/>
              <a:gd name="connsiteX142-4083" fmla="*/ 4558432 w 12192000"/>
              <a:gd name="connsiteY142-4084" fmla="*/ 269194 h 4939827"/>
              <a:gd name="connsiteX143-4085" fmla="*/ 4635061 w 12192000"/>
              <a:gd name="connsiteY143-4086" fmla="*/ 280682 h 4939827"/>
              <a:gd name="connsiteX144-4087" fmla="*/ 4807427 w 12192000"/>
              <a:gd name="connsiteY144-4088" fmla="*/ 276835 h 4939827"/>
              <a:gd name="connsiteX145-4089" fmla="*/ 5028933 w 12192000"/>
              <a:gd name="connsiteY145-4090" fmla="*/ 183887 h 4939827"/>
              <a:gd name="connsiteX146-4091" fmla="*/ 5093642 w 12192000"/>
              <a:gd name="connsiteY146-4092" fmla="*/ 177214 h 4939827"/>
              <a:gd name="connsiteX147-4093" fmla="*/ 5102642 w 12192000"/>
              <a:gd name="connsiteY147-4094" fmla="*/ 186816 h 4939827"/>
              <a:gd name="connsiteX148-4095" fmla="*/ 5193590 w 12192000"/>
              <a:gd name="connsiteY148-4096" fmla="*/ 136361 h 4939827"/>
              <a:gd name="connsiteX149-4097" fmla="*/ 5323922 w 12192000"/>
              <a:gd name="connsiteY149-4098" fmla="*/ 146332 h 4939827"/>
              <a:gd name="connsiteX150-4099" fmla="*/ 5421860 w 12192000"/>
              <a:gd name="connsiteY150-4100" fmla="*/ 167298 h 4939827"/>
              <a:gd name="connsiteX151-4101" fmla="*/ 5476948 w 12192000"/>
              <a:gd name="connsiteY151-4102" fmla="*/ 173249 h 4939827"/>
              <a:gd name="connsiteX152-4103" fmla="*/ 5516842 w 12192000"/>
              <a:gd name="connsiteY152-4104" fmla="*/ 184018 h 4939827"/>
              <a:gd name="connsiteX153-4105" fmla="*/ 5619415 w 12192000"/>
              <a:gd name="connsiteY153-4106" fmla="*/ 176781 h 4939827"/>
              <a:gd name="connsiteX154-4107" fmla="*/ 5789867 w 12192000"/>
              <a:gd name="connsiteY154-4108" fmla="*/ 150304 h 4939827"/>
              <a:gd name="connsiteX155-4109" fmla="*/ 5825953 w 12192000"/>
              <a:gd name="connsiteY155-4110" fmla="*/ 147907 h 4939827"/>
              <a:gd name="connsiteX156-4111" fmla="*/ 5856168 w 12192000"/>
              <a:gd name="connsiteY156-4112" fmla="*/ 158719 h 4939827"/>
              <a:gd name="connsiteX157-4113" fmla="*/ 5862476 w 12192000"/>
              <a:gd name="connsiteY157-4114" fmla="*/ 172447 h 4939827"/>
              <a:gd name="connsiteX158-4115" fmla="*/ 5882195 w 12192000"/>
              <a:gd name="connsiteY158-4116" fmla="*/ 173195 h 4939827"/>
              <a:gd name="connsiteX159-4117" fmla="*/ 5887271 w 12192000"/>
              <a:gd name="connsiteY159-4118" fmla="*/ 176084 h 4939827"/>
              <a:gd name="connsiteX160-4119" fmla="*/ 5921577 w 12192000"/>
              <a:gd name="connsiteY160-4120" fmla="*/ 169858 h 4939827"/>
              <a:gd name="connsiteX161-4121" fmla="*/ 5983240 w 12192000"/>
              <a:gd name="connsiteY161-4122" fmla="*/ 152755 h 4939827"/>
              <a:gd name="connsiteX162-4123" fmla="*/ 6152287 w 12192000"/>
              <a:gd name="connsiteY162-4124" fmla="*/ 116736 h 4939827"/>
              <a:gd name="connsiteX163-4125" fmla="*/ 6415830 w 12192000"/>
              <a:gd name="connsiteY163-4126" fmla="*/ 136006 h 4939827"/>
              <a:gd name="connsiteX164-4127" fmla="*/ 6756965 w 12192000"/>
              <a:gd name="connsiteY164-4128" fmla="*/ 57636 h 4939827"/>
              <a:gd name="connsiteX165-4129" fmla="*/ 6819400 w 12192000"/>
              <a:gd name="connsiteY165-4130" fmla="*/ 30742 h 4939827"/>
              <a:gd name="connsiteX166-4131" fmla="*/ 6986370 w 12192000"/>
              <a:gd name="connsiteY166-4132" fmla="*/ 12659 h 4939827"/>
              <a:gd name="connsiteX167-4133" fmla="*/ 6989536 w 12192000"/>
              <a:gd name="connsiteY167-4134" fmla="*/ 14528 h 4939827"/>
              <a:gd name="connsiteX168-4135" fmla="*/ 7015933 w 12192000"/>
              <a:gd name="connsiteY168-4136" fmla="*/ 9653 h 4939827"/>
              <a:gd name="connsiteX169-4137" fmla="*/ 7020592 w 12192000"/>
              <a:gd name="connsiteY169-4138" fmla="*/ 1651 h 4939827"/>
              <a:gd name="connsiteX170-4139" fmla="*/ 7025905 w 12192000"/>
              <a:gd name="connsiteY170-4140" fmla="*/ 0 h 4939827"/>
              <a:gd name="connsiteX0-4141" fmla="*/ 7025905 w 12192000"/>
              <a:gd name="connsiteY0-4142" fmla="*/ 0 h 4939827"/>
              <a:gd name="connsiteX1-4143" fmla="*/ 7032579 w 12192000"/>
              <a:gd name="connsiteY1-4144" fmla="*/ 2808 h 4939827"/>
              <a:gd name="connsiteX2-4145" fmla="*/ 7079505 w 12192000"/>
              <a:gd name="connsiteY2-4146" fmla="*/ 12971 h 4939827"/>
              <a:gd name="connsiteX3-4147" fmla="*/ 7158791 w 12192000"/>
              <a:gd name="connsiteY3-4148" fmla="*/ 12462 h 4939827"/>
              <a:gd name="connsiteX4-4149" fmla="*/ 7233338 w 12192000"/>
              <a:gd name="connsiteY4-4150" fmla="*/ 24846 h 4939827"/>
              <a:gd name="connsiteX5-4151" fmla="*/ 7259791 w 12192000"/>
              <a:gd name="connsiteY5-4152" fmla="*/ 29557 h 4939827"/>
              <a:gd name="connsiteX6-4153" fmla="*/ 7263923 w 12192000"/>
              <a:gd name="connsiteY6-4154" fmla="*/ 35029 h 4939827"/>
              <a:gd name="connsiteX7-4155" fmla="*/ 7281549 w 12192000"/>
              <a:gd name="connsiteY7-4156" fmla="*/ 39654 h 4939827"/>
              <a:gd name="connsiteX8-4157" fmla="*/ 7374735 w 12192000"/>
              <a:gd name="connsiteY8-4158" fmla="*/ 65326 h 4939827"/>
              <a:gd name="connsiteX9-4159" fmla="*/ 7376078 w 12192000"/>
              <a:gd name="connsiteY9-4160" fmla="*/ 63849 h 4939827"/>
              <a:gd name="connsiteX10-4161" fmla="*/ 7402026 w 12192000"/>
              <a:gd name="connsiteY10-4162" fmla="*/ 60308 h 4939827"/>
              <a:gd name="connsiteX11-4163" fmla="*/ 7415091 w 12192000"/>
              <a:gd name="connsiteY11-4164" fmla="*/ 77403 h 4939827"/>
              <a:gd name="connsiteX12-4165" fmla="*/ 7488682 w 12192000"/>
              <a:gd name="connsiteY12-4166" fmla="*/ 83440 h 4939827"/>
              <a:gd name="connsiteX13-4167" fmla="*/ 7588044 w 12192000"/>
              <a:gd name="connsiteY13-4168" fmla="*/ 110756 h 4939827"/>
              <a:gd name="connsiteX14-4169" fmla="*/ 7732750 w 12192000"/>
              <a:gd name="connsiteY14-4170" fmla="*/ 145456 h 4939827"/>
              <a:gd name="connsiteX15-4171" fmla="*/ 7785900 w 12192000"/>
              <a:gd name="connsiteY15-4172" fmla="*/ 154493 h 4939827"/>
              <a:gd name="connsiteX16-4173" fmla="*/ 7877301 w 12192000"/>
              <a:gd name="connsiteY16-4174" fmla="*/ 186153 h 4939827"/>
              <a:gd name="connsiteX17-4175" fmla="*/ 7952584 w 12192000"/>
              <a:gd name="connsiteY17-4176" fmla="*/ 170181 h 4939827"/>
              <a:gd name="connsiteX18-4177" fmla="*/ 8009534 w 12192000"/>
              <a:gd name="connsiteY18-4178" fmla="*/ 176441 h 4939827"/>
              <a:gd name="connsiteX19-4179" fmla="*/ 8058681 w 12192000"/>
              <a:gd name="connsiteY19-4180" fmla="*/ 219431 h 4939827"/>
              <a:gd name="connsiteX20-4181" fmla="*/ 8126175 w 12192000"/>
              <a:gd name="connsiteY20-4182" fmla="*/ 240005 h 4939827"/>
              <a:gd name="connsiteX21-4183" fmla="*/ 8166439 w 12192000"/>
              <a:gd name="connsiteY21-4184" fmla="*/ 252699 h 4939827"/>
              <a:gd name="connsiteX22-4185" fmla="*/ 8281371 w 12192000"/>
              <a:gd name="connsiteY22-4186" fmla="*/ 256875 h 4939827"/>
              <a:gd name="connsiteX23-4187" fmla="*/ 8381609 w 12192000"/>
              <a:gd name="connsiteY23-4188" fmla="*/ 240618 h 4939827"/>
              <a:gd name="connsiteX24-4189" fmla="*/ 8406759 w 12192000"/>
              <a:gd name="connsiteY24-4190" fmla="*/ 232517 h 4939827"/>
              <a:gd name="connsiteX25-4191" fmla="*/ 8426506 w 12192000"/>
              <a:gd name="connsiteY25-4192" fmla="*/ 241842 h 4939827"/>
              <a:gd name="connsiteX26-4193" fmla="*/ 8427949 w 12192000"/>
              <a:gd name="connsiteY26-4194" fmla="*/ 240981 h 4939827"/>
              <a:gd name="connsiteX27-4195" fmla="*/ 8441468 w 12192000"/>
              <a:gd name="connsiteY27-4196" fmla="*/ 241157 h 4939827"/>
              <a:gd name="connsiteX28-4197" fmla="*/ 8565757 w 12192000"/>
              <a:gd name="connsiteY28-4198" fmla="*/ 255317 h 4939827"/>
              <a:gd name="connsiteX29-4199" fmla="*/ 8573171 w 12192000"/>
              <a:gd name="connsiteY29-4200" fmla="*/ 258426 h 4939827"/>
              <a:gd name="connsiteX30-4201" fmla="*/ 8573548 w 12192000"/>
              <a:gd name="connsiteY30-4202" fmla="*/ 258241 h 4939827"/>
              <a:gd name="connsiteX31-4203" fmla="*/ 8581827 w 12192000"/>
              <a:gd name="connsiteY31-4204" fmla="*/ 261028 h 4939827"/>
              <a:gd name="connsiteX32-4205" fmla="*/ 8586687 w 12192000"/>
              <a:gd name="connsiteY32-4206" fmla="*/ 264089 h 4939827"/>
              <a:gd name="connsiteX33-4207" fmla="*/ 8601067 w 12192000"/>
              <a:gd name="connsiteY33-4208" fmla="*/ 270114 h 4939827"/>
              <a:gd name="connsiteX34-4209" fmla="*/ 8672650 w 12192000"/>
              <a:gd name="connsiteY34-4210" fmla="*/ 254821 h 4939827"/>
              <a:gd name="connsiteX35-4211" fmla="*/ 8785543 w 12192000"/>
              <a:gd name="connsiteY35-4212" fmla="*/ 263406 h 4939827"/>
              <a:gd name="connsiteX36-4213" fmla="*/ 8830588 w 12192000"/>
              <a:gd name="connsiteY36-4214" fmla="*/ 265483 h 4939827"/>
              <a:gd name="connsiteX37-4215" fmla="*/ 8905142 w 12192000"/>
              <a:gd name="connsiteY37-4216" fmla="*/ 264958 h 4939827"/>
              <a:gd name="connsiteX38-4217" fmla="*/ 8968582 w 12192000"/>
              <a:gd name="connsiteY38-4218" fmla="*/ 262728 h 4939827"/>
              <a:gd name="connsiteX39-4219" fmla="*/ 8972994 w 12192000"/>
              <a:gd name="connsiteY39-4220" fmla="*/ 263284 h 4939827"/>
              <a:gd name="connsiteX40-4221" fmla="*/ 9004605 w 12192000"/>
              <a:gd name="connsiteY40-4222" fmla="*/ 258041 h 4939827"/>
              <a:gd name="connsiteX41-4223" fmla="*/ 9016165 w 12192000"/>
              <a:gd name="connsiteY41-4224" fmla="*/ 261258 h 4939827"/>
              <a:gd name="connsiteX42-4225" fmla="*/ 9043297 w 12192000"/>
              <a:gd name="connsiteY42-4226" fmla="*/ 281547 h 4939827"/>
              <a:gd name="connsiteX43-4227" fmla="*/ 9048315 w 12192000"/>
              <a:gd name="connsiteY43-4228" fmla="*/ 279264 h 4939827"/>
              <a:gd name="connsiteX44-4229" fmla="*/ 9054706 w 12192000"/>
              <a:gd name="connsiteY44-4230" fmla="*/ 278538 h 4939827"/>
              <a:gd name="connsiteX45-4231" fmla="*/ 9070919 w 12192000"/>
              <a:gd name="connsiteY45-4232" fmla="*/ 281810 h 4939827"/>
              <a:gd name="connsiteX46-4233" fmla="*/ 9076813 w 12192000"/>
              <a:gd name="connsiteY46-4234" fmla="*/ 283909 h 4939827"/>
              <a:gd name="connsiteX47-4235" fmla="*/ 9085871 w 12192000"/>
              <a:gd name="connsiteY47-4236" fmla="*/ 285133 h 4939827"/>
              <a:gd name="connsiteX48-4237" fmla="*/ 9086159 w 12192000"/>
              <a:gd name="connsiteY48-4238" fmla="*/ 284887 h 4939827"/>
              <a:gd name="connsiteX49-4239" fmla="*/ 9134606 w 12192000"/>
              <a:gd name="connsiteY49-4240" fmla="*/ 288168 h 4939827"/>
              <a:gd name="connsiteX50-4241" fmla="*/ 9195590 w 12192000"/>
              <a:gd name="connsiteY50-4242" fmla="*/ 279568 h 4939827"/>
              <a:gd name="connsiteX51-4243" fmla="*/ 9219336 w 12192000"/>
              <a:gd name="connsiteY51-4244" fmla="*/ 278133 h 4939827"/>
              <a:gd name="connsiteX52-4245" fmla="*/ 9232362 w 12192000"/>
              <a:gd name="connsiteY52-4246" fmla="*/ 275894 h 4939827"/>
              <a:gd name="connsiteX53-4247" fmla="*/ 9233396 w 12192000"/>
              <a:gd name="connsiteY53-4248" fmla="*/ 274803 h 4939827"/>
              <a:gd name="connsiteX54-4249" fmla="*/ 9256213 w 12192000"/>
              <a:gd name="connsiteY54-4250" fmla="*/ 281576 h 4939827"/>
              <a:gd name="connsiteX55-4251" fmla="*/ 9262377 w 12192000"/>
              <a:gd name="connsiteY55-4252" fmla="*/ 286635 h 4939827"/>
              <a:gd name="connsiteX56-4253" fmla="*/ 9287089 w 12192000"/>
              <a:gd name="connsiteY56-4254" fmla="*/ 303891 h 4939827"/>
              <a:gd name="connsiteX57-4255" fmla="*/ 9371484 w 12192000"/>
              <a:gd name="connsiteY57-4256" fmla="*/ 329634 h 4939827"/>
              <a:gd name="connsiteX58-4257" fmla="*/ 9404829 w 12192000"/>
              <a:gd name="connsiteY58-4258" fmla="*/ 339038 h 4939827"/>
              <a:gd name="connsiteX59-4259" fmla="*/ 9427021 w 12192000"/>
              <a:gd name="connsiteY59-4260" fmla="*/ 358784 h 4939827"/>
              <a:gd name="connsiteX60-4261" fmla="*/ 9670844 w 12192000"/>
              <a:gd name="connsiteY60-4262" fmla="*/ 405128 h 4939827"/>
              <a:gd name="connsiteX61-4263" fmla="*/ 9816083 w 12192000"/>
              <a:gd name="connsiteY61-4264" fmla="*/ 416573 h 4939827"/>
              <a:gd name="connsiteX62-4265" fmla="*/ 9936741 w 12192000"/>
              <a:gd name="connsiteY62-4266" fmla="*/ 437044 h 4939827"/>
              <a:gd name="connsiteX63-4267" fmla="*/ 10050093 w 12192000"/>
              <a:gd name="connsiteY63-4268" fmla="*/ 443783 h 4939827"/>
              <a:gd name="connsiteX64-4269" fmla="*/ 10130090 w 12192000"/>
              <a:gd name="connsiteY64-4270" fmla="*/ 459520 h 4939827"/>
              <a:gd name="connsiteX65-4271" fmla="*/ 10173456 w 12192000"/>
              <a:gd name="connsiteY65-4272" fmla="*/ 457749 h 4939827"/>
              <a:gd name="connsiteX66-4273" fmla="*/ 10218232 w 12192000"/>
              <a:gd name="connsiteY66-4274" fmla="*/ 459820 h 4939827"/>
              <a:gd name="connsiteX67-4275" fmla="*/ 10354176 w 12192000"/>
              <a:gd name="connsiteY67-4276" fmla="*/ 471377 h 4939827"/>
              <a:gd name="connsiteX68-4277" fmla="*/ 10430681 w 12192000"/>
              <a:gd name="connsiteY68-4278" fmla="*/ 481226 h 4939827"/>
              <a:gd name="connsiteX69-4279" fmla="*/ 10478169 w 12192000"/>
              <a:gd name="connsiteY69-4280" fmla="*/ 481774 h 4939827"/>
              <a:gd name="connsiteX70-4281" fmla="*/ 10540907 w 12192000"/>
              <a:gd name="connsiteY70-4282" fmla="*/ 485607 h 4939827"/>
              <a:gd name="connsiteX71-4283" fmla="*/ 10614941 w 12192000"/>
              <a:gd name="connsiteY71-4284" fmla="*/ 487592 h 4939827"/>
              <a:gd name="connsiteX72-4285" fmla="*/ 10674098 w 12192000"/>
              <a:gd name="connsiteY72-4286" fmla="*/ 521656 h 4939827"/>
              <a:gd name="connsiteX73-4287" fmla="*/ 10874834 w 12192000"/>
              <a:gd name="connsiteY73-4288" fmla="*/ 574867 h 4939827"/>
              <a:gd name="connsiteX74-4289" fmla="*/ 10944981 w 12192000"/>
              <a:gd name="connsiteY74-4290" fmla="*/ 615042 h 4939827"/>
              <a:gd name="connsiteX75-4291" fmla="*/ 11006376 w 12192000"/>
              <a:gd name="connsiteY75-4292" fmla="*/ 645957 h 4939827"/>
              <a:gd name="connsiteX76-4293" fmla="*/ 11076308 w 12192000"/>
              <a:gd name="connsiteY76-4294" fmla="*/ 675698 h 4939827"/>
              <a:gd name="connsiteX77-4295" fmla="*/ 11148789 w 12192000"/>
              <a:gd name="connsiteY77-4296" fmla="*/ 685041 h 4939827"/>
              <a:gd name="connsiteX78-4297" fmla="*/ 11249129 w 12192000"/>
              <a:gd name="connsiteY78-4298" fmla="*/ 684218 h 4939827"/>
              <a:gd name="connsiteX79-4299" fmla="*/ 11299915 w 12192000"/>
              <a:gd name="connsiteY79-4300" fmla="*/ 692177 h 4939827"/>
              <a:gd name="connsiteX80-4301" fmla="*/ 11386973 w 12192000"/>
              <a:gd name="connsiteY80-4302" fmla="*/ 708209 h 4939827"/>
              <a:gd name="connsiteX81-4303" fmla="*/ 11500105 w 12192000"/>
              <a:gd name="connsiteY81-4304" fmla="*/ 735014 h 4939827"/>
              <a:gd name="connsiteX82-4305" fmla="*/ 11621735 w 12192000"/>
              <a:gd name="connsiteY82-4306" fmla="*/ 789584 h 4939827"/>
              <a:gd name="connsiteX83-4307" fmla="*/ 11691200 w 12192000"/>
              <a:gd name="connsiteY83-4308" fmla="*/ 867902 h 4939827"/>
              <a:gd name="connsiteX84-4309" fmla="*/ 11819427 w 12192000"/>
              <a:gd name="connsiteY84-4310" fmla="*/ 911634 h 4939827"/>
              <a:gd name="connsiteX85-4311" fmla="*/ 11969720 w 12192000"/>
              <a:gd name="connsiteY85-4312" fmla="*/ 964737 h 4939827"/>
              <a:gd name="connsiteX86-4313" fmla="*/ 12055766 w 12192000"/>
              <a:gd name="connsiteY86-4314" fmla="*/ 991268 h 4939827"/>
              <a:gd name="connsiteX87-4315" fmla="*/ 12171539 w 12192000"/>
              <a:gd name="connsiteY87-4316" fmla="*/ 995427 h 4939827"/>
              <a:gd name="connsiteX88-4317" fmla="*/ 12187831 w 12192000"/>
              <a:gd name="connsiteY88-4318" fmla="*/ 996580 h 4939827"/>
              <a:gd name="connsiteX89-4319" fmla="*/ 12192000 w 12192000"/>
              <a:gd name="connsiteY89-4320" fmla="*/ 996726 h 4939827"/>
              <a:gd name="connsiteX90-4321" fmla="*/ 12192000 w 12192000"/>
              <a:gd name="connsiteY90-4322" fmla="*/ 4939827 h 4939827"/>
              <a:gd name="connsiteX91-4323" fmla="*/ 0 w 12192000"/>
              <a:gd name="connsiteY91-4324" fmla="*/ 4939827 h 4939827"/>
              <a:gd name="connsiteX92-4325" fmla="*/ 0 w 12192000"/>
              <a:gd name="connsiteY92-4326" fmla="*/ 512043 h 4939827"/>
              <a:gd name="connsiteX93-4327" fmla="*/ 7381 w 12192000"/>
              <a:gd name="connsiteY93-4328" fmla="*/ 512580 h 4939827"/>
              <a:gd name="connsiteX94-4329" fmla="*/ 100029 w 12192000"/>
              <a:gd name="connsiteY94-4330" fmla="*/ 504758 h 4939827"/>
              <a:gd name="connsiteX95-4331" fmla="*/ 155244 w 12192000"/>
              <a:gd name="connsiteY95-4332" fmla="*/ 525130 h 4939827"/>
              <a:gd name="connsiteX96-4333" fmla="*/ 254366 w 12192000"/>
              <a:gd name="connsiteY96-4334" fmla="*/ 534449 h 4939827"/>
              <a:gd name="connsiteX97-4335" fmla="*/ 447292 w 12192000"/>
              <a:gd name="connsiteY97-4336" fmla="*/ 542725 h 4939827"/>
              <a:gd name="connsiteX98-4337" fmla="*/ 628105 w 12192000"/>
              <a:gd name="connsiteY98-4338" fmla="*/ 547853 h 4939827"/>
              <a:gd name="connsiteX99-4339" fmla="*/ 783146 w 12192000"/>
              <a:gd name="connsiteY99-4340" fmla="*/ 591799 h 4939827"/>
              <a:gd name="connsiteX100-4341" fmla="*/ 1043676 w 12192000"/>
              <a:gd name="connsiteY100-4342" fmla="*/ 591887 h 4939827"/>
              <a:gd name="connsiteX101-4343" fmla="*/ 1281816 w 12192000"/>
              <a:gd name="connsiteY101-4344" fmla="*/ 520946 h 4939827"/>
              <a:gd name="connsiteX102-4345" fmla="*/ 1486347 w 12192000"/>
              <a:gd name="connsiteY102-4346" fmla="*/ 487310 h 4939827"/>
              <a:gd name="connsiteX103-4347" fmla="*/ 1568079 w 12192000"/>
              <a:gd name="connsiteY103-4348" fmla="*/ 462531 h 4939827"/>
              <a:gd name="connsiteX104-4349" fmla="*/ 1622516 w 12192000"/>
              <a:gd name="connsiteY104-4350" fmla="*/ 466058 h 4939827"/>
              <a:gd name="connsiteX105-4351" fmla="*/ 1655457 w 12192000"/>
              <a:gd name="connsiteY105-4352" fmla="*/ 465359 h 4939827"/>
              <a:gd name="connsiteX106-4353" fmla="*/ 1717454 w 12192000"/>
              <a:gd name="connsiteY106-4354" fmla="*/ 417203 h 4939827"/>
              <a:gd name="connsiteX107-4355" fmla="*/ 1913794 w 12192000"/>
              <a:gd name="connsiteY107-4356" fmla="*/ 365255 h 4939827"/>
              <a:gd name="connsiteX108-4357" fmla="*/ 2129762 w 12192000"/>
              <a:gd name="connsiteY108-4358" fmla="*/ 367832 h 4939827"/>
              <a:gd name="connsiteX109-4359" fmla="*/ 2376970 w 12192000"/>
              <a:gd name="connsiteY109-4360" fmla="*/ 350129 h 4939827"/>
              <a:gd name="connsiteX110-4361" fmla="*/ 2480155 w 12192000"/>
              <a:gd name="connsiteY110-4362" fmla="*/ 359227 h 4939827"/>
              <a:gd name="connsiteX111-4363" fmla="*/ 2586782 w 12192000"/>
              <a:gd name="connsiteY111-4364" fmla="*/ 339352 h 4939827"/>
              <a:gd name="connsiteX112-4365" fmla="*/ 2654496 w 12192000"/>
              <a:gd name="connsiteY112-4366" fmla="*/ 315431 h 4939827"/>
              <a:gd name="connsiteX113-4367" fmla="*/ 2788947 w 12192000"/>
              <a:gd name="connsiteY113-4368" fmla="*/ 250375 h 4939827"/>
              <a:gd name="connsiteX114-4369" fmla="*/ 2885389 w 12192000"/>
              <a:gd name="connsiteY114-4370" fmla="*/ 255259 h 4939827"/>
              <a:gd name="connsiteX115-4371" fmla="*/ 3045916 w 12192000"/>
              <a:gd name="connsiteY115-4372" fmla="*/ 261030 h 4939827"/>
              <a:gd name="connsiteX116-4373" fmla="*/ 3074187 w 12192000"/>
              <a:gd name="connsiteY116-4374" fmla="*/ 243226 h 4939827"/>
              <a:gd name="connsiteX117-4375" fmla="*/ 3103677 w 12192000"/>
              <a:gd name="connsiteY117-4376" fmla="*/ 209527 h 4939827"/>
              <a:gd name="connsiteX118-4377" fmla="*/ 3126759 w 12192000"/>
              <a:gd name="connsiteY118-4378" fmla="*/ 211226 h 4939827"/>
              <a:gd name="connsiteX119-4379" fmla="*/ 3164020 w 12192000"/>
              <a:gd name="connsiteY119-4380" fmla="*/ 212779 h 4939827"/>
              <a:gd name="connsiteX120-4381" fmla="*/ 3285019 w 12192000"/>
              <a:gd name="connsiteY120-4382" fmla="*/ 220535 h 4939827"/>
              <a:gd name="connsiteX121-4383" fmla="*/ 3365154 w 12192000"/>
              <a:gd name="connsiteY121-4384" fmla="*/ 226416 h 4939827"/>
              <a:gd name="connsiteX122-4385" fmla="*/ 3367507 w 12192000"/>
              <a:gd name="connsiteY122-4386" fmla="*/ 225416 h 4939827"/>
              <a:gd name="connsiteX123-4387" fmla="*/ 3387567 w 12192000"/>
              <a:gd name="connsiteY123-4388" fmla="*/ 227103 h 4939827"/>
              <a:gd name="connsiteX124-4389" fmla="*/ 3424753 w 12192000"/>
              <a:gd name="connsiteY124-4390" fmla="*/ 244380 h 4939827"/>
              <a:gd name="connsiteX125-4391" fmla="*/ 3498001 w 12192000"/>
              <a:gd name="connsiteY125-4392" fmla="*/ 231941 h 4939827"/>
              <a:gd name="connsiteX126-4393" fmla="*/ 3561557 w 12192000"/>
              <a:gd name="connsiteY126-4394" fmla="*/ 228095 h 4939827"/>
              <a:gd name="connsiteX127-4395" fmla="*/ 3611920 w 12192000"/>
              <a:gd name="connsiteY127-4396" fmla="*/ 218094 h 4939827"/>
              <a:gd name="connsiteX128-4397" fmla="*/ 3620528 w 12192000"/>
              <a:gd name="connsiteY128-4398" fmla="*/ 218788 h 4939827"/>
              <a:gd name="connsiteX129-4399" fmla="*/ 3620766 w 12192000"/>
              <a:gd name="connsiteY129-4400" fmla="*/ 218511 h 4939827"/>
              <a:gd name="connsiteX130-4401" fmla="*/ 3629977 w 12192000"/>
              <a:gd name="connsiteY130-4402" fmla="*/ 218664 h 4939827"/>
              <a:gd name="connsiteX131-4403" fmla="*/ 3636217 w 12192000"/>
              <a:gd name="connsiteY131-4404" fmla="*/ 220048 h 4939827"/>
              <a:gd name="connsiteX132-4405" fmla="*/ 3709484 w 12192000"/>
              <a:gd name="connsiteY132-4406" fmla="*/ 186927 h 4939827"/>
              <a:gd name="connsiteX133-4407" fmla="*/ 3761342 w 12192000"/>
              <a:gd name="connsiteY133-4408" fmla="*/ 177474 h 4939827"/>
              <a:gd name="connsiteX134-4409" fmla="*/ 3799748 w 12192000"/>
              <a:gd name="connsiteY134-4410" fmla="*/ 167154 h 4939827"/>
              <a:gd name="connsiteX135-4411" fmla="*/ 3812225 w 12192000"/>
              <a:gd name="connsiteY135-4412" fmla="*/ 189020 h 4939827"/>
              <a:gd name="connsiteX136-4413" fmla="*/ 3864537 w 12192000"/>
              <a:gd name="connsiteY136-4414" fmla="*/ 200742 h 4939827"/>
              <a:gd name="connsiteX137-4415" fmla="*/ 4028476 w 12192000"/>
              <a:gd name="connsiteY137-4416" fmla="*/ 223679 h 4939827"/>
              <a:gd name="connsiteX138-4417" fmla="*/ 4191582 w 12192000"/>
              <a:gd name="connsiteY138-4418" fmla="*/ 238952 h 4939827"/>
              <a:gd name="connsiteX139-4419" fmla="*/ 4251024 w 12192000"/>
              <a:gd name="connsiteY139-4420" fmla="*/ 240874 h 4939827"/>
              <a:gd name="connsiteX140-4421" fmla="*/ 4355275 w 12192000"/>
              <a:gd name="connsiteY140-4422" fmla="*/ 260205 h 4939827"/>
              <a:gd name="connsiteX141-4423" fmla="*/ 4423807 w 12192000"/>
              <a:gd name="connsiteY141-4424" fmla="*/ 270366 h 4939827"/>
              <a:gd name="connsiteX142-4425" fmla="*/ 4558432 w 12192000"/>
              <a:gd name="connsiteY142-4426" fmla="*/ 269194 h 4939827"/>
              <a:gd name="connsiteX143-4427" fmla="*/ 4635061 w 12192000"/>
              <a:gd name="connsiteY143-4428" fmla="*/ 280682 h 4939827"/>
              <a:gd name="connsiteX144-4429" fmla="*/ 4807427 w 12192000"/>
              <a:gd name="connsiteY144-4430" fmla="*/ 276835 h 4939827"/>
              <a:gd name="connsiteX145-4431" fmla="*/ 5028933 w 12192000"/>
              <a:gd name="connsiteY145-4432" fmla="*/ 183887 h 4939827"/>
              <a:gd name="connsiteX146-4433" fmla="*/ 5093642 w 12192000"/>
              <a:gd name="connsiteY146-4434" fmla="*/ 177214 h 4939827"/>
              <a:gd name="connsiteX147-4435" fmla="*/ 5102642 w 12192000"/>
              <a:gd name="connsiteY147-4436" fmla="*/ 186816 h 4939827"/>
              <a:gd name="connsiteX148-4437" fmla="*/ 5193590 w 12192000"/>
              <a:gd name="connsiteY148-4438" fmla="*/ 156458 h 4939827"/>
              <a:gd name="connsiteX149-4439" fmla="*/ 5323922 w 12192000"/>
              <a:gd name="connsiteY149-4440" fmla="*/ 146332 h 4939827"/>
              <a:gd name="connsiteX150-4441" fmla="*/ 5421860 w 12192000"/>
              <a:gd name="connsiteY150-4442" fmla="*/ 167298 h 4939827"/>
              <a:gd name="connsiteX151-4443" fmla="*/ 5476948 w 12192000"/>
              <a:gd name="connsiteY151-4444" fmla="*/ 173249 h 4939827"/>
              <a:gd name="connsiteX152-4445" fmla="*/ 5516842 w 12192000"/>
              <a:gd name="connsiteY152-4446" fmla="*/ 184018 h 4939827"/>
              <a:gd name="connsiteX153-4447" fmla="*/ 5619415 w 12192000"/>
              <a:gd name="connsiteY153-4448" fmla="*/ 176781 h 4939827"/>
              <a:gd name="connsiteX154-4449" fmla="*/ 5789867 w 12192000"/>
              <a:gd name="connsiteY154-4450" fmla="*/ 150304 h 4939827"/>
              <a:gd name="connsiteX155-4451" fmla="*/ 5825953 w 12192000"/>
              <a:gd name="connsiteY155-4452" fmla="*/ 147907 h 4939827"/>
              <a:gd name="connsiteX156-4453" fmla="*/ 5856168 w 12192000"/>
              <a:gd name="connsiteY156-4454" fmla="*/ 158719 h 4939827"/>
              <a:gd name="connsiteX157-4455" fmla="*/ 5862476 w 12192000"/>
              <a:gd name="connsiteY157-4456" fmla="*/ 172447 h 4939827"/>
              <a:gd name="connsiteX158-4457" fmla="*/ 5882195 w 12192000"/>
              <a:gd name="connsiteY158-4458" fmla="*/ 173195 h 4939827"/>
              <a:gd name="connsiteX159-4459" fmla="*/ 5887271 w 12192000"/>
              <a:gd name="connsiteY159-4460" fmla="*/ 176084 h 4939827"/>
              <a:gd name="connsiteX160-4461" fmla="*/ 5921577 w 12192000"/>
              <a:gd name="connsiteY160-4462" fmla="*/ 169858 h 4939827"/>
              <a:gd name="connsiteX161-4463" fmla="*/ 5983240 w 12192000"/>
              <a:gd name="connsiteY161-4464" fmla="*/ 152755 h 4939827"/>
              <a:gd name="connsiteX162-4465" fmla="*/ 6152287 w 12192000"/>
              <a:gd name="connsiteY162-4466" fmla="*/ 116736 h 4939827"/>
              <a:gd name="connsiteX163-4467" fmla="*/ 6415830 w 12192000"/>
              <a:gd name="connsiteY163-4468" fmla="*/ 136006 h 4939827"/>
              <a:gd name="connsiteX164-4469" fmla="*/ 6756965 w 12192000"/>
              <a:gd name="connsiteY164-4470" fmla="*/ 57636 h 4939827"/>
              <a:gd name="connsiteX165-4471" fmla="*/ 6819400 w 12192000"/>
              <a:gd name="connsiteY165-4472" fmla="*/ 30742 h 4939827"/>
              <a:gd name="connsiteX166-4473" fmla="*/ 6986370 w 12192000"/>
              <a:gd name="connsiteY166-4474" fmla="*/ 12659 h 4939827"/>
              <a:gd name="connsiteX167-4475" fmla="*/ 6989536 w 12192000"/>
              <a:gd name="connsiteY167-4476" fmla="*/ 14528 h 4939827"/>
              <a:gd name="connsiteX168-4477" fmla="*/ 7015933 w 12192000"/>
              <a:gd name="connsiteY168-4478" fmla="*/ 9653 h 4939827"/>
              <a:gd name="connsiteX169-4479" fmla="*/ 7020592 w 12192000"/>
              <a:gd name="connsiteY169-4480" fmla="*/ 1651 h 4939827"/>
              <a:gd name="connsiteX170-4481" fmla="*/ 7025905 w 12192000"/>
              <a:gd name="connsiteY170-4482" fmla="*/ 0 h 4939827"/>
              <a:gd name="connsiteX0-4483" fmla="*/ 7025905 w 12192000"/>
              <a:gd name="connsiteY0-4484" fmla="*/ 0 h 4939827"/>
              <a:gd name="connsiteX1-4485" fmla="*/ 7032579 w 12192000"/>
              <a:gd name="connsiteY1-4486" fmla="*/ 2808 h 4939827"/>
              <a:gd name="connsiteX2-4487" fmla="*/ 7079505 w 12192000"/>
              <a:gd name="connsiteY2-4488" fmla="*/ 12971 h 4939827"/>
              <a:gd name="connsiteX3-4489" fmla="*/ 7158791 w 12192000"/>
              <a:gd name="connsiteY3-4490" fmla="*/ 12462 h 4939827"/>
              <a:gd name="connsiteX4-4491" fmla="*/ 7233338 w 12192000"/>
              <a:gd name="connsiteY4-4492" fmla="*/ 24846 h 4939827"/>
              <a:gd name="connsiteX5-4493" fmla="*/ 7259791 w 12192000"/>
              <a:gd name="connsiteY5-4494" fmla="*/ 29557 h 4939827"/>
              <a:gd name="connsiteX6-4495" fmla="*/ 7263923 w 12192000"/>
              <a:gd name="connsiteY6-4496" fmla="*/ 35029 h 4939827"/>
              <a:gd name="connsiteX7-4497" fmla="*/ 7281549 w 12192000"/>
              <a:gd name="connsiteY7-4498" fmla="*/ 39654 h 4939827"/>
              <a:gd name="connsiteX8-4499" fmla="*/ 7374735 w 12192000"/>
              <a:gd name="connsiteY8-4500" fmla="*/ 65326 h 4939827"/>
              <a:gd name="connsiteX9-4501" fmla="*/ 7376078 w 12192000"/>
              <a:gd name="connsiteY9-4502" fmla="*/ 63849 h 4939827"/>
              <a:gd name="connsiteX10-4503" fmla="*/ 7402026 w 12192000"/>
              <a:gd name="connsiteY10-4504" fmla="*/ 60308 h 4939827"/>
              <a:gd name="connsiteX11-4505" fmla="*/ 7415091 w 12192000"/>
              <a:gd name="connsiteY11-4506" fmla="*/ 77403 h 4939827"/>
              <a:gd name="connsiteX12-4507" fmla="*/ 7488682 w 12192000"/>
              <a:gd name="connsiteY12-4508" fmla="*/ 83440 h 4939827"/>
              <a:gd name="connsiteX13-4509" fmla="*/ 7588044 w 12192000"/>
              <a:gd name="connsiteY13-4510" fmla="*/ 110756 h 4939827"/>
              <a:gd name="connsiteX14-4511" fmla="*/ 7732750 w 12192000"/>
              <a:gd name="connsiteY14-4512" fmla="*/ 145456 h 4939827"/>
              <a:gd name="connsiteX15-4513" fmla="*/ 7785900 w 12192000"/>
              <a:gd name="connsiteY15-4514" fmla="*/ 154493 h 4939827"/>
              <a:gd name="connsiteX16-4515" fmla="*/ 7877301 w 12192000"/>
              <a:gd name="connsiteY16-4516" fmla="*/ 186153 h 4939827"/>
              <a:gd name="connsiteX17-4517" fmla="*/ 7952584 w 12192000"/>
              <a:gd name="connsiteY17-4518" fmla="*/ 170181 h 4939827"/>
              <a:gd name="connsiteX18-4519" fmla="*/ 8009534 w 12192000"/>
              <a:gd name="connsiteY18-4520" fmla="*/ 176441 h 4939827"/>
              <a:gd name="connsiteX19-4521" fmla="*/ 8058681 w 12192000"/>
              <a:gd name="connsiteY19-4522" fmla="*/ 219431 h 4939827"/>
              <a:gd name="connsiteX20-4523" fmla="*/ 8126175 w 12192000"/>
              <a:gd name="connsiteY20-4524" fmla="*/ 240005 h 4939827"/>
              <a:gd name="connsiteX21-4525" fmla="*/ 8166439 w 12192000"/>
              <a:gd name="connsiteY21-4526" fmla="*/ 252699 h 4939827"/>
              <a:gd name="connsiteX22-4527" fmla="*/ 8281371 w 12192000"/>
              <a:gd name="connsiteY22-4528" fmla="*/ 256875 h 4939827"/>
              <a:gd name="connsiteX23-4529" fmla="*/ 8381609 w 12192000"/>
              <a:gd name="connsiteY23-4530" fmla="*/ 240618 h 4939827"/>
              <a:gd name="connsiteX24-4531" fmla="*/ 8406759 w 12192000"/>
              <a:gd name="connsiteY24-4532" fmla="*/ 232517 h 4939827"/>
              <a:gd name="connsiteX25-4533" fmla="*/ 8426506 w 12192000"/>
              <a:gd name="connsiteY25-4534" fmla="*/ 241842 h 4939827"/>
              <a:gd name="connsiteX26-4535" fmla="*/ 8427949 w 12192000"/>
              <a:gd name="connsiteY26-4536" fmla="*/ 240981 h 4939827"/>
              <a:gd name="connsiteX27-4537" fmla="*/ 8441468 w 12192000"/>
              <a:gd name="connsiteY27-4538" fmla="*/ 241157 h 4939827"/>
              <a:gd name="connsiteX28-4539" fmla="*/ 8565757 w 12192000"/>
              <a:gd name="connsiteY28-4540" fmla="*/ 255317 h 4939827"/>
              <a:gd name="connsiteX29-4541" fmla="*/ 8573171 w 12192000"/>
              <a:gd name="connsiteY29-4542" fmla="*/ 258426 h 4939827"/>
              <a:gd name="connsiteX30-4543" fmla="*/ 8573548 w 12192000"/>
              <a:gd name="connsiteY30-4544" fmla="*/ 258241 h 4939827"/>
              <a:gd name="connsiteX31-4545" fmla="*/ 8581827 w 12192000"/>
              <a:gd name="connsiteY31-4546" fmla="*/ 261028 h 4939827"/>
              <a:gd name="connsiteX32-4547" fmla="*/ 8586687 w 12192000"/>
              <a:gd name="connsiteY32-4548" fmla="*/ 264089 h 4939827"/>
              <a:gd name="connsiteX33-4549" fmla="*/ 8601067 w 12192000"/>
              <a:gd name="connsiteY33-4550" fmla="*/ 270114 h 4939827"/>
              <a:gd name="connsiteX34-4551" fmla="*/ 8672650 w 12192000"/>
              <a:gd name="connsiteY34-4552" fmla="*/ 254821 h 4939827"/>
              <a:gd name="connsiteX35-4553" fmla="*/ 8785543 w 12192000"/>
              <a:gd name="connsiteY35-4554" fmla="*/ 263406 h 4939827"/>
              <a:gd name="connsiteX36-4555" fmla="*/ 8830588 w 12192000"/>
              <a:gd name="connsiteY36-4556" fmla="*/ 265483 h 4939827"/>
              <a:gd name="connsiteX37-4557" fmla="*/ 8905142 w 12192000"/>
              <a:gd name="connsiteY37-4558" fmla="*/ 264958 h 4939827"/>
              <a:gd name="connsiteX38-4559" fmla="*/ 8968582 w 12192000"/>
              <a:gd name="connsiteY38-4560" fmla="*/ 262728 h 4939827"/>
              <a:gd name="connsiteX39-4561" fmla="*/ 8972994 w 12192000"/>
              <a:gd name="connsiteY39-4562" fmla="*/ 263284 h 4939827"/>
              <a:gd name="connsiteX40-4563" fmla="*/ 9004605 w 12192000"/>
              <a:gd name="connsiteY40-4564" fmla="*/ 258041 h 4939827"/>
              <a:gd name="connsiteX41-4565" fmla="*/ 9016165 w 12192000"/>
              <a:gd name="connsiteY41-4566" fmla="*/ 261258 h 4939827"/>
              <a:gd name="connsiteX42-4567" fmla="*/ 9043297 w 12192000"/>
              <a:gd name="connsiteY42-4568" fmla="*/ 281547 h 4939827"/>
              <a:gd name="connsiteX43-4569" fmla="*/ 9048315 w 12192000"/>
              <a:gd name="connsiteY43-4570" fmla="*/ 279264 h 4939827"/>
              <a:gd name="connsiteX44-4571" fmla="*/ 9054706 w 12192000"/>
              <a:gd name="connsiteY44-4572" fmla="*/ 278538 h 4939827"/>
              <a:gd name="connsiteX45-4573" fmla="*/ 9070919 w 12192000"/>
              <a:gd name="connsiteY45-4574" fmla="*/ 281810 h 4939827"/>
              <a:gd name="connsiteX46-4575" fmla="*/ 9076813 w 12192000"/>
              <a:gd name="connsiteY46-4576" fmla="*/ 283909 h 4939827"/>
              <a:gd name="connsiteX47-4577" fmla="*/ 9085871 w 12192000"/>
              <a:gd name="connsiteY47-4578" fmla="*/ 285133 h 4939827"/>
              <a:gd name="connsiteX48-4579" fmla="*/ 9086159 w 12192000"/>
              <a:gd name="connsiteY48-4580" fmla="*/ 284887 h 4939827"/>
              <a:gd name="connsiteX49-4581" fmla="*/ 9134606 w 12192000"/>
              <a:gd name="connsiteY49-4582" fmla="*/ 288168 h 4939827"/>
              <a:gd name="connsiteX50-4583" fmla="*/ 9195590 w 12192000"/>
              <a:gd name="connsiteY50-4584" fmla="*/ 279568 h 4939827"/>
              <a:gd name="connsiteX51-4585" fmla="*/ 9219336 w 12192000"/>
              <a:gd name="connsiteY51-4586" fmla="*/ 278133 h 4939827"/>
              <a:gd name="connsiteX52-4587" fmla="*/ 9232362 w 12192000"/>
              <a:gd name="connsiteY52-4588" fmla="*/ 275894 h 4939827"/>
              <a:gd name="connsiteX53-4589" fmla="*/ 9233396 w 12192000"/>
              <a:gd name="connsiteY53-4590" fmla="*/ 274803 h 4939827"/>
              <a:gd name="connsiteX54-4591" fmla="*/ 9256213 w 12192000"/>
              <a:gd name="connsiteY54-4592" fmla="*/ 281576 h 4939827"/>
              <a:gd name="connsiteX55-4593" fmla="*/ 9262377 w 12192000"/>
              <a:gd name="connsiteY55-4594" fmla="*/ 286635 h 4939827"/>
              <a:gd name="connsiteX56-4595" fmla="*/ 9287089 w 12192000"/>
              <a:gd name="connsiteY56-4596" fmla="*/ 303891 h 4939827"/>
              <a:gd name="connsiteX57-4597" fmla="*/ 9371484 w 12192000"/>
              <a:gd name="connsiteY57-4598" fmla="*/ 329634 h 4939827"/>
              <a:gd name="connsiteX58-4599" fmla="*/ 9404829 w 12192000"/>
              <a:gd name="connsiteY58-4600" fmla="*/ 339038 h 4939827"/>
              <a:gd name="connsiteX59-4601" fmla="*/ 9427021 w 12192000"/>
              <a:gd name="connsiteY59-4602" fmla="*/ 358784 h 4939827"/>
              <a:gd name="connsiteX60-4603" fmla="*/ 9670844 w 12192000"/>
              <a:gd name="connsiteY60-4604" fmla="*/ 405128 h 4939827"/>
              <a:gd name="connsiteX61-4605" fmla="*/ 9816083 w 12192000"/>
              <a:gd name="connsiteY61-4606" fmla="*/ 416573 h 4939827"/>
              <a:gd name="connsiteX62-4607" fmla="*/ 9936741 w 12192000"/>
              <a:gd name="connsiteY62-4608" fmla="*/ 437044 h 4939827"/>
              <a:gd name="connsiteX63-4609" fmla="*/ 10050093 w 12192000"/>
              <a:gd name="connsiteY63-4610" fmla="*/ 443783 h 4939827"/>
              <a:gd name="connsiteX64-4611" fmla="*/ 10130090 w 12192000"/>
              <a:gd name="connsiteY64-4612" fmla="*/ 459520 h 4939827"/>
              <a:gd name="connsiteX65-4613" fmla="*/ 10173456 w 12192000"/>
              <a:gd name="connsiteY65-4614" fmla="*/ 457749 h 4939827"/>
              <a:gd name="connsiteX66-4615" fmla="*/ 10218232 w 12192000"/>
              <a:gd name="connsiteY66-4616" fmla="*/ 459820 h 4939827"/>
              <a:gd name="connsiteX67-4617" fmla="*/ 10354176 w 12192000"/>
              <a:gd name="connsiteY67-4618" fmla="*/ 471377 h 4939827"/>
              <a:gd name="connsiteX68-4619" fmla="*/ 10430681 w 12192000"/>
              <a:gd name="connsiteY68-4620" fmla="*/ 481226 h 4939827"/>
              <a:gd name="connsiteX69-4621" fmla="*/ 10478169 w 12192000"/>
              <a:gd name="connsiteY69-4622" fmla="*/ 481774 h 4939827"/>
              <a:gd name="connsiteX70-4623" fmla="*/ 10540907 w 12192000"/>
              <a:gd name="connsiteY70-4624" fmla="*/ 485607 h 4939827"/>
              <a:gd name="connsiteX71-4625" fmla="*/ 10614941 w 12192000"/>
              <a:gd name="connsiteY71-4626" fmla="*/ 487592 h 4939827"/>
              <a:gd name="connsiteX72-4627" fmla="*/ 10674098 w 12192000"/>
              <a:gd name="connsiteY72-4628" fmla="*/ 521656 h 4939827"/>
              <a:gd name="connsiteX73-4629" fmla="*/ 10874834 w 12192000"/>
              <a:gd name="connsiteY73-4630" fmla="*/ 574867 h 4939827"/>
              <a:gd name="connsiteX74-4631" fmla="*/ 10944981 w 12192000"/>
              <a:gd name="connsiteY74-4632" fmla="*/ 615042 h 4939827"/>
              <a:gd name="connsiteX75-4633" fmla="*/ 11006376 w 12192000"/>
              <a:gd name="connsiteY75-4634" fmla="*/ 645957 h 4939827"/>
              <a:gd name="connsiteX76-4635" fmla="*/ 11076308 w 12192000"/>
              <a:gd name="connsiteY76-4636" fmla="*/ 675698 h 4939827"/>
              <a:gd name="connsiteX77-4637" fmla="*/ 11148789 w 12192000"/>
              <a:gd name="connsiteY77-4638" fmla="*/ 685041 h 4939827"/>
              <a:gd name="connsiteX78-4639" fmla="*/ 11249129 w 12192000"/>
              <a:gd name="connsiteY78-4640" fmla="*/ 684218 h 4939827"/>
              <a:gd name="connsiteX79-4641" fmla="*/ 11299915 w 12192000"/>
              <a:gd name="connsiteY79-4642" fmla="*/ 692177 h 4939827"/>
              <a:gd name="connsiteX80-4643" fmla="*/ 11386973 w 12192000"/>
              <a:gd name="connsiteY80-4644" fmla="*/ 708209 h 4939827"/>
              <a:gd name="connsiteX81-4645" fmla="*/ 11500105 w 12192000"/>
              <a:gd name="connsiteY81-4646" fmla="*/ 735014 h 4939827"/>
              <a:gd name="connsiteX82-4647" fmla="*/ 11621735 w 12192000"/>
              <a:gd name="connsiteY82-4648" fmla="*/ 789584 h 4939827"/>
              <a:gd name="connsiteX83-4649" fmla="*/ 11691200 w 12192000"/>
              <a:gd name="connsiteY83-4650" fmla="*/ 867902 h 4939827"/>
              <a:gd name="connsiteX84-4651" fmla="*/ 11819427 w 12192000"/>
              <a:gd name="connsiteY84-4652" fmla="*/ 911634 h 4939827"/>
              <a:gd name="connsiteX85-4653" fmla="*/ 11969720 w 12192000"/>
              <a:gd name="connsiteY85-4654" fmla="*/ 964737 h 4939827"/>
              <a:gd name="connsiteX86-4655" fmla="*/ 12055766 w 12192000"/>
              <a:gd name="connsiteY86-4656" fmla="*/ 991268 h 4939827"/>
              <a:gd name="connsiteX87-4657" fmla="*/ 12171539 w 12192000"/>
              <a:gd name="connsiteY87-4658" fmla="*/ 995427 h 4939827"/>
              <a:gd name="connsiteX88-4659" fmla="*/ 12187831 w 12192000"/>
              <a:gd name="connsiteY88-4660" fmla="*/ 996580 h 4939827"/>
              <a:gd name="connsiteX89-4661" fmla="*/ 12192000 w 12192000"/>
              <a:gd name="connsiteY89-4662" fmla="*/ 996726 h 4939827"/>
              <a:gd name="connsiteX90-4663" fmla="*/ 12192000 w 12192000"/>
              <a:gd name="connsiteY90-4664" fmla="*/ 4939827 h 4939827"/>
              <a:gd name="connsiteX91-4665" fmla="*/ 0 w 12192000"/>
              <a:gd name="connsiteY91-4666" fmla="*/ 4939827 h 4939827"/>
              <a:gd name="connsiteX92-4667" fmla="*/ 0 w 12192000"/>
              <a:gd name="connsiteY92-4668" fmla="*/ 512043 h 4939827"/>
              <a:gd name="connsiteX93-4669" fmla="*/ 7381 w 12192000"/>
              <a:gd name="connsiteY93-4670" fmla="*/ 512580 h 4939827"/>
              <a:gd name="connsiteX94-4671" fmla="*/ 100029 w 12192000"/>
              <a:gd name="connsiteY94-4672" fmla="*/ 504758 h 4939827"/>
              <a:gd name="connsiteX95-4673" fmla="*/ 155244 w 12192000"/>
              <a:gd name="connsiteY95-4674" fmla="*/ 525130 h 4939827"/>
              <a:gd name="connsiteX96-4675" fmla="*/ 254366 w 12192000"/>
              <a:gd name="connsiteY96-4676" fmla="*/ 534449 h 4939827"/>
              <a:gd name="connsiteX97-4677" fmla="*/ 447292 w 12192000"/>
              <a:gd name="connsiteY97-4678" fmla="*/ 542725 h 4939827"/>
              <a:gd name="connsiteX98-4679" fmla="*/ 628105 w 12192000"/>
              <a:gd name="connsiteY98-4680" fmla="*/ 547853 h 4939827"/>
              <a:gd name="connsiteX99-4681" fmla="*/ 783146 w 12192000"/>
              <a:gd name="connsiteY99-4682" fmla="*/ 591799 h 4939827"/>
              <a:gd name="connsiteX100-4683" fmla="*/ 1043676 w 12192000"/>
              <a:gd name="connsiteY100-4684" fmla="*/ 591887 h 4939827"/>
              <a:gd name="connsiteX101-4685" fmla="*/ 1281816 w 12192000"/>
              <a:gd name="connsiteY101-4686" fmla="*/ 520946 h 4939827"/>
              <a:gd name="connsiteX102-4687" fmla="*/ 1486347 w 12192000"/>
              <a:gd name="connsiteY102-4688" fmla="*/ 487310 h 4939827"/>
              <a:gd name="connsiteX103-4689" fmla="*/ 1568079 w 12192000"/>
              <a:gd name="connsiteY103-4690" fmla="*/ 462531 h 4939827"/>
              <a:gd name="connsiteX104-4691" fmla="*/ 1622516 w 12192000"/>
              <a:gd name="connsiteY104-4692" fmla="*/ 466058 h 4939827"/>
              <a:gd name="connsiteX105-4693" fmla="*/ 1655457 w 12192000"/>
              <a:gd name="connsiteY105-4694" fmla="*/ 465359 h 4939827"/>
              <a:gd name="connsiteX106-4695" fmla="*/ 1717454 w 12192000"/>
              <a:gd name="connsiteY106-4696" fmla="*/ 417203 h 4939827"/>
              <a:gd name="connsiteX107-4697" fmla="*/ 1913794 w 12192000"/>
              <a:gd name="connsiteY107-4698" fmla="*/ 365255 h 4939827"/>
              <a:gd name="connsiteX108-4699" fmla="*/ 2129762 w 12192000"/>
              <a:gd name="connsiteY108-4700" fmla="*/ 367832 h 4939827"/>
              <a:gd name="connsiteX109-4701" fmla="*/ 2376970 w 12192000"/>
              <a:gd name="connsiteY109-4702" fmla="*/ 350129 h 4939827"/>
              <a:gd name="connsiteX110-4703" fmla="*/ 2480155 w 12192000"/>
              <a:gd name="connsiteY110-4704" fmla="*/ 359227 h 4939827"/>
              <a:gd name="connsiteX111-4705" fmla="*/ 2586782 w 12192000"/>
              <a:gd name="connsiteY111-4706" fmla="*/ 339352 h 4939827"/>
              <a:gd name="connsiteX112-4707" fmla="*/ 2654496 w 12192000"/>
              <a:gd name="connsiteY112-4708" fmla="*/ 315431 h 4939827"/>
              <a:gd name="connsiteX113-4709" fmla="*/ 2788947 w 12192000"/>
              <a:gd name="connsiteY113-4710" fmla="*/ 250375 h 4939827"/>
              <a:gd name="connsiteX114-4711" fmla="*/ 2885389 w 12192000"/>
              <a:gd name="connsiteY114-4712" fmla="*/ 255259 h 4939827"/>
              <a:gd name="connsiteX115-4713" fmla="*/ 3045916 w 12192000"/>
              <a:gd name="connsiteY115-4714" fmla="*/ 261030 h 4939827"/>
              <a:gd name="connsiteX116-4715" fmla="*/ 3074187 w 12192000"/>
              <a:gd name="connsiteY116-4716" fmla="*/ 243226 h 4939827"/>
              <a:gd name="connsiteX117-4717" fmla="*/ 3103677 w 12192000"/>
              <a:gd name="connsiteY117-4718" fmla="*/ 209527 h 4939827"/>
              <a:gd name="connsiteX118-4719" fmla="*/ 3126759 w 12192000"/>
              <a:gd name="connsiteY118-4720" fmla="*/ 211226 h 4939827"/>
              <a:gd name="connsiteX119-4721" fmla="*/ 3164020 w 12192000"/>
              <a:gd name="connsiteY119-4722" fmla="*/ 212779 h 4939827"/>
              <a:gd name="connsiteX120-4723" fmla="*/ 3285019 w 12192000"/>
              <a:gd name="connsiteY120-4724" fmla="*/ 220535 h 4939827"/>
              <a:gd name="connsiteX121-4725" fmla="*/ 3365154 w 12192000"/>
              <a:gd name="connsiteY121-4726" fmla="*/ 226416 h 4939827"/>
              <a:gd name="connsiteX122-4727" fmla="*/ 3367507 w 12192000"/>
              <a:gd name="connsiteY122-4728" fmla="*/ 225416 h 4939827"/>
              <a:gd name="connsiteX123-4729" fmla="*/ 3387567 w 12192000"/>
              <a:gd name="connsiteY123-4730" fmla="*/ 227103 h 4939827"/>
              <a:gd name="connsiteX124-4731" fmla="*/ 3424753 w 12192000"/>
              <a:gd name="connsiteY124-4732" fmla="*/ 244380 h 4939827"/>
              <a:gd name="connsiteX125-4733" fmla="*/ 3498001 w 12192000"/>
              <a:gd name="connsiteY125-4734" fmla="*/ 231941 h 4939827"/>
              <a:gd name="connsiteX126-4735" fmla="*/ 3561557 w 12192000"/>
              <a:gd name="connsiteY126-4736" fmla="*/ 228095 h 4939827"/>
              <a:gd name="connsiteX127-4737" fmla="*/ 3611920 w 12192000"/>
              <a:gd name="connsiteY127-4738" fmla="*/ 218094 h 4939827"/>
              <a:gd name="connsiteX128-4739" fmla="*/ 3620528 w 12192000"/>
              <a:gd name="connsiteY128-4740" fmla="*/ 218788 h 4939827"/>
              <a:gd name="connsiteX129-4741" fmla="*/ 3620766 w 12192000"/>
              <a:gd name="connsiteY129-4742" fmla="*/ 218511 h 4939827"/>
              <a:gd name="connsiteX130-4743" fmla="*/ 3629977 w 12192000"/>
              <a:gd name="connsiteY130-4744" fmla="*/ 218664 h 4939827"/>
              <a:gd name="connsiteX131-4745" fmla="*/ 3636217 w 12192000"/>
              <a:gd name="connsiteY131-4746" fmla="*/ 220048 h 4939827"/>
              <a:gd name="connsiteX132-4747" fmla="*/ 3709484 w 12192000"/>
              <a:gd name="connsiteY132-4748" fmla="*/ 186927 h 4939827"/>
              <a:gd name="connsiteX133-4749" fmla="*/ 3761342 w 12192000"/>
              <a:gd name="connsiteY133-4750" fmla="*/ 177474 h 4939827"/>
              <a:gd name="connsiteX134-4751" fmla="*/ 3799748 w 12192000"/>
              <a:gd name="connsiteY134-4752" fmla="*/ 167154 h 4939827"/>
              <a:gd name="connsiteX135-4753" fmla="*/ 3812225 w 12192000"/>
              <a:gd name="connsiteY135-4754" fmla="*/ 189020 h 4939827"/>
              <a:gd name="connsiteX136-4755" fmla="*/ 4028476 w 12192000"/>
              <a:gd name="connsiteY136-4756" fmla="*/ 223679 h 4939827"/>
              <a:gd name="connsiteX137-4757" fmla="*/ 4191582 w 12192000"/>
              <a:gd name="connsiteY137-4758" fmla="*/ 238952 h 4939827"/>
              <a:gd name="connsiteX138-4759" fmla="*/ 4251024 w 12192000"/>
              <a:gd name="connsiteY138-4760" fmla="*/ 240874 h 4939827"/>
              <a:gd name="connsiteX139-4761" fmla="*/ 4355275 w 12192000"/>
              <a:gd name="connsiteY139-4762" fmla="*/ 260205 h 4939827"/>
              <a:gd name="connsiteX140-4763" fmla="*/ 4423807 w 12192000"/>
              <a:gd name="connsiteY140-4764" fmla="*/ 270366 h 4939827"/>
              <a:gd name="connsiteX141-4765" fmla="*/ 4558432 w 12192000"/>
              <a:gd name="connsiteY141-4766" fmla="*/ 269194 h 4939827"/>
              <a:gd name="connsiteX142-4767" fmla="*/ 4635061 w 12192000"/>
              <a:gd name="connsiteY142-4768" fmla="*/ 280682 h 4939827"/>
              <a:gd name="connsiteX143-4769" fmla="*/ 4807427 w 12192000"/>
              <a:gd name="connsiteY143-4770" fmla="*/ 276835 h 4939827"/>
              <a:gd name="connsiteX144-4771" fmla="*/ 5028933 w 12192000"/>
              <a:gd name="connsiteY144-4772" fmla="*/ 183887 h 4939827"/>
              <a:gd name="connsiteX145-4773" fmla="*/ 5093642 w 12192000"/>
              <a:gd name="connsiteY145-4774" fmla="*/ 177214 h 4939827"/>
              <a:gd name="connsiteX146-4775" fmla="*/ 5102642 w 12192000"/>
              <a:gd name="connsiteY146-4776" fmla="*/ 186816 h 4939827"/>
              <a:gd name="connsiteX147-4777" fmla="*/ 5193590 w 12192000"/>
              <a:gd name="connsiteY147-4778" fmla="*/ 156458 h 4939827"/>
              <a:gd name="connsiteX148-4779" fmla="*/ 5323922 w 12192000"/>
              <a:gd name="connsiteY148-4780" fmla="*/ 146332 h 4939827"/>
              <a:gd name="connsiteX149-4781" fmla="*/ 5421860 w 12192000"/>
              <a:gd name="connsiteY149-4782" fmla="*/ 167298 h 4939827"/>
              <a:gd name="connsiteX150-4783" fmla="*/ 5476948 w 12192000"/>
              <a:gd name="connsiteY150-4784" fmla="*/ 173249 h 4939827"/>
              <a:gd name="connsiteX151-4785" fmla="*/ 5516842 w 12192000"/>
              <a:gd name="connsiteY151-4786" fmla="*/ 184018 h 4939827"/>
              <a:gd name="connsiteX152-4787" fmla="*/ 5619415 w 12192000"/>
              <a:gd name="connsiteY152-4788" fmla="*/ 176781 h 4939827"/>
              <a:gd name="connsiteX153-4789" fmla="*/ 5789867 w 12192000"/>
              <a:gd name="connsiteY153-4790" fmla="*/ 150304 h 4939827"/>
              <a:gd name="connsiteX154-4791" fmla="*/ 5825953 w 12192000"/>
              <a:gd name="connsiteY154-4792" fmla="*/ 147907 h 4939827"/>
              <a:gd name="connsiteX155-4793" fmla="*/ 5856168 w 12192000"/>
              <a:gd name="connsiteY155-4794" fmla="*/ 158719 h 4939827"/>
              <a:gd name="connsiteX156-4795" fmla="*/ 5862476 w 12192000"/>
              <a:gd name="connsiteY156-4796" fmla="*/ 172447 h 4939827"/>
              <a:gd name="connsiteX157-4797" fmla="*/ 5882195 w 12192000"/>
              <a:gd name="connsiteY157-4798" fmla="*/ 173195 h 4939827"/>
              <a:gd name="connsiteX158-4799" fmla="*/ 5887271 w 12192000"/>
              <a:gd name="connsiteY158-4800" fmla="*/ 176084 h 4939827"/>
              <a:gd name="connsiteX159-4801" fmla="*/ 5921577 w 12192000"/>
              <a:gd name="connsiteY159-4802" fmla="*/ 169858 h 4939827"/>
              <a:gd name="connsiteX160-4803" fmla="*/ 5983240 w 12192000"/>
              <a:gd name="connsiteY160-4804" fmla="*/ 152755 h 4939827"/>
              <a:gd name="connsiteX161-4805" fmla="*/ 6152287 w 12192000"/>
              <a:gd name="connsiteY161-4806" fmla="*/ 116736 h 4939827"/>
              <a:gd name="connsiteX162-4807" fmla="*/ 6415830 w 12192000"/>
              <a:gd name="connsiteY162-4808" fmla="*/ 136006 h 4939827"/>
              <a:gd name="connsiteX163-4809" fmla="*/ 6756965 w 12192000"/>
              <a:gd name="connsiteY163-4810" fmla="*/ 57636 h 4939827"/>
              <a:gd name="connsiteX164-4811" fmla="*/ 6819400 w 12192000"/>
              <a:gd name="connsiteY164-4812" fmla="*/ 30742 h 4939827"/>
              <a:gd name="connsiteX165-4813" fmla="*/ 6986370 w 12192000"/>
              <a:gd name="connsiteY165-4814" fmla="*/ 12659 h 4939827"/>
              <a:gd name="connsiteX166-4815" fmla="*/ 6989536 w 12192000"/>
              <a:gd name="connsiteY166-4816" fmla="*/ 14528 h 4939827"/>
              <a:gd name="connsiteX167-4817" fmla="*/ 7015933 w 12192000"/>
              <a:gd name="connsiteY167-4818" fmla="*/ 9653 h 4939827"/>
              <a:gd name="connsiteX168-4819" fmla="*/ 7020592 w 12192000"/>
              <a:gd name="connsiteY168-4820" fmla="*/ 1651 h 4939827"/>
              <a:gd name="connsiteX169-4821" fmla="*/ 7025905 w 12192000"/>
              <a:gd name="connsiteY169-4822" fmla="*/ 0 h 4939827"/>
              <a:gd name="connsiteX0-4823" fmla="*/ 7025905 w 12192000"/>
              <a:gd name="connsiteY0-4824" fmla="*/ 0 h 4939827"/>
              <a:gd name="connsiteX1-4825" fmla="*/ 7032579 w 12192000"/>
              <a:gd name="connsiteY1-4826" fmla="*/ 2808 h 4939827"/>
              <a:gd name="connsiteX2-4827" fmla="*/ 7079505 w 12192000"/>
              <a:gd name="connsiteY2-4828" fmla="*/ 12971 h 4939827"/>
              <a:gd name="connsiteX3-4829" fmla="*/ 7158791 w 12192000"/>
              <a:gd name="connsiteY3-4830" fmla="*/ 12462 h 4939827"/>
              <a:gd name="connsiteX4-4831" fmla="*/ 7233338 w 12192000"/>
              <a:gd name="connsiteY4-4832" fmla="*/ 24846 h 4939827"/>
              <a:gd name="connsiteX5-4833" fmla="*/ 7259791 w 12192000"/>
              <a:gd name="connsiteY5-4834" fmla="*/ 29557 h 4939827"/>
              <a:gd name="connsiteX6-4835" fmla="*/ 7263923 w 12192000"/>
              <a:gd name="connsiteY6-4836" fmla="*/ 35029 h 4939827"/>
              <a:gd name="connsiteX7-4837" fmla="*/ 7281549 w 12192000"/>
              <a:gd name="connsiteY7-4838" fmla="*/ 39654 h 4939827"/>
              <a:gd name="connsiteX8-4839" fmla="*/ 7374735 w 12192000"/>
              <a:gd name="connsiteY8-4840" fmla="*/ 65326 h 4939827"/>
              <a:gd name="connsiteX9-4841" fmla="*/ 7376078 w 12192000"/>
              <a:gd name="connsiteY9-4842" fmla="*/ 63849 h 4939827"/>
              <a:gd name="connsiteX10-4843" fmla="*/ 7402026 w 12192000"/>
              <a:gd name="connsiteY10-4844" fmla="*/ 60308 h 4939827"/>
              <a:gd name="connsiteX11-4845" fmla="*/ 7415091 w 12192000"/>
              <a:gd name="connsiteY11-4846" fmla="*/ 77403 h 4939827"/>
              <a:gd name="connsiteX12-4847" fmla="*/ 7488682 w 12192000"/>
              <a:gd name="connsiteY12-4848" fmla="*/ 83440 h 4939827"/>
              <a:gd name="connsiteX13-4849" fmla="*/ 7588044 w 12192000"/>
              <a:gd name="connsiteY13-4850" fmla="*/ 110756 h 4939827"/>
              <a:gd name="connsiteX14-4851" fmla="*/ 7732750 w 12192000"/>
              <a:gd name="connsiteY14-4852" fmla="*/ 145456 h 4939827"/>
              <a:gd name="connsiteX15-4853" fmla="*/ 7785900 w 12192000"/>
              <a:gd name="connsiteY15-4854" fmla="*/ 154493 h 4939827"/>
              <a:gd name="connsiteX16-4855" fmla="*/ 7877301 w 12192000"/>
              <a:gd name="connsiteY16-4856" fmla="*/ 186153 h 4939827"/>
              <a:gd name="connsiteX17-4857" fmla="*/ 7952584 w 12192000"/>
              <a:gd name="connsiteY17-4858" fmla="*/ 170181 h 4939827"/>
              <a:gd name="connsiteX18-4859" fmla="*/ 8009534 w 12192000"/>
              <a:gd name="connsiteY18-4860" fmla="*/ 176441 h 4939827"/>
              <a:gd name="connsiteX19-4861" fmla="*/ 8058681 w 12192000"/>
              <a:gd name="connsiteY19-4862" fmla="*/ 219431 h 4939827"/>
              <a:gd name="connsiteX20-4863" fmla="*/ 8126175 w 12192000"/>
              <a:gd name="connsiteY20-4864" fmla="*/ 240005 h 4939827"/>
              <a:gd name="connsiteX21-4865" fmla="*/ 8166439 w 12192000"/>
              <a:gd name="connsiteY21-4866" fmla="*/ 252699 h 4939827"/>
              <a:gd name="connsiteX22-4867" fmla="*/ 8281371 w 12192000"/>
              <a:gd name="connsiteY22-4868" fmla="*/ 256875 h 4939827"/>
              <a:gd name="connsiteX23-4869" fmla="*/ 8381609 w 12192000"/>
              <a:gd name="connsiteY23-4870" fmla="*/ 240618 h 4939827"/>
              <a:gd name="connsiteX24-4871" fmla="*/ 8406759 w 12192000"/>
              <a:gd name="connsiteY24-4872" fmla="*/ 232517 h 4939827"/>
              <a:gd name="connsiteX25-4873" fmla="*/ 8426506 w 12192000"/>
              <a:gd name="connsiteY25-4874" fmla="*/ 241842 h 4939827"/>
              <a:gd name="connsiteX26-4875" fmla="*/ 8427949 w 12192000"/>
              <a:gd name="connsiteY26-4876" fmla="*/ 240981 h 4939827"/>
              <a:gd name="connsiteX27-4877" fmla="*/ 8441468 w 12192000"/>
              <a:gd name="connsiteY27-4878" fmla="*/ 241157 h 4939827"/>
              <a:gd name="connsiteX28-4879" fmla="*/ 8565757 w 12192000"/>
              <a:gd name="connsiteY28-4880" fmla="*/ 255317 h 4939827"/>
              <a:gd name="connsiteX29-4881" fmla="*/ 8573171 w 12192000"/>
              <a:gd name="connsiteY29-4882" fmla="*/ 258426 h 4939827"/>
              <a:gd name="connsiteX30-4883" fmla="*/ 8573548 w 12192000"/>
              <a:gd name="connsiteY30-4884" fmla="*/ 258241 h 4939827"/>
              <a:gd name="connsiteX31-4885" fmla="*/ 8581827 w 12192000"/>
              <a:gd name="connsiteY31-4886" fmla="*/ 261028 h 4939827"/>
              <a:gd name="connsiteX32-4887" fmla="*/ 8586687 w 12192000"/>
              <a:gd name="connsiteY32-4888" fmla="*/ 264089 h 4939827"/>
              <a:gd name="connsiteX33-4889" fmla="*/ 8601067 w 12192000"/>
              <a:gd name="connsiteY33-4890" fmla="*/ 270114 h 4939827"/>
              <a:gd name="connsiteX34-4891" fmla="*/ 8672650 w 12192000"/>
              <a:gd name="connsiteY34-4892" fmla="*/ 254821 h 4939827"/>
              <a:gd name="connsiteX35-4893" fmla="*/ 8785543 w 12192000"/>
              <a:gd name="connsiteY35-4894" fmla="*/ 263406 h 4939827"/>
              <a:gd name="connsiteX36-4895" fmla="*/ 8830588 w 12192000"/>
              <a:gd name="connsiteY36-4896" fmla="*/ 265483 h 4939827"/>
              <a:gd name="connsiteX37-4897" fmla="*/ 8905142 w 12192000"/>
              <a:gd name="connsiteY37-4898" fmla="*/ 264958 h 4939827"/>
              <a:gd name="connsiteX38-4899" fmla="*/ 8968582 w 12192000"/>
              <a:gd name="connsiteY38-4900" fmla="*/ 262728 h 4939827"/>
              <a:gd name="connsiteX39-4901" fmla="*/ 8972994 w 12192000"/>
              <a:gd name="connsiteY39-4902" fmla="*/ 263284 h 4939827"/>
              <a:gd name="connsiteX40-4903" fmla="*/ 9004605 w 12192000"/>
              <a:gd name="connsiteY40-4904" fmla="*/ 258041 h 4939827"/>
              <a:gd name="connsiteX41-4905" fmla="*/ 9016165 w 12192000"/>
              <a:gd name="connsiteY41-4906" fmla="*/ 261258 h 4939827"/>
              <a:gd name="connsiteX42-4907" fmla="*/ 9043297 w 12192000"/>
              <a:gd name="connsiteY42-4908" fmla="*/ 281547 h 4939827"/>
              <a:gd name="connsiteX43-4909" fmla="*/ 9048315 w 12192000"/>
              <a:gd name="connsiteY43-4910" fmla="*/ 279264 h 4939827"/>
              <a:gd name="connsiteX44-4911" fmla="*/ 9054706 w 12192000"/>
              <a:gd name="connsiteY44-4912" fmla="*/ 278538 h 4939827"/>
              <a:gd name="connsiteX45-4913" fmla="*/ 9070919 w 12192000"/>
              <a:gd name="connsiteY45-4914" fmla="*/ 281810 h 4939827"/>
              <a:gd name="connsiteX46-4915" fmla="*/ 9076813 w 12192000"/>
              <a:gd name="connsiteY46-4916" fmla="*/ 283909 h 4939827"/>
              <a:gd name="connsiteX47-4917" fmla="*/ 9085871 w 12192000"/>
              <a:gd name="connsiteY47-4918" fmla="*/ 285133 h 4939827"/>
              <a:gd name="connsiteX48-4919" fmla="*/ 9086159 w 12192000"/>
              <a:gd name="connsiteY48-4920" fmla="*/ 284887 h 4939827"/>
              <a:gd name="connsiteX49-4921" fmla="*/ 9134606 w 12192000"/>
              <a:gd name="connsiteY49-4922" fmla="*/ 288168 h 4939827"/>
              <a:gd name="connsiteX50-4923" fmla="*/ 9195590 w 12192000"/>
              <a:gd name="connsiteY50-4924" fmla="*/ 279568 h 4939827"/>
              <a:gd name="connsiteX51-4925" fmla="*/ 9219336 w 12192000"/>
              <a:gd name="connsiteY51-4926" fmla="*/ 278133 h 4939827"/>
              <a:gd name="connsiteX52-4927" fmla="*/ 9232362 w 12192000"/>
              <a:gd name="connsiteY52-4928" fmla="*/ 275894 h 4939827"/>
              <a:gd name="connsiteX53-4929" fmla="*/ 9233396 w 12192000"/>
              <a:gd name="connsiteY53-4930" fmla="*/ 274803 h 4939827"/>
              <a:gd name="connsiteX54-4931" fmla="*/ 9256213 w 12192000"/>
              <a:gd name="connsiteY54-4932" fmla="*/ 281576 h 4939827"/>
              <a:gd name="connsiteX55-4933" fmla="*/ 9262377 w 12192000"/>
              <a:gd name="connsiteY55-4934" fmla="*/ 286635 h 4939827"/>
              <a:gd name="connsiteX56-4935" fmla="*/ 9287089 w 12192000"/>
              <a:gd name="connsiteY56-4936" fmla="*/ 303891 h 4939827"/>
              <a:gd name="connsiteX57-4937" fmla="*/ 9371484 w 12192000"/>
              <a:gd name="connsiteY57-4938" fmla="*/ 329634 h 4939827"/>
              <a:gd name="connsiteX58-4939" fmla="*/ 9404829 w 12192000"/>
              <a:gd name="connsiteY58-4940" fmla="*/ 339038 h 4939827"/>
              <a:gd name="connsiteX59-4941" fmla="*/ 9427021 w 12192000"/>
              <a:gd name="connsiteY59-4942" fmla="*/ 358784 h 4939827"/>
              <a:gd name="connsiteX60-4943" fmla="*/ 9670844 w 12192000"/>
              <a:gd name="connsiteY60-4944" fmla="*/ 405128 h 4939827"/>
              <a:gd name="connsiteX61-4945" fmla="*/ 9816083 w 12192000"/>
              <a:gd name="connsiteY61-4946" fmla="*/ 416573 h 4939827"/>
              <a:gd name="connsiteX62-4947" fmla="*/ 9936741 w 12192000"/>
              <a:gd name="connsiteY62-4948" fmla="*/ 437044 h 4939827"/>
              <a:gd name="connsiteX63-4949" fmla="*/ 10050093 w 12192000"/>
              <a:gd name="connsiteY63-4950" fmla="*/ 443783 h 4939827"/>
              <a:gd name="connsiteX64-4951" fmla="*/ 10130090 w 12192000"/>
              <a:gd name="connsiteY64-4952" fmla="*/ 459520 h 4939827"/>
              <a:gd name="connsiteX65-4953" fmla="*/ 10173456 w 12192000"/>
              <a:gd name="connsiteY65-4954" fmla="*/ 457749 h 4939827"/>
              <a:gd name="connsiteX66-4955" fmla="*/ 10218232 w 12192000"/>
              <a:gd name="connsiteY66-4956" fmla="*/ 459820 h 4939827"/>
              <a:gd name="connsiteX67-4957" fmla="*/ 10354176 w 12192000"/>
              <a:gd name="connsiteY67-4958" fmla="*/ 471377 h 4939827"/>
              <a:gd name="connsiteX68-4959" fmla="*/ 10430681 w 12192000"/>
              <a:gd name="connsiteY68-4960" fmla="*/ 481226 h 4939827"/>
              <a:gd name="connsiteX69-4961" fmla="*/ 10478169 w 12192000"/>
              <a:gd name="connsiteY69-4962" fmla="*/ 481774 h 4939827"/>
              <a:gd name="connsiteX70-4963" fmla="*/ 10540907 w 12192000"/>
              <a:gd name="connsiteY70-4964" fmla="*/ 485607 h 4939827"/>
              <a:gd name="connsiteX71-4965" fmla="*/ 10614941 w 12192000"/>
              <a:gd name="connsiteY71-4966" fmla="*/ 487592 h 4939827"/>
              <a:gd name="connsiteX72-4967" fmla="*/ 10674098 w 12192000"/>
              <a:gd name="connsiteY72-4968" fmla="*/ 521656 h 4939827"/>
              <a:gd name="connsiteX73-4969" fmla="*/ 10874834 w 12192000"/>
              <a:gd name="connsiteY73-4970" fmla="*/ 574867 h 4939827"/>
              <a:gd name="connsiteX74-4971" fmla="*/ 10944981 w 12192000"/>
              <a:gd name="connsiteY74-4972" fmla="*/ 615042 h 4939827"/>
              <a:gd name="connsiteX75-4973" fmla="*/ 11006376 w 12192000"/>
              <a:gd name="connsiteY75-4974" fmla="*/ 645957 h 4939827"/>
              <a:gd name="connsiteX76-4975" fmla="*/ 11076308 w 12192000"/>
              <a:gd name="connsiteY76-4976" fmla="*/ 675698 h 4939827"/>
              <a:gd name="connsiteX77-4977" fmla="*/ 11148789 w 12192000"/>
              <a:gd name="connsiteY77-4978" fmla="*/ 685041 h 4939827"/>
              <a:gd name="connsiteX78-4979" fmla="*/ 11249129 w 12192000"/>
              <a:gd name="connsiteY78-4980" fmla="*/ 684218 h 4939827"/>
              <a:gd name="connsiteX79-4981" fmla="*/ 11299915 w 12192000"/>
              <a:gd name="connsiteY79-4982" fmla="*/ 692177 h 4939827"/>
              <a:gd name="connsiteX80-4983" fmla="*/ 11386973 w 12192000"/>
              <a:gd name="connsiteY80-4984" fmla="*/ 708209 h 4939827"/>
              <a:gd name="connsiteX81-4985" fmla="*/ 11500105 w 12192000"/>
              <a:gd name="connsiteY81-4986" fmla="*/ 735014 h 4939827"/>
              <a:gd name="connsiteX82-4987" fmla="*/ 11621735 w 12192000"/>
              <a:gd name="connsiteY82-4988" fmla="*/ 789584 h 4939827"/>
              <a:gd name="connsiteX83-4989" fmla="*/ 11691200 w 12192000"/>
              <a:gd name="connsiteY83-4990" fmla="*/ 867902 h 4939827"/>
              <a:gd name="connsiteX84-4991" fmla="*/ 11819427 w 12192000"/>
              <a:gd name="connsiteY84-4992" fmla="*/ 911634 h 4939827"/>
              <a:gd name="connsiteX85-4993" fmla="*/ 11969720 w 12192000"/>
              <a:gd name="connsiteY85-4994" fmla="*/ 964737 h 4939827"/>
              <a:gd name="connsiteX86-4995" fmla="*/ 12055766 w 12192000"/>
              <a:gd name="connsiteY86-4996" fmla="*/ 991268 h 4939827"/>
              <a:gd name="connsiteX87-4997" fmla="*/ 12171539 w 12192000"/>
              <a:gd name="connsiteY87-4998" fmla="*/ 995427 h 4939827"/>
              <a:gd name="connsiteX88-4999" fmla="*/ 12187831 w 12192000"/>
              <a:gd name="connsiteY88-5000" fmla="*/ 996580 h 4939827"/>
              <a:gd name="connsiteX89-5001" fmla="*/ 12192000 w 12192000"/>
              <a:gd name="connsiteY89-5002" fmla="*/ 996726 h 4939827"/>
              <a:gd name="connsiteX90-5003" fmla="*/ 12192000 w 12192000"/>
              <a:gd name="connsiteY90-5004" fmla="*/ 4939827 h 4939827"/>
              <a:gd name="connsiteX91-5005" fmla="*/ 0 w 12192000"/>
              <a:gd name="connsiteY91-5006" fmla="*/ 4939827 h 4939827"/>
              <a:gd name="connsiteX92-5007" fmla="*/ 0 w 12192000"/>
              <a:gd name="connsiteY92-5008" fmla="*/ 512043 h 4939827"/>
              <a:gd name="connsiteX93-5009" fmla="*/ 7381 w 12192000"/>
              <a:gd name="connsiteY93-5010" fmla="*/ 512580 h 4939827"/>
              <a:gd name="connsiteX94-5011" fmla="*/ 100029 w 12192000"/>
              <a:gd name="connsiteY94-5012" fmla="*/ 504758 h 4939827"/>
              <a:gd name="connsiteX95-5013" fmla="*/ 155244 w 12192000"/>
              <a:gd name="connsiteY95-5014" fmla="*/ 525130 h 4939827"/>
              <a:gd name="connsiteX96-5015" fmla="*/ 254366 w 12192000"/>
              <a:gd name="connsiteY96-5016" fmla="*/ 534449 h 4939827"/>
              <a:gd name="connsiteX97-5017" fmla="*/ 447292 w 12192000"/>
              <a:gd name="connsiteY97-5018" fmla="*/ 542725 h 4939827"/>
              <a:gd name="connsiteX98-5019" fmla="*/ 628105 w 12192000"/>
              <a:gd name="connsiteY98-5020" fmla="*/ 547853 h 4939827"/>
              <a:gd name="connsiteX99-5021" fmla="*/ 783146 w 12192000"/>
              <a:gd name="connsiteY99-5022" fmla="*/ 591799 h 4939827"/>
              <a:gd name="connsiteX100-5023" fmla="*/ 1043676 w 12192000"/>
              <a:gd name="connsiteY100-5024" fmla="*/ 591887 h 4939827"/>
              <a:gd name="connsiteX101-5025" fmla="*/ 1281816 w 12192000"/>
              <a:gd name="connsiteY101-5026" fmla="*/ 520946 h 4939827"/>
              <a:gd name="connsiteX102-5027" fmla="*/ 1486347 w 12192000"/>
              <a:gd name="connsiteY102-5028" fmla="*/ 487310 h 4939827"/>
              <a:gd name="connsiteX103-5029" fmla="*/ 1568079 w 12192000"/>
              <a:gd name="connsiteY103-5030" fmla="*/ 462531 h 4939827"/>
              <a:gd name="connsiteX104-5031" fmla="*/ 1622516 w 12192000"/>
              <a:gd name="connsiteY104-5032" fmla="*/ 466058 h 4939827"/>
              <a:gd name="connsiteX105-5033" fmla="*/ 1655457 w 12192000"/>
              <a:gd name="connsiteY105-5034" fmla="*/ 465359 h 4939827"/>
              <a:gd name="connsiteX106-5035" fmla="*/ 1717454 w 12192000"/>
              <a:gd name="connsiteY106-5036" fmla="*/ 417203 h 4939827"/>
              <a:gd name="connsiteX107-5037" fmla="*/ 1913794 w 12192000"/>
              <a:gd name="connsiteY107-5038" fmla="*/ 365255 h 4939827"/>
              <a:gd name="connsiteX108-5039" fmla="*/ 2129762 w 12192000"/>
              <a:gd name="connsiteY108-5040" fmla="*/ 367832 h 4939827"/>
              <a:gd name="connsiteX109-5041" fmla="*/ 2376970 w 12192000"/>
              <a:gd name="connsiteY109-5042" fmla="*/ 350129 h 4939827"/>
              <a:gd name="connsiteX110-5043" fmla="*/ 2480155 w 12192000"/>
              <a:gd name="connsiteY110-5044" fmla="*/ 359227 h 4939827"/>
              <a:gd name="connsiteX111-5045" fmla="*/ 2586782 w 12192000"/>
              <a:gd name="connsiteY111-5046" fmla="*/ 339352 h 4939827"/>
              <a:gd name="connsiteX112-5047" fmla="*/ 2654496 w 12192000"/>
              <a:gd name="connsiteY112-5048" fmla="*/ 315431 h 4939827"/>
              <a:gd name="connsiteX113-5049" fmla="*/ 2788947 w 12192000"/>
              <a:gd name="connsiteY113-5050" fmla="*/ 250375 h 4939827"/>
              <a:gd name="connsiteX114-5051" fmla="*/ 2885389 w 12192000"/>
              <a:gd name="connsiteY114-5052" fmla="*/ 255259 h 4939827"/>
              <a:gd name="connsiteX115-5053" fmla="*/ 3045916 w 12192000"/>
              <a:gd name="connsiteY115-5054" fmla="*/ 261030 h 4939827"/>
              <a:gd name="connsiteX116-5055" fmla="*/ 3074187 w 12192000"/>
              <a:gd name="connsiteY116-5056" fmla="*/ 243226 h 4939827"/>
              <a:gd name="connsiteX117-5057" fmla="*/ 3103677 w 12192000"/>
              <a:gd name="connsiteY117-5058" fmla="*/ 209527 h 4939827"/>
              <a:gd name="connsiteX118-5059" fmla="*/ 3126759 w 12192000"/>
              <a:gd name="connsiteY118-5060" fmla="*/ 211226 h 4939827"/>
              <a:gd name="connsiteX119-5061" fmla="*/ 3164020 w 12192000"/>
              <a:gd name="connsiteY119-5062" fmla="*/ 212779 h 4939827"/>
              <a:gd name="connsiteX120-5063" fmla="*/ 3285019 w 12192000"/>
              <a:gd name="connsiteY120-5064" fmla="*/ 220535 h 4939827"/>
              <a:gd name="connsiteX121-5065" fmla="*/ 3365154 w 12192000"/>
              <a:gd name="connsiteY121-5066" fmla="*/ 226416 h 4939827"/>
              <a:gd name="connsiteX122-5067" fmla="*/ 3367507 w 12192000"/>
              <a:gd name="connsiteY122-5068" fmla="*/ 225416 h 4939827"/>
              <a:gd name="connsiteX123-5069" fmla="*/ 3387567 w 12192000"/>
              <a:gd name="connsiteY123-5070" fmla="*/ 227103 h 4939827"/>
              <a:gd name="connsiteX124-5071" fmla="*/ 3424753 w 12192000"/>
              <a:gd name="connsiteY124-5072" fmla="*/ 244380 h 4939827"/>
              <a:gd name="connsiteX125-5073" fmla="*/ 3498001 w 12192000"/>
              <a:gd name="connsiteY125-5074" fmla="*/ 231941 h 4939827"/>
              <a:gd name="connsiteX126-5075" fmla="*/ 3561557 w 12192000"/>
              <a:gd name="connsiteY126-5076" fmla="*/ 228095 h 4939827"/>
              <a:gd name="connsiteX127-5077" fmla="*/ 3611920 w 12192000"/>
              <a:gd name="connsiteY127-5078" fmla="*/ 218094 h 4939827"/>
              <a:gd name="connsiteX128-5079" fmla="*/ 3620528 w 12192000"/>
              <a:gd name="connsiteY128-5080" fmla="*/ 218788 h 4939827"/>
              <a:gd name="connsiteX129-5081" fmla="*/ 3620766 w 12192000"/>
              <a:gd name="connsiteY129-5082" fmla="*/ 218511 h 4939827"/>
              <a:gd name="connsiteX130-5083" fmla="*/ 3629977 w 12192000"/>
              <a:gd name="connsiteY130-5084" fmla="*/ 218664 h 4939827"/>
              <a:gd name="connsiteX131-5085" fmla="*/ 3636217 w 12192000"/>
              <a:gd name="connsiteY131-5086" fmla="*/ 220048 h 4939827"/>
              <a:gd name="connsiteX132-5087" fmla="*/ 3709484 w 12192000"/>
              <a:gd name="connsiteY132-5088" fmla="*/ 186927 h 4939827"/>
              <a:gd name="connsiteX133-5089" fmla="*/ 3761342 w 12192000"/>
              <a:gd name="connsiteY133-5090" fmla="*/ 177474 h 4939827"/>
              <a:gd name="connsiteX134-5091" fmla="*/ 3799748 w 12192000"/>
              <a:gd name="connsiteY134-5092" fmla="*/ 167154 h 4939827"/>
              <a:gd name="connsiteX135-5093" fmla="*/ 3922756 w 12192000"/>
              <a:gd name="connsiteY135-5094" fmla="*/ 194044 h 4939827"/>
              <a:gd name="connsiteX136-5095" fmla="*/ 4028476 w 12192000"/>
              <a:gd name="connsiteY136-5096" fmla="*/ 223679 h 4939827"/>
              <a:gd name="connsiteX137-5097" fmla="*/ 4191582 w 12192000"/>
              <a:gd name="connsiteY137-5098" fmla="*/ 238952 h 4939827"/>
              <a:gd name="connsiteX138-5099" fmla="*/ 4251024 w 12192000"/>
              <a:gd name="connsiteY138-5100" fmla="*/ 240874 h 4939827"/>
              <a:gd name="connsiteX139-5101" fmla="*/ 4355275 w 12192000"/>
              <a:gd name="connsiteY139-5102" fmla="*/ 260205 h 4939827"/>
              <a:gd name="connsiteX140-5103" fmla="*/ 4423807 w 12192000"/>
              <a:gd name="connsiteY140-5104" fmla="*/ 270366 h 4939827"/>
              <a:gd name="connsiteX141-5105" fmla="*/ 4558432 w 12192000"/>
              <a:gd name="connsiteY141-5106" fmla="*/ 269194 h 4939827"/>
              <a:gd name="connsiteX142-5107" fmla="*/ 4635061 w 12192000"/>
              <a:gd name="connsiteY142-5108" fmla="*/ 280682 h 4939827"/>
              <a:gd name="connsiteX143-5109" fmla="*/ 4807427 w 12192000"/>
              <a:gd name="connsiteY143-5110" fmla="*/ 276835 h 4939827"/>
              <a:gd name="connsiteX144-5111" fmla="*/ 5028933 w 12192000"/>
              <a:gd name="connsiteY144-5112" fmla="*/ 183887 h 4939827"/>
              <a:gd name="connsiteX145-5113" fmla="*/ 5093642 w 12192000"/>
              <a:gd name="connsiteY145-5114" fmla="*/ 177214 h 4939827"/>
              <a:gd name="connsiteX146-5115" fmla="*/ 5102642 w 12192000"/>
              <a:gd name="connsiteY146-5116" fmla="*/ 186816 h 4939827"/>
              <a:gd name="connsiteX147-5117" fmla="*/ 5193590 w 12192000"/>
              <a:gd name="connsiteY147-5118" fmla="*/ 156458 h 4939827"/>
              <a:gd name="connsiteX148-5119" fmla="*/ 5323922 w 12192000"/>
              <a:gd name="connsiteY148-5120" fmla="*/ 146332 h 4939827"/>
              <a:gd name="connsiteX149-5121" fmla="*/ 5421860 w 12192000"/>
              <a:gd name="connsiteY149-5122" fmla="*/ 167298 h 4939827"/>
              <a:gd name="connsiteX150-5123" fmla="*/ 5476948 w 12192000"/>
              <a:gd name="connsiteY150-5124" fmla="*/ 173249 h 4939827"/>
              <a:gd name="connsiteX151-5125" fmla="*/ 5516842 w 12192000"/>
              <a:gd name="connsiteY151-5126" fmla="*/ 184018 h 4939827"/>
              <a:gd name="connsiteX152-5127" fmla="*/ 5619415 w 12192000"/>
              <a:gd name="connsiteY152-5128" fmla="*/ 176781 h 4939827"/>
              <a:gd name="connsiteX153-5129" fmla="*/ 5789867 w 12192000"/>
              <a:gd name="connsiteY153-5130" fmla="*/ 150304 h 4939827"/>
              <a:gd name="connsiteX154-5131" fmla="*/ 5825953 w 12192000"/>
              <a:gd name="connsiteY154-5132" fmla="*/ 147907 h 4939827"/>
              <a:gd name="connsiteX155-5133" fmla="*/ 5856168 w 12192000"/>
              <a:gd name="connsiteY155-5134" fmla="*/ 158719 h 4939827"/>
              <a:gd name="connsiteX156-5135" fmla="*/ 5862476 w 12192000"/>
              <a:gd name="connsiteY156-5136" fmla="*/ 172447 h 4939827"/>
              <a:gd name="connsiteX157-5137" fmla="*/ 5882195 w 12192000"/>
              <a:gd name="connsiteY157-5138" fmla="*/ 173195 h 4939827"/>
              <a:gd name="connsiteX158-5139" fmla="*/ 5887271 w 12192000"/>
              <a:gd name="connsiteY158-5140" fmla="*/ 176084 h 4939827"/>
              <a:gd name="connsiteX159-5141" fmla="*/ 5921577 w 12192000"/>
              <a:gd name="connsiteY159-5142" fmla="*/ 169858 h 4939827"/>
              <a:gd name="connsiteX160-5143" fmla="*/ 5983240 w 12192000"/>
              <a:gd name="connsiteY160-5144" fmla="*/ 152755 h 4939827"/>
              <a:gd name="connsiteX161-5145" fmla="*/ 6152287 w 12192000"/>
              <a:gd name="connsiteY161-5146" fmla="*/ 116736 h 4939827"/>
              <a:gd name="connsiteX162-5147" fmla="*/ 6415830 w 12192000"/>
              <a:gd name="connsiteY162-5148" fmla="*/ 136006 h 4939827"/>
              <a:gd name="connsiteX163-5149" fmla="*/ 6756965 w 12192000"/>
              <a:gd name="connsiteY163-5150" fmla="*/ 57636 h 4939827"/>
              <a:gd name="connsiteX164-5151" fmla="*/ 6819400 w 12192000"/>
              <a:gd name="connsiteY164-5152" fmla="*/ 30742 h 4939827"/>
              <a:gd name="connsiteX165-5153" fmla="*/ 6986370 w 12192000"/>
              <a:gd name="connsiteY165-5154" fmla="*/ 12659 h 4939827"/>
              <a:gd name="connsiteX166-5155" fmla="*/ 6989536 w 12192000"/>
              <a:gd name="connsiteY166-5156" fmla="*/ 14528 h 4939827"/>
              <a:gd name="connsiteX167-5157" fmla="*/ 7015933 w 12192000"/>
              <a:gd name="connsiteY167-5158" fmla="*/ 9653 h 4939827"/>
              <a:gd name="connsiteX168-5159" fmla="*/ 7020592 w 12192000"/>
              <a:gd name="connsiteY168-5160" fmla="*/ 1651 h 4939827"/>
              <a:gd name="connsiteX169-5161" fmla="*/ 7025905 w 12192000"/>
              <a:gd name="connsiteY169-5162" fmla="*/ 0 h 4939827"/>
              <a:gd name="connsiteX0-5163" fmla="*/ 7025905 w 12192000"/>
              <a:gd name="connsiteY0-5164" fmla="*/ 0 h 4939827"/>
              <a:gd name="connsiteX1-5165" fmla="*/ 7032579 w 12192000"/>
              <a:gd name="connsiteY1-5166" fmla="*/ 2808 h 4939827"/>
              <a:gd name="connsiteX2-5167" fmla="*/ 7079505 w 12192000"/>
              <a:gd name="connsiteY2-5168" fmla="*/ 12971 h 4939827"/>
              <a:gd name="connsiteX3-5169" fmla="*/ 7158791 w 12192000"/>
              <a:gd name="connsiteY3-5170" fmla="*/ 12462 h 4939827"/>
              <a:gd name="connsiteX4-5171" fmla="*/ 7233338 w 12192000"/>
              <a:gd name="connsiteY4-5172" fmla="*/ 24846 h 4939827"/>
              <a:gd name="connsiteX5-5173" fmla="*/ 7259791 w 12192000"/>
              <a:gd name="connsiteY5-5174" fmla="*/ 29557 h 4939827"/>
              <a:gd name="connsiteX6-5175" fmla="*/ 7263923 w 12192000"/>
              <a:gd name="connsiteY6-5176" fmla="*/ 35029 h 4939827"/>
              <a:gd name="connsiteX7-5177" fmla="*/ 7281549 w 12192000"/>
              <a:gd name="connsiteY7-5178" fmla="*/ 39654 h 4939827"/>
              <a:gd name="connsiteX8-5179" fmla="*/ 7374735 w 12192000"/>
              <a:gd name="connsiteY8-5180" fmla="*/ 65326 h 4939827"/>
              <a:gd name="connsiteX9-5181" fmla="*/ 7376078 w 12192000"/>
              <a:gd name="connsiteY9-5182" fmla="*/ 63849 h 4939827"/>
              <a:gd name="connsiteX10-5183" fmla="*/ 7402026 w 12192000"/>
              <a:gd name="connsiteY10-5184" fmla="*/ 60308 h 4939827"/>
              <a:gd name="connsiteX11-5185" fmla="*/ 7415091 w 12192000"/>
              <a:gd name="connsiteY11-5186" fmla="*/ 77403 h 4939827"/>
              <a:gd name="connsiteX12-5187" fmla="*/ 7488682 w 12192000"/>
              <a:gd name="connsiteY12-5188" fmla="*/ 83440 h 4939827"/>
              <a:gd name="connsiteX13-5189" fmla="*/ 7588044 w 12192000"/>
              <a:gd name="connsiteY13-5190" fmla="*/ 110756 h 4939827"/>
              <a:gd name="connsiteX14-5191" fmla="*/ 7732750 w 12192000"/>
              <a:gd name="connsiteY14-5192" fmla="*/ 145456 h 4939827"/>
              <a:gd name="connsiteX15-5193" fmla="*/ 7785900 w 12192000"/>
              <a:gd name="connsiteY15-5194" fmla="*/ 154493 h 4939827"/>
              <a:gd name="connsiteX16-5195" fmla="*/ 7877301 w 12192000"/>
              <a:gd name="connsiteY16-5196" fmla="*/ 186153 h 4939827"/>
              <a:gd name="connsiteX17-5197" fmla="*/ 7952584 w 12192000"/>
              <a:gd name="connsiteY17-5198" fmla="*/ 170181 h 4939827"/>
              <a:gd name="connsiteX18-5199" fmla="*/ 8009534 w 12192000"/>
              <a:gd name="connsiteY18-5200" fmla="*/ 176441 h 4939827"/>
              <a:gd name="connsiteX19-5201" fmla="*/ 8058681 w 12192000"/>
              <a:gd name="connsiteY19-5202" fmla="*/ 219431 h 4939827"/>
              <a:gd name="connsiteX20-5203" fmla="*/ 8126175 w 12192000"/>
              <a:gd name="connsiteY20-5204" fmla="*/ 240005 h 4939827"/>
              <a:gd name="connsiteX21-5205" fmla="*/ 8166439 w 12192000"/>
              <a:gd name="connsiteY21-5206" fmla="*/ 252699 h 4939827"/>
              <a:gd name="connsiteX22-5207" fmla="*/ 8281371 w 12192000"/>
              <a:gd name="connsiteY22-5208" fmla="*/ 256875 h 4939827"/>
              <a:gd name="connsiteX23-5209" fmla="*/ 8381609 w 12192000"/>
              <a:gd name="connsiteY23-5210" fmla="*/ 240618 h 4939827"/>
              <a:gd name="connsiteX24-5211" fmla="*/ 8406759 w 12192000"/>
              <a:gd name="connsiteY24-5212" fmla="*/ 232517 h 4939827"/>
              <a:gd name="connsiteX25-5213" fmla="*/ 8426506 w 12192000"/>
              <a:gd name="connsiteY25-5214" fmla="*/ 241842 h 4939827"/>
              <a:gd name="connsiteX26-5215" fmla="*/ 8427949 w 12192000"/>
              <a:gd name="connsiteY26-5216" fmla="*/ 240981 h 4939827"/>
              <a:gd name="connsiteX27-5217" fmla="*/ 8441468 w 12192000"/>
              <a:gd name="connsiteY27-5218" fmla="*/ 241157 h 4939827"/>
              <a:gd name="connsiteX28-5219" fmla="*/ 8565757 w 12192000"/>
              <a:gd name="connsiteY28-5220" fmla="*/ 255317 h 4939827"/>
              <a:gd name="connsiteX29-5221" fmla="*/ 8573171 w 12192000"/>
              <a:gd name="connsiteY29-5222" fmla="*/ 258426 h 4939827"/>
              <a:gd name="connsiteX30-5223" fmla="*/ 8573548 w 12192000"/>
              <a:gd name="connsiteY30-5224" fmla="*/ 258241 h 4939827"/>
              <a:gd name="connsiteX31-5225" fmla="*/ 8581827 w 12192000"/>
              <a:gd name="connsiteY31-5226" fmla="*/ 261028 h 4939827"/>
              <a:gd name="connsiteX32-5227" fmla="*/ 8586687 w 12192000"/>
              <a:gd name="connsiteY32-5228" fmla="*/ 264089 h 4939827"/>
              <a:gd name="connsiteX33-5229" fmla="*/ 8601067 w 12192000"/>
              <a:gd name="connsiteY33-5230" fmla="*/ 270114 h 4939827"/>
              <a:gd name="connsiteX34-5231" fmla="*/ 8672650 w 12192000"/>
              <a:gd name="connsiteY34-5232" fmla="*/ 254821 h 4939827"/>
              <a:gd name="connsiteX35-5233" fmla="*/ 8785543 w 12192000"/>
              <a:gd name="connsiteY35-5234" fmla="*/ 263406 h 4939827"/>
              <a:gd name="connsiteX36-5235" fmla="*/ 8830588 w 12192000"/>
              <a:gd name="connsiteY36-5236" fmla="*/ 265483 h 4939827"/>
              <a:gd name="connsiteX37-5237" fmla="*/ 8905142 w 12192000"/>
              <a:gd name="connsiteY37-5238" fmla="*/ 264958 h 4939827"/>
              <a:gd name="connsiteX38-5239" fmla="*/ 8968582 w 12192000"/>
              <a:gd name="connsiteY38-5240" fmla="*/ 262728 h 4939827"/>
              <a:gd name="connsiteX39-5241" fmla="*/ 8972994 w 12192000"/>
              <a:gd name="connsiteY39-5242" fmla="*/ 263284 h 4939827"/>
              <a:gd name="connsiteX40-5243" fmla="*/ 9004605 w 12192000"/>
              <a:gd name="connsiteY40-5244" fmla="*/ 258041 h 4939827"/>
              <a:gd name="connsiteX41-5245" fmla="*/ 9016165 w 12192000"/>
              <a:gd name="connsiteY41-5246" fmla="*/ 261258 h 4939827"/>
              <a:gd name="connsiteX42-5247" fmla="*/ 9043297 w 12192000"/>
              <a:gd name="connsiteY42-5248" fmla="*/ 281547 h 4939827"/>
              <a:gd name="connsiteX43-5249" fmla="*/ 9048315 w 12192000"/>
              <a:gd name="connsiteY43-5250" fmla="*/ 279264 h 4939827"/>
              <a:gd name="connsiteX44-5251" fmla="*/ 9054706 w 12192000"/>
              <a:gd name="connsiteY44-5252" fmla="*/ 278538 h 4939827"/>
              <a:gd name="connsiteX45-5253" fmla="*/ 9070919 w 12192000"/>
              <a:gd name="connsiteY45-5254" fmla="*/ 281810 h 4939827"/>
              <a:gd name="connsiteX46-5255" fmla="*/ 9076813 w 12192000"/>
              <a:gd name="connsiteY46-5256" fmla="*/ 283909 h 4939827"/>
              <a:gd name="connsiteX47-5257" fmla="*/ 9085871 w 12192000"/>
              <a:gd name="connsiteY47-5258" fmla="*/ 285133 h 4939827"/>
              <a:gd name="connsiteX48-5259" fmla="*/ 9086159 w 12192000"/>
              <a:gd name="connsiteY48-5260" fmla="*/ 284887 h 4939827"/>
              <a:gd name="connsiteX49-5261" fmla="*/ 9134606 w 12192000"/>
              <a:gd name="connsiteY49-5262" fmla="*/ 288168 h 4939827"/>
              <a:gd name="connsiteX50-5263" fmla="*/ 9195590 w 12192000"/>
              <a:gd name="connsiteY50-5264" fmla="*/ 279568 h 4939827"/>
              <a:gd name="connsiteX51-5265" fmla="*/ 9219336 w 12192000"/>
              <a:gd name="connsiteY51-5266" fmla="*/ 278133 h 4939827"/>
              <a:gd name="connsiteX52-5267" fmla="*/ 9232362 w 12192000"/>
              <a:gd name="connsiteY52-5268" fmla="*/ 275894 h 4939827"/>
              <a:gd name="connsiteX53-5269" fmla="*/ 9233396 w 12192000"/>
              <a:gd name="connsiteY53-5270" fmla="*/ 274803 h 4939827"/>
              <a:gd name="connsiteX54-5271" fmla="*/ 9256213 w 12192000"/>
              <a:gd name="connsiteY54-5272" fmla="*/ 281576 h 4939827"/>
              <a:gd name="connsiteX55-5273" fmla="*/ 9262377 w 12192000"/>
              <a:gd name="connsiteY55-5274" fmla="*/ 286635 h 4939827"/>
              <a:gd name="connsiteX56-5275" fmla="*/ 9287089 w 12192000"/>
              <a:gd name="connsiteY56-5276" fmla="*/ 303891 h 4939827"/>
              <a:gd name="connsiteX57-5277" fmla="*/ 9371484 w 12192000"/>
              <a:gd name="connsiteY57-5278" fmla="*/ 329634 h 4939827"/>
              <a:gd name="connsiteX58-5279" fmla="*/ 9404829 w 12192000"/>
              <a:gd name="connsiteY58-5280" fmla="*/ 339038 h 4939827"/>
              <a:gd name="connsiteX59-5281" fmla="*/ 9427021 w 12192000"/>
              <a:gd name="connsiteY59-5282" fmla="*/ 358784 h 4939827"/>
              <a:gd name="connsiteX60-5283" fmla="*/ 9670844 w 12192000"/>
              <a:gd name="connsiteY60-5284" fmla="*/ 405128 h 4939827"/>
              <a:gd name="connsiteX61-5285" fmla="*/ 9816083 w 12192000"/>
              <a:gd name="connsiteY61-5286" fmla="*/ 416573 h 4939827"/>
              <a:gd name="connsiteX62-5287" fmla="*/ 9936741 w 12192000"/>
              <a:gd name="connsiteY62-5288" fmla="*/ 437044 h 4939827"/>
              <a:gd name="connsiteX63-5289" fmla="*/ 10050093 w 12192000"/>
              <a:gd name="connsiteY63-5290" fmla="*/ 443783 h 4939827"/>
              <a:gd name="connsiteX64-5291" fmla="*/ 10130090 w 12192000"/>
              <a:gd name="connsiteY64-5292" fmla="*/ 459520 h 4939827"/>
              <a:gd name="connsiteX65-5293" fmla="*/ 10173456 w 12192000"/>
              <a:gd name="connsiteY65-5294" fmla="*/ 457749 h 4939827"/>
              <a:gd name="connsiteX66-5295" fmla="*/ 10218232 w 12192000"/>
              <a:gd name="connsiteY66-5296" fmla="*/ 459820 h 4939827"/>
              <a:gd name="connsiteX67-5297" fmla="*/ 10354176 w 12192000"/>
              <a:gd name="connsiteY67-5298" fmla="*/ 471377 h 4939827"/>
              <a:gd name="connsiteX68-5299" fmla="*/ 10430681 w 12192000"/>
              <a:gd name="connsiteY68-5300" fmla="*/ 481226 h 4939827"/>
              <a:gd name="connsiteX69-5301" fmla="*/ 10478169 w 12192000"/>
              <a:gd name="connsiteY69-5302" fmla="*/ 481774 h 4939827"/>
              <a:gd name="connsiteX70-5303" fmla="*/ 10540907 w 12192000"/>
              <a:gd name="connsiteY70-5304" fmla="*/ 485607 h 4939827"/>
              <a:gd name="connsiteX71-5305" fmla="*/ 10614941 w 12192000"/>
              <a:gd name="connsiteY71-5306" fmla="*/ 487592 h 4939827"/>
              <a:gd name="connsiteX72-5307" fmla="*/ 10674098 w 12192000"/>
              <a:gd name="connsiteY72-5308" fmla="*/ 521656 h 4939827"/>
              <a:gd name="connsiteX73-5309" fmla="*/ 10874834 w 12192000"/>
              <a:gd name="connsiteY73-5310" fmla="*/ 574867 h 4939827"/>
              <a:gd name="connsiteX74-5311" fmla="*/ 10944981 w 12192000"/>
              <a:gd name="connsiteY74-5312" fmla="*/ 615042 h 4939827"/>
              <a:gd name="connsiteX75-5313" fmla="*/ 11006376 w 12192000"/>
              <a:gd name="connsiteY75-5314" fmla="*/ 645957 h 4939827"/>
              <a:gd name="connsiteX76-5315" fmla="*/ 11076308 w 12192000"/>
              <a:gd name="connsiteY76-5316" fmla="*/ 675698 h 4939827"/>
              <a:gd name="connsiteX77-5317" fmla="*/ 11148789 w 12192000"/>
              <a:gd name="connsiteY77-5318" fmla="*/ 685041 h 4939827"/>
              <a:gd name="connsiteX78-5319" fmla="*/ 11249129 w 12192000"/>
              <a:gd name="connsiteY78-5320" fmla="*/ 684218 h 4939827"/>
              <a:gd name="connsiteX79-5321" fmla="*/ 11299915 w 12192000"/>
              <a:gd name="connsiteY79-5322" fmla="*/ 692177 h 4939827"/>
              <a:gd name="connsiteX80-5323" fmla="*/ 11386973 w 12192000"/>
              <a:gd name="connsiteY80-5324" fmla="*/ 708209 h 4939827"/>
              <a:gd name="connsiteX81-5325" fmla="*/ 11500105 w 12192000"/>
              <a:gd name="connsiteY81-5326" fmla="*/ 735014 h 4939827"/>
              <a:gd name="connsiteX82-5327" fmla="*/ 11621735 w 12192000"/>
              <a:gd name="connsiteY82-5328" fmla="*/ 789584 h 4939827"/>
              <a:gd name="connsiteX83-5329" fmla="*/ 11691200 w 12192000"/>
              <a:gd name="connsiteY83-5330" fmla="*/ 867902 h 4939827"/>
              <a:gd name="connsiteX84-5331" fmla="*/ 11819427 w 12192000"/>
              <a:gd name="connsiteY84-5332" fmla="*/ 911634 h 4939827"/>
              <a:gd name="connsiteX85-5333" fmla="*/ 11969720 w 12192000"/>
              <a:gd name="connsiteY85-5334" fmla="*/ 964737 h 4939827"/>
              <a:gd name="connsiteX86-5335" fmla="*/ 12055766 w 12192000"/>
              <a:gd name="connsiteY86-5336" fmla="*/ 991268 h 4939827"/>
              <a:gd name="connsiteX87-5337" fmla="*/ 12171539 w 12192000"/>
              <a:gd name="connsiteY87-5338" fmla="*/ 995427 h 4939827"/>
              <a:gd name="connsiteX88-5339" fmla="*/ 12187831 w 12192000"/>
              <a:gd name="connsiteY88-5340" fmla="*/ 996580 h 4939827"/>
              <a:gd name="connsiteX89-5341" fmla="*/ 12192000 w 12192000"/>
              <a:gd name="connsiteY89-5342" fmla="*/ 996726 h 4939827"/>
              <a:gd name="connsiteX90-5343" fmla="*/ 12192000 w 12192000"/>
              <a:gd name="connsiteY90-5344" fmla="*/ 4939827 h 4939827"/>
              <a:gd name="connsiteX91-5345" fmla="*/ 0 w 12192000"/>
              <a:gd name="connsiteY91-5346" fmla="*/ 4939827 h 4939827"/>
              <a:gd name="connsiteX92-5347" fmla="*/ 0 w 12192000"/>
              <a:gd name="connsiteY92-5348" fmla="*/ 512043 h 4939827"/>
              <a:gd name="connsiteX93-5349" fmla="*/ 7381 w 12192000"/>
              <a:gd name="connsiteY93-5350" fmla="*/ 512580 h 4939827"/>
              <a:gd name="connsiteX94-5351" fmla="*/ 100029 w 12192000"/>
              <a:gd name="connsiteY94-5352" fmla="*/ 504758 h 4939827"/>
              <a:gd name="connsiteX95-5353" fmla="*/ 155244 w 12192000"/>
              <a:gd name="connsiteY95-5354" fmla="*/ 525130 h 4939827"/>
              <a:gd name="connsiteX96-5355" fmla="*/ 254366 w 12192000"/>
              <a:gd name="connsiteY96-5356" fmla="*/ 534449 h 4939827"/>
              <a:gd name="connsiteX97-5357" fmla="*/ 447292 w 12192000"/>
              <a:gd name="connsiteY97-5358" fmla="*/ 542725 h 4939827"/>
              <a:gd name="connsiteX98-5359" fmla="*/ 628105 w 12192000"/>
              <a:gd name="connsiteY98-5360" fmla="*/ 547853 h 4939827"/>
              <a:gd name="connsiteX99-5361" fmla="*/ 783146 w 12192000"/>
              <a:gd name="connsiteY99-5362" fmla="*/ 591799 h 4939827"/>
              <a:gd name="connsiteX100-5363" fmla="*/ 1043676 w 12192000"/>
              <a:gd name="connsiteY100-5364" fmla="*/ 591887 h 4939827"/>
              <a:gd name="connsiteX101-5365" fmla="*/ 1281816 w 12192000"/>
              <a:gd name="connsiteY101-5366" fmla="*/ 520946 h 4939827"/>
              <a:gd name="connsiteX102-5367" fmla="*/ 1486347 w 12192000"/>
              <a:gd name="connsiteY102-5368" fmla="*/ 487310 h 4939827"/>
              <a:gd name="connsiteX103-5369" fmla="*/ 1568079 w 12192000"/>
              <a:gd name="connsiteY103-5370" fmla="*/ 462531 h 4939827"/>
              <a:gd name="connsiteX104-5371" fmla="*/ 1622516 w 12192000"/>
              <a:gd name="connsiteY104-5372" fmla="*/ 466058 h 4939827"/>
              <a:gd name="connsiteX105-5373" fmla="*/ 1655457 w 12192000"/>
              <a:gd name="connsiteY105-5374" fmla="*/ 465359 h 4939827"/>
              <a:gd name="connsiteX106-5375" fmla="*/ 1717454 w 12192000"/>
              <a:gd name="connsiteY106-5376" fmla="*/ 417203 h 4939827"/>
              <a:gd name="connsiteX107-5377" fmla="*/ 1913794 w 12192000"/>
              <a:gd name="connsiteY107-5378" fmla="*/ 365255 h 4939827"/>
              <a:gd name="connsiteX108-5379" fmla="*/ 2129762 w 12192000"/>
              <a:gd name="connsiteY108-5380" fmla="*/ 367832 h 4939827"/>
              <a:gd name="connsiteX109-5381" fmla="*/ 2376970 w 12192000"/>
              <a:gd name="connsiteY109-5382" fmla="*/ 350129 h 4939827"/>
              <a:gd name="connsiteX110-5383" fmla="*/ 2480155 w 12192000"/>
              <a:gd name="connsiteY110-5384" fmla="*/ 359227 h 4939827"/>
              <a:gd name="connsiteX111-5385" fmla="*/ 2586782 w 12192000"/>
              <a:gd name="connsiteY111-5386" fmla="*/ 339352 h 4939827"/>
              <a:gd name="connsiteX112-5387" fmla="*/ 2654496 w 12192000"/>
              <a:gd name="connsiteY112-5388" fmla="*/ 315431 h 4939827"/>
              <a:gd name="connsiteX113-5389" fmla="*/ 2788947 w 12192000"/>
              <a:gd name="connsiteY113-5390" fmla="*/ 250375 h 4939827"/>
              <a:gd name="connsiteX114-5391" fmla="*/ 2885389 w 12192000"/>
              <a:gd name="connsiteY114-5392" fmla="*/ 255259 h 4939827"/>
              <a:gd name="connsiteX115-5393" fmla="*/ 3045916 w 12192000"/>
              <a:gd name="connsiteY115-5394" fmla="*/ 261030 h 4939827"/>
              <a:gd name="connsiteX116-5395" fmla="*/ 3074187 w 12192000"/>
              <a:gd name="connsiteY116-5396" fmla="*/ 243226 h 4939827"/>
              <a:gd name="connsiteX117-5397" fmla="*/ 3103677 w 12192000"/>
              <a:gd name="connsiteY117-5398" fmla="*/ 209527 h 4939827"/>
              <a:gd name="connsiteX118-5399" fmla="*/ 3126759 w 12192000"/>
              <a:gd name="connsiteY118-5400" fmla="*/ 211226 h 4939827"/>
              <a:gd name="connsiteX119-5401" fmla="*/ 3164020 w 12192000"/>
              <a:gd name="connsiteY119-5402" fmla="*/ 212779 h 4939827"/>
              <a:gd name="connsiteX120-5403" fmla="*/ 3285019 w 12192000"/>
              <a:gd name="connsiteY120-5404" fmla="*/ 220535 h 4939827"/>
              <a:gd name="connsiteX121-5405" fmla="*/ 3365154 w 12192000"/>
              <a:gd name="connsiteY121-5406" fmla="*/ 226416 h 4939827"/>
              <a:gd name="connsiteX122-5407" fmla="*/ 3367507 w 12192000"/>
              <a:gd name="connsiteY122-5408" fmla="*/ 225416 h 4939827"/>
              <a:gd name="connsiteX123-5409" fmla="*/ 3387567 w 12192000"/>
              <a:gd name="connsiteY123-5410" fmla="*/ 227103 h 4939827"/>
              <a:gd name="connsiteX124-5411" fmla="*/ 3498001 w 12192000"/>
              <a:gd name="connsiteY124-5412" fmla="*/ 231941 h 4939827"/>
              <a:gd name="connsiteX125-5413" fmla="*/ 3561557 w 12192000"/>
              <a:gd name="connsiteY125-5414" fmla="*/ 228095 h 4939827"/>
              <a:gd name="connsiteX126-5415" fmla="*/ 3611920 w 12192000"/>
              <a:gd name="connsiteY126-5416" fmla="*/ 218094 h 4939827"/>
              <a:gd name="connsiteX127-5417" fmla="*/ 3620528 w 12192000"/>
              <a:gd name="connsiteY127-5418" fmla="*/ 218788 h 4939827"/>
              <a:gd name="connsiteX128-5419" fmla="*/ 3620766 w 12192000"/>
              <a:gd name="connsiteY128-5420" fmla="*/ 218511 h 4939827"/>
              <a:gd name="connsiteX129-5421" fmla="*/ 3629977 w 12192000"/>
              <a:gd name="connsiteY129-5422" fmla="*/ 218664 h 4939827"/>
              <a:gd name="connsiteX130-5423" fmla="*/ 3636217 w 12192000"/>
              <a:gd name="connsiteY130-5424" fmla="*/ 220048 h 4939827"/>
              <a:gd name="connsiteX131-5425" fmla="*/ 3709484 w 12192000"/>
              <a:gd name="connsiteY131-5426" fmla="*/ 186927 h 4939827"/>
              <a:gd name="connsiteX132-5427" fmla="*/ 3761342 w 12192000"/>
              <a:gd name="connsiteY132-5428" fmla="*/ 177474 h 4939827"/>
              <a:gd name="connsiteX133-5429" fmla="*/ 3799748 w 12192000"/>
              <a:gd name="connsiteY133-5430" fmla="*/ 167154 h 4939827"/>
              <a:gd name="connsiteX134-5431" fmla="*/ 3922756 w 12192000"/>
              <a:gd name="connsiteY134-5432" fmla="*/ 194044 h 4939827"/>
              <a:gd name="connsiteX135-5433" fmla="*/ 4028476 w 12192000"/>
              <a:gd name="connsiteY135-5434" fmla="*/ 223679 h 4939827"/>
              <a:gd name="connsiteX136-5435" fmla="*/ 4191582 w 12192000"/>
              <a:gd name="connsiteY136-5436" fmla="*/ 238952 h 4939827"/>
              <a:gd name="connsiteX137-5437" fmla="*/ 4251024 w 12192000"/>
              <a:gd name="connsiteY137-5438" fmla="*/ 240874 h 4939827"/>
              <a:gd name="connsiteX138-5439" fmla="*/ 4355275 w 12192000"/>
              <a:gd name="connsiteY138-5440" fmla="*/ 260205 h 4939827"/>
              <a:gd name="connsiteX139-5441" fmla="*/ 4423807 w 12192000"/>
              <a:gd name="connsiteY139-5442" fmla="*/ 270366 h 4939827"/>
              <a:gd name="connsiteX140-5443" fmla="*/ 4558432 w 12192000"/>
              <a:gd name="connsiteY140-5444" fmla="*/ 269194 h 4939827"/>
              <a:gd name="connsiteX141-5445" fmla="*/ 4635061 w 12192000"/>
              <a:gd name="connsiteY141-5446" fmla="*/ 280682 h 4939827"/>
              <a:gd name="connsiteX142-5447" fmla="*/ 4807427 w 12192000"/>
              <a:gd name="connsiteY142-5448" fmla="*/ 276835 h 4939827"/>
              <a:gd name="connsiteX143-5449" fmla="*/ 5028933 w 12192000"/>
              <a:gd name="connsiteY143-5450" fmla="*/ 183887 h 4939827"/>
              <a:gd name="connsiteX144-5451" fmla="*/ 5093642 w 12192000"/>
              <a:gd name="connsiteY144-5452" fmla="*/ 177214 h 4939827"/>
              <a:gd name="connsiteX145-5453" fmla="*/ 5102642 w 12192000"/>
              <a:gd name="connsiteY145-5454" fmla="*/ 186816 h 4939827"/>
              <a:gd name="connsiteX146-5455" fmla="*/ 5193590 w 12192000"/>
              <a:gd name="connsiteY146-5456" fmla="*/ 156458 h 4939827"/>
              <a:gd name="connsiteX147-5457" fmla="*/ 5323922 w 12192000"/>
              <a:gd name="connsiteY147-5458" fmla="*/ 146332 h 4939827"/>
              <a:gd name="connsiteX148-5459" fmla="*/ 5421860 w 12192000"/>
              <a:gd name="connsiteY148-5460" fmla="*/ 167298 h 4939827"/>
              <a:gd name="connsiteX149-5461" fmla="*/ 5476948 w 12192000"/>
              <a:gd name="connsiteY149-5462" fmla="*/ 173249 h 4939827"/>
              <a:gd name="connsiteX150-5463" fmla="*/ 5516842 w 12192000"/>
              <a:gd name="connsiteY150-5464" fmla="*/ 184018 h 4939827"/>
              <a:gd name="connsiteX151-5465" fmla="*/ 5619415 w 12192000"/>
              <a:gd name="connsiteY151-5466" fmla="*/ 176781 h 4939827"/>
              <a:gd name="connsiteX152-5467" fmla="*/ 5789867 w 12192000"/>
              <a:gd name="connsiteY152-5468" fmla="*/ 150304 h 4939827"/>
              <a:gd name="connsiteX153-5469" fmla="*/ 5825953 w 12192000"/>
              <a:gd name="connsiteY153-5470" fmla="*/ 147907 h 4939827"/>
              <a:gd name="connsiteX154-5471" fmla="*/ 5856168 w 12192000"/>
              <a:gd name="connsiteY154-5472" fmla="*/ 158719 h 4939827"/>
              <a:gd name="connsiteX155-5473" fmla="*/ 5862476 w 12192000"/>
              <a:gd name="connsiteY155-5474" fmla="*/ 172447 h 4939827"/>
              <a:gd name="connsiteX156-5475" fmla="*/ 5882195 w 12192000"/>
              <a:gd name="connsiteY156-5476" fmla="*/ 173195 h 4939827"/>
              <a:gd name="connsiteX157-5477" fmla="*/ 5887271 w 12192000"/>
              <a:gd name="connsiteY157-5478" fmla="*/ 176084 h 4939827"/>
              <a:gd name="connsiteX158-5479" fmla="*/ 5921577 w 12192000"/>
              <a:gd name="connsiteY158-5480" fmla="*/ 169858 h 4939827"/>
              <a:gd name="connsiteX159-5481" fmla="*/ 5983240 w 12192000"/>
              <a:gd name="connsiteY159-5482" fmla="*/ 152755 h 4939827"/>
              <a:gd name="connsiteX160-5483" fmla="*/ 6152287 w 12192000"/>
              <a:gd name="connsiteY160-5484" fmla="*/ 116736 h 4939827"/>
              <a:gd name="connsiteX161-5485" fmla="*/ 6415830 w 12192000"/>
              <a:gd name="connsiteY161-5486" fmla="*/ 136006 h 4939827"/>
              <a:gd name="connsiteX162-5487" fmla="*/ 6756965 w 12192000"/>
              <a:gd name="connsiteY162-5488" fmla="*/ 57636 h 4939827"/>
              <a:gd name="connsiteX163-5489" fmla="*/ 6819400 w 12192000"/>
              <a:gd name="connsiteY163-5490" fmla="*/ 30742 h 4939827"/>
              <a:gd name="connsiteX164-5491" fmla="*/ 6986370 w 12192000"/>
              <a:gd name="connsiteY164-5492" fmla="*/ 12659 h 4939827"/>
              <a:gd name="connsiteX165-5493" fmla="*/ 6989536 w 12192000"/>
              <a:gd name="connsiteY165-5494" fmla="*/ 14528 h 4939827"/>
              <a:gd name="connsiteX166-5495" fmla="*/ 7015933 w 12192000"/>
              <a:gd name="connsiteY166-5496" fmla="*/ 9653 h 4939827"/>
              <a:gd name="connsiteX167-5497" fmla="*/ 7020592 w 12192000"/>
              <a:gd name="connsiteY167-5498" fmla="*/ 1651 h 4939827"/>
              <a:gd name="connsiteX168-5499" fmla="*/ 7025905 w 12192000"/>
              <a:gd name="connsiteY168-5500" fmla="*/ 0 h 4939827"/>
              <a:gd name="connsiteX0-5501" fmla="*/ 7025905 w 12192000"/>
              <a:gd name="connsiteY0-5502" fmla="*/ 0 h 4939827"/>
              <a:gd name="connsiteX1-5503" fmla="*/ 7032579 w 12192000"/>
              <a:gd name="connsiteY1-5504" fmla="*/ 2808 h 4939827"/>
              <a:gd name="connsiteX2-5505" fmla="*/ 7079505 w 12192000"/>
              <a:gd name="connsiteY2-5506" fmla="*/ 12971 h 4939827"/>
              <a:gd name="connsiteX3-5507" fmla="*/ 7158791 w 12192000"/>
              <a:gd name="connsiteY3-5508" fmla="*/ 12462 h 4939827"/>
              <a:gd name="connsiteX4-5509" fmla="*/ 7233338 w 12192000"/>
              <a:gd name="connsiteY4-5510" fmla="*/ 24846 h 4939827"/>
              <a:gd name="connsiteX5-5511" fmla="*/ 7259791 w 12192000"/>
              <a:gd name="connsiteY5-5512" fmla="*/ 29557 h 4939827"/>
              <a:gd name="connsiteX6-5513" fmla="*/ 7263923 w 12192000"/>
              <a:gd name="connsiteY6-5514" fmla="*/ 35029 h 4939827"/>
              <a:gd name="connsiteX7-5515" fmla="*/ 7281549 w 12192000"/>
              <a:gd name="connsiteY7-5516" fmla="*/ 39654 h 4939827"/>
              <a:gd name="connsiteX8-5517" fmla="*/ 7374735 w 12192000"/>
              <a:gd name="connsiteY8-5518" fmla="*/ 65326 h 4939827"/>
              <a:gd name="connsiteX9-5519" fmla="*/ 7376078 w 12192000"/>
              <a:gd name="connsiteY9-5520" fmla="*/ 63849 h 4939827"/>
              <a:gd name="connsiteX10-5521" fmla="*/ 7402026 w 12192000"/>
              <a:gd name="connsiteY10-5522" fmla="*/ 60308 h 4939827"/>
              <a:gd name="connsiteX11-5523" fmla="*/ 7415091 w 12192000"/>
              <a:gd name="connsiteY11-5524" fmla="*/ 77403 h 4939827"/>
              <a:gd name="connsiteX12-5525" fmla="*/ 7488682 w 12192000"/>
              <a:gd name="connsiteY12-5526" fmla="*/ 83440 h 4939827"/>
              <a:gd name="connsiteX13-5527" fmla="*/ 7588044 w 12192000"/>
              <a:gd name="connsiteY13-5528" fmla="*/ 110756 h 4939827"/>
              <a:gd name="connsiteX14-5529" fmla="*/ 7732750 w 12192000"/>
              <a:gd name="connsiteY14-5530" fmla="*/ 145456 h 4939827"/>
              <a:gd name="connsiteX15-5531" fmla="*/ 7785900 w 12192000"/>
              <a:gd name="connsiteY15-5532" fmla="*/ 154493 h 4939827"/>
              <a:gd name="connsiteX16-5533" fmla="*/ 7877301 w 12192000"/>
              <a:gd name="connsiteY16-5534" fmla="*/ 186153 h 4939827"/>
              <a:gd name="connsiteX17-5535" fmla="*/ 7952584 w 12192000"/>
              <a:gd name="connsiteY17-5536" fmla="*/ 170181 h 4939827"/>
              <a:gd name="connsiteX18-5537" fmla="*/ 8009534 w 12192000"/>
              <a:gd name="connsiteY18-5538" fmla="*/ 176441 h 4939827"/>
              <a:gd name="connsiteX19-5539" fmla="*/ 8058681 w 12192000"/>
              <a:gd name="connsiteY19-5540" fmla="*/ 219431 h 4939827"/>
              <a:gd name="connsiteX20-5541" fmla="*/ 8126175 w 12192000"/>
              <a:gd name="connsiteY20-5542" fmla="*/ 240005 h 4939827"/>
              <a:gd name="connsiteX21-5543" fmla="*/ 8166439 w 12192000"/>
              <a:gd name="connsiteY21-5544" fmla="*/ 252699 h 4939827"/>
              <a:gd name="connsiteX22-5545" fmla="*/ 8281371 w 12192000"/>
              <a:gd name="connsiteY22-5546" fmla="*/ 256875 h 4939827"/>
              <a:gd name="connsiteX23-5547" fmla="*/ 8381609 w 12192000"/>
              <a:gd name="connsiteY23-5548" fmla="*/ 240618 h 4939827"/>
              <a:gd name="connsiteX24-5549" fmla="*/ 8406759 w 12192000"/>
              <a:gd name="connsiteY24-5550" fmla="*/ 232517 h 4939827"/>
              <a:gd name="connsiteX25-5551" fmla="*/ 8426506 w 12192000"/>
              <a:gd name="connsiteY25-5552" fmla="*/ 241842 h 4939827"/>
              <a:gd name="connsiteX26-5553" fmla="*/ 8427949 w 12192000"/>
              <a:gd name="connsiteY26-5554" fmla="*/ 240981 h 4939827"/>
              <a:gd name="connsiteX27-5555" fmla="*/ 8441468 w 12192000"/>
              <a:gd name="connsiteY27-5556" fmla="*/ 241157 h 4939827"/>
              <a:gd name="connsiteX28-5557" fmla="*/ 8565757 w 12192000"/>
              <a:gd name="connsiteY28-5558" fmla="*/ 255317 h 4939827"/>
              <a:gd name="connsiteX29-5559" fmla="*/ 8573171 w 12192000"/>
              <a:gd name="connsiteY29-5560" fmla="*/ 258426 h 4939827"/>
              <a:gd name="connsiteX30-5561" fmla="*/ 8573548 w 12192000"/>
              <a:gd name="connsiteY30-5562" fmla="*/ 258241 h 4939827"/>
              <a:gd name="connsiteX31-5563" fmla="*/ 8581827 w 12192000"/>
              <a:gd name="connsiteY31-5564" fmla="*/ 261028 h 4939827"/>
              <a:gd name="connsiteX32-5565" fmla="*/ 8586687 w 12192000"/>
              <a:gd name="connsiteY32-5566" fmla="*/ 264089 h 4939827"/>
              <a:gd name="connsiteX33-5567" fmla="*/ 8601067 w 12192000"/>
              <a:gd name="connsiteY33-5568" fmla="*/ 270114 h 4939827"/>
              <a:gd name="connsiteX34-5569" fmla="*/ 8672650 w 12192000"/>
              <a:gd name="connsiteY34-5570" fmla="*/ 254821 h 4939827"/>
              <a:gd name="connsiteX35-5571" fmla="*/ 8785543 w 12192000"/>
              <a:gd name="connsiteY35-5572" fmla="*/ 263406 h 4939827"/>
              <a:gd name="connsiteX36-5573" fmla="*/ 8830588 w 12192000"/>
              <a:gd name="connsiteY36-5574" fmla="*/ 265483 h 4939827"/>
              <a:gd name="connsiteX37-5575" fmla="*/ 8905142 w 12192000"/>
              <a:gd name="connsiteY37-5576" fmla="*/ 264958 h 4939827"/>
              <a:gd name="connsiteX38-5577" fmla="*/ 8968582 w 12192000"/>
              <a:gd name="connsiteY38-5578" fmla="*/ 262728 h 4939827"/>
              <a:gd name="connsiteX39-5579" fmla="*/ 8972994 w 12192000"/>
              <a:gd name="connsiteY39-5580" fmla="*/ 263284 h 4939827"/>
              <a:gd name="connsiteX40-5581" fmla="*/ 9004605 w 12192000"/>
              <a:gd name="connsiteY40-5582" fmla="*/ 258041 h 4939827"/>
              <a:gd name="connsiteX41-5583" fmla="*/ 9016165 w 12192000"/>
              <a:gd name="connsiteY41-5584" fmla="*/ 261258 h 4939827"/>
              <a:gd name="connsiteX42-5585" fmla="*/ 9043297 w 12192000"/>
              <a:gd name="connsiteY42-5586" fmla="*/ 281547 h 4939827"/>
              <a:gd name="connsiteX43-5587" fmla="*/ 9048315 w 12192000"/>
              <a:gd name="connsiteY43-5588" fmla="*/ 279264 h 4939827"/>
              <a:gd name="connsiteX44-5589" fmla="*/ 9054706 w 12192000"/>
              <a:gd name="connsiteY44-5590" fmla="*/ 278538 h 4939827"/>
              <a:gd name="connsiteX45-5591" fmla="*/ 9070919 w 12192000"/>
              <a:gd name="connsiteY45-5592" fmla="*/ 281810 h 4939827"/>
              <a:gd name="connsiteX46-5593" fmla="*/ 9076813 w 12192000"/>
              <a:gd name="connsiteY46-5594" fmla="*/ 283909 h 4939827"/>
              <a:gd name="connsiteX47-5595" fmla="*/ 9085871 w 12192000"/>
              <a:gd name="connsiteY47-5596" fmla="*/ 285133 h 4939827"/>
              <a:gd name="connsiteX48-5597" fmla="*/ 9086159 w 12192000"/>
              <a:gd name="connsiteY48-5598" fmla="*/ 284887 h 4939827"/>
              <a:gd name="connsiteX49-5599" fmla="*/ 9134606 w 12192000"/>
              <a:gd name="connsiteY49-5600" fmla="*/ 288168 h 4939827"/>
              <a:gd name="connsiteX50-5601" fmla="*/ 9195590 w 12192000"/>
              <a:gd name="connsiteY50-5602" fmla="*/ 279568 h 4939827"/>
              <a:gd name="connsiteX51-5603" fmla="*/ 9219336 w 12192000"/>
              <a:gd name="connsiteY51-5604" fmla="*/ 278133 h 4939827"/>
              <a:gd name="connsiteX52-5605" fmla="*/ 9232362 w 12192000"/>
              <a:gd name="connsiteY52-5606" fmla="*/ 275894 h 4939827"/>
              <a:gd name="connsiteX53-5607" fmla="*/ 9233396 w 12192000"/>
              <a:gd name="connsiteY53-5608" fmla="*/ 274803 h 4939827"/>
              <a:gd name="connsiteX54-5609" fmla="*/ 9256213 w 12192000"/>
              <a:gd name="connsiteY54-5610" fmla="*/ 281576 h 4939827"/>
              <a:gd name="connsiteX55-5611" fmla="*/ 9262377 w 12192000"/>
              <a:gd name="connsiteY55-5612" fmla="*/ 286635 h 4939827"/>
              <a:gd name="connsiteX56-5613" fmla="*/ 9287089 w 12192000"/>
              <a:gd name="connsiteY56-5614" fmla="*/ 303891 h 4939827"/>
              <a:gd name="connsiteX57-5615" fmla="*/ 9371484 w 12192000"/>
              <a:gd name="connsiteY57-5616" fmla="*/ 329634 h 4939827"/>
              <a:gd name="connsiteX58-5617" fmla="*/ 9404829 w 12192000"/>
              <a:gd name="connsiteY58-5618" fmla="*/ 339038 h 4939827"/>
              <a:gd name="connsiteX59-5619" fmla="*/ 9427021 w 12192000"/>
              <a:gd name="connsiteY59-5620" fmla="*/ 358784 h 4939827"/>
              <a:gd name="connsiteX60-5621" fmla="*/ 9670844 w 12192000"/>
              <a:gd name="connsiteY60-5622" fmla="*/ 405128 h 4939827"/>
              <a:gd name="connsiteX61-5623" fmla="*/ 9816083 w 12192000"/>
              <a:gd name="connsiteY61-5624" fmla="*/ 416573 h 4939827"/>
              <a:gd name="connsiteX62-5625" fmla="*/ 9936741 w 12192000"/>
              <a:gd name="connsiteY62-5626" fmla="*/ 437044 h 4939827"/>
              <a:gd name="connsiteX63-5627" fmla="*/ 10050093 w 12192000"/>
              <a:gd name="connsiteY63-5628" fmla="*/ 443783 h 4939827"/>
              <a:gd name="connsiteX64-5629" fmla="*/ 10130090 w 12192000"/>
              <a:gd name="connsiteY64-5630" fmla="*/ 459520 h 4939827"/>
              <a:gd name="connsiteX65-5631" fmla="*/ 10173456 w 12192000"/>
              <a:gd name="connsiteY65-5632" fmla="*/ 457749 h 4939827"/>
              <a:gd name="connsiteX66-5633" fmla="*/ 10218232 w 12192000"/>
              <a:gd name="connsiteY66-5634" fmla="*/ 459820 h 4939827"/>
              <a:gd name="connsiteX67-5635" fmla="*/ 10354176 w 12192000"/>
              <a:gd name="connsiteY67-5636" fmla="*/ 471377 h 4939827"/>
              <a:gd name="connsiteX68-5637" fmla="*/ 10430681 w 12192000"/>
              <a:gd name="connsiteY68-5638" fmla="*/ 481226 h 4939827"/>
              <a:gd name="connsiteX69-5639" fmla="*/ 10478169 w 12192000"/>
              <a:gd name="connsiteY69-5640" fmla="*/ 481774 h 4939827"/>
              <a:gd name="connsiteX70-5641" fmla="*/ 10540907 w 12192000"/>
              <a:gd name="connsiteY70-5642" fmla="*/ 485607 h 4939827"/>
              <a:gd name="connsiteX71-5643" fmla="*/ 10614941 w 12192000"/>
              <a:gd name="connsiteY71-5644" fmla="*/ 487592 h 4939827"/>
              <a:gd name="connsiteX72-5645" fmla="*/ 10674098 w 12192000"/>
              <a:gd name="connsiteY72-5646" fmla="*/ 521656 h 4939827"/>
              <a:gd name="connsiteX73-5647" fmla="*/ 10874834 w 12192000"/>
              <a:gd name="connsiteY73-5648" fmla="*/ 574867 h 4939827"/>
              <a:gd name="connsiteX74-5649" fmla="*/ 10944981 w 12192000"/>
              <a:gd name="connsiteY74-5650" fmla="*/ 615042 h 4939827"/>
              <a:gd name="connsiteX75-5651" fmla="*/ 11006376 w 12192000"/>
              <a:gd name="connsiteY75-5652" fmla="*/ 645957 h 4939827"/>
              <a:gd name="connsiteX76-5653" fmla="*/ 11076308 w 12192000"/>
              <a:gd name="connsiteY76-5654" fmla="*/ 675698 h 4939827"/>
              <a:gd name="connsiteX77-5655" fmla="*/ 11148789 w 12192000"/>
              <a:gd name="connsiteY77-5656" fmla="*/ 685041 h 4939827"/>
              <a:gd name="connsiteX78-5657" fmla="*/ 11249129 w 12192000"/>
              <a:gd name="connsiteY78-5658" fmla="*/ 684218 h 4939827"/>
              <a:gd name="connsiteX79-5659" fmla="*/ 11299915 w 12192000"/>
              <a:gd name="connsiteY79-5660" fmla="*/ 692177 h 4939827"/>
              <a:gd name="connsiteX80-5661" fmla="*/ 11386973 w 12192000"/>
              <a:gd name="connsiteY80-5662" fmla="*/ 708209 h 4939827"/>
              <a:gd name="connsiteX81-5663" fmla="*/ 11500105 w 12192000"/>
              <a:gd name="connsiteY81-5664" fmla="*/ 735014 h 4939827"/>
              <a:gd name="connsiteX82-5665" fmla="*/ 11621735 w 12192000"/>
              <a:gd name="connsiteY82-5666" fmla="*/ 789584 h 4939827"/>
              <a:gd name="connsiteX83-5667" fmla="*/ 11691200 w 12192000"/>
              <a:gd name="connsiteY83-5668" fmla="*/ 867902 h 4939827"/>
              <a:gd name="connsiteX84-5669" fmla="*/ 11819427 w 12192000"/>
              <a:gd name="connsiteY84-5670" fmla="*/ 911634 h 4939827"/>
              <a:gd name="connsiteX85-5671" fmla="*/ 11969720 w 12192000"/>
              <a:gd name="connsiteY85-5672" fmla="*/ 964737 h 4939827"/>
              <a:gd name="connsiteX86-5673" fmla="*/ 12055766 w 12192000"/>
              <a:gd name="connsiteY86-5674" fmla="*/ 991268 h 4939827"/>
              <a:gd name="connsiteX87-5675" fmla="*/ 12171539 w 12192000"/>
              <a:gd name="connsiteY87-5676" fmla="*/ 995427 h 4939827"/>
              <a:gd name="connsiteX88-5677" fmla="*/ 12187831 w 12192000"/>
              <a:gd name="connsiteY88-5678" fmla="*/ 996580 h 4939827"/>
              <a:gd name="connsiteX89-5679" fmla="*/ 12192000 w 12192000"/>
              <a:gd name="connsiteY89-5680" fmla="*/ 996726 h 4939827"/>
              <a:gd name="connsiteX90-5681" fmla="*/ 12192000 w 12192000"/>
              <a:gd name="connsiteY90-5682" fmla="*/ 4939827 h 4939827"/>
              <a:gd name="connsiteX91-5683" fmla="*/ 0 w 12192000"/>
              <a:gd name="connsiteY91-5684" fmla="*/ 4939827 h 4939827"/>
              <a:gd name="connsiteX92-5685" fmla="*/ 0 w 12192000"/>
              <a:gd name="connsiteY92-5686" fmla="*/ 512043 h 4939827"/>
              <a:gd name="connsiteX93-5687" fmla="*/ 7381 w 12192000"/>
              <a:gd name="connsiteY93-5688" fmla="*/ 512580 h 4939827"/>
              <a:gd name="connsiteX94-5689" fmla="*/ 100029 w 12192000"/>
              <a:gd name="connsiteY94-5690" fmla="*/ 504758 h 4939827"/>
              <a:gd name="connsiteX95-5691" fmla="*/ 155244 w 12192000"/>
              <a:gd name="connsiteY95-5692" fmla="*/ 525130 h 4939827"/>
              <a:gd name="connsiteX96-5693" fmla="*/ 254366 w 12192000"/>
              <a:gd name="connsiteY96-5694" fmla="*/ 534449 h 4939827"/>
              <a:gd name="connsiteX97-5695" fmla="*/ 447292 w 12192000"/>
              <a:gd name="connsiteY97-5696" fmla="*/ 542725 h 4939827"/>
              <a:gd name="connsiteX98-5697" fmla="*/ 628105 w 12192000"/>
              <a:gd name="connsiteY98-5698" fmla="*/ 547853 h 4939827"/>
              <a:gd name="connsiteX99-5699" fmla="*/ 783146 w 12192000"/>
              <a:gd name="connsiteY99-5700" fmla="*/ 591799 h 4939827"/>
              <a:gd name="connsiteX100-5701" fmla="*/ 1043676 w 12192000"/>
              <a:gd name="connsiteY100-5702" fmla="*/ 591887 h 4939827"/>
              <a:gd name="connsiteX101-5703" fmla="*/ 1281816 w 12192000"/>
              <a:gd name="connsiteY101-5704" fmla="*/ 520946 h 4939827"/>
              <a:gd name="connsiteX102-5705" fmla="*/ 1486347 w 12192000"/>
              <a:gd name="connsiteY102-5706" fmla="*/ 487310 h 4939827"/>
              <a:gd name="connsiteX103-5707" fmla="*/ 1568079 w 12192000"/>
              <a:gd name="connsiteY103-5708" fmla="*/ 462531 h 4939827"/>
              <a:gd name="connsiteX104-5709" fmla="*/ 1622516 w 12192000"/>
              <a:gd name="connsiteY104-5710" fmla="*/ 466058 h 4939827"/>
              <a:gd name="connsiteX105-5711" fmla="*/ 1655457 w 12192000"/>
              <a:gd name="connsiteY105-5712" fmla="*/ 465359 h 4939827"/>
              <a:gd name="connsiteX106-5713" fmla="*/ 1717454 w 12192000"/>
              <a:gd name="connsiteY106-5714" fmla="*/ 417203 h 4939827"/>
              <a:gd name="connsiteX107-5715" fmla="*/ 1913794 w 12192000"/>
              <a:gd name="connsiteY107-5716" fmla="*/ 365255 h 4939827"/>
              <a:gd name="connsiteX108-5717" fmla="*/ 2129762 w 12192000"/>
              <a:gd name="connsiteY108-5718" fmla="*/ 367832 h 4939827"/>
              <a:gd name="connsiteX109-5719" fmla="*/ 2376970 w 12192000"/>
              <a:gd name="connsiteY109-5720" fmla="*/ 350129 h 4939827"/>
              <a:gd name="connsiteX110-5721" fmla="*/ 2480155 w 12192000"/>
              <a:gd name="connsiteY110-5722" fmla="*/ 359227 h 4939827"/>
              <a:gd name="connsiteX111-5723" fmla="*/ 2586782 w 12192000"/>
              <a:gd name="connsiteY111-5724" fmla="*/ 339352 h 4939827"/>
              <a:gd name="connsiteX112-5725" fmla="*/ 2654496 w 12192000"/>
              <a:gd name="connsiteY112-5726" fmla="*/ 315431 h 4939827"/>
              <a:gd name="connsiteX113-5727" fmla="*/ 2788947 w 12192000"/>
              <a:gd name="connsiteY113-5728" fmla="*/ 250375 h 4939827"/>
              <a:gd name="connsiteX114-5729" fmla="*/ 2885389 w 12192000"/>
              <a:gd name="connsiteY114-5730" fmla="*/ 255259 h 4939827"/>
              <a:gd name="connsiteX115-5731" fmla="*/ 3045916 w 12192000"/>
              <a:gd name="connsiteY115-5732" fmla="*/ 261030 h 4939827"/>
              <a:gd name="connsiteX116-5733" fmla="*/ 3103677 w 12192000"/>
              <a:gd name="connsiteY116-5734" fmla="*/ 209527 h 4939827"/>
              <a:gd name="connsiteX117-5735" fmla="*/ 3126759 w 12192000"/>
              <a:gd name="connsiteY117-5736" fmla="*/ 211226 h 4939827"/>
              <a:gd name="connsiteX118-5737" fmla="*/ 3164020 w 12192000"/>
              <a:gd name="connsiteY118-5738" fmla="*/ 212779 h 4939827"/>
              <a:gd name="connsiteX119-5739" fmla="*/ 3285019 w 12192000"/>
              <a:gd name="connsiteY119-5740" fmla="*/ 220535 h 4939827"/>
              <a:gd name="connsiteX120-5741" fmla="*/ 3365154 w 12192000"/>
              <a:gd name="connsiteY120-5742" fmla="*/ 226416 h 4939827"/>
              <a:gd name="connsiteX121-5743" fmla="*/ 3367507 w 12192000"/>
              <a:gd name="connsiteY121-5744" fmla="*/ 225416 h 4939827"/>
              <a:gd name="connsiteX122-5745" fmla="*/ 3387567 w 12192000"/>
              <a:gd name="connsiteY122-5746" fmla="*/ 227103 h 4939827"/>
              <a:gd name="connsiteX123-5747" fmla="*/ 3498001 w 12192000"/>
              <a:gd name="connsiteY123-5748" fmla="*/ 231941 h 4939827"/>
              <a:gd name="connsiteX124-5749" fmla="*/ 3561557 w 12192000"/>
              <a:gd name="connsiteY124-5750" fmla="*/ 228095 h 4939827"/>
              <a:gd name="connsiteX125-5751" fmla="*/ 3611920 w 12192000"/>
              <a:gd name="connsiteY125-5752" fmla="*/ 218094 h 4939827"/>
              <a:gd name="connsiteX126-5753" fmla="*/ 3620528 w 12192000"/>
              <a:gd name="connsiteY126-5754" fmla="*/ 218788 h 4939827"/>
              <a:gd name="connsiteX127-5755" fmla="*/ 3620766 w 12192000"/>
              <a:gd name="connsiteY127-5756" fmla="*/ 218511 h 4939827"/>
              <a:gd name="connsiteX128-5757" fmla="*/ 3629977 w 12192000"/>
              <a:gd name="connsiteY128-5758" fmla="*/ 218664 h 4939827"/>
              <a:gd name="connsiteX129-5759" fmla="*/ 3636217 w 12192000"/>
              <a:gd name="connsiteY129-5760" fmla="*/ 220048 h 4939827"/>
              <a:gd name="connsiteX130-5761" fmla="*/ 3709484 w 12192000"/>
              <a:gd name="connsiteY130-5762" fmla="*/ 186927 h 4939827"/>
              <a:gd name="connsiteX131-5763" fmla="*/ 3761342 w 12192000"/>
              <a:gd name="connsiteY131-5764" fmla="*/ 177474 h 4939827"/>
              <a:gd name="connsiteX132-5765" fmla="*/ 3799748 w 12192000"/>
              <a:gd name="connsiteY132-5766" fmla="*/ 167154 h 4939827"/>
              <a:gd name="connsiteX133-5767" fmla="*/ 3922756 w 12192000"/>
              <a:gd name="connsiteY133-5768" fmla="*/ 194044 h 4939827"/>
              <a:gd name="connsiteX134-5769" fmla="*/ 4028476 w 12192000"/>
              <a:gd name="connsiteY134-5770" fmla="*/ 223679 h 4939827"/>
              <a:gd name="connsiteX135-5771" fmla="*/ 4191582 w 12192000"/>
              <a:gd name="connsiteY135-5772" fmla="*/ 238952 h 4939827"/>
              <a:gd name="connsiteX136-5773" fmla="*/ 4251024 w 12192000"/>
              <a:gd name="connsiteY136-5774" fmla="*/ 240874 h 4939827"/>
              <a:gd name="connsiteX137-5775" fmla="*/ 4355275 w 12192000"/>
              <a:gd name="connsiteY137-5776" fmla="*/ 260205 h 4939827"/>
              <a:gd name="connsiteX138-5777" fmla="*/ 4423807 w 12192000"/>
              <a:gd name="connsiteY138-5778" fmla="*/ 270366 h 4939827"/>
              <a:gd name="connsiteX139-5779" fmla="*/ 4558432 w 12192000"/>
              <a:gd name="connsiteY139-5780" fmla="*/ 269194 h 4939827"/>
              <a:gd name="connsiteX140-5781" fmla="*/ 4635061 w 12192000"/>
              <a:gd name="connsiteY140-5782" fmla="*/ 280682 h 4939827"/>
              <a:gd name="connsiteX141-5783" fmla="*/ 4807427 w 12192000"/>
              <a:gd name="connsiteY141-5784" fmla="*/ 276835 h 4939827"/>
              <a:gd name="connsiteX142-5785" fmla="*/ 5028933 w 12192000"/>
              <a:gd name="connsiteY142-5786" fmla="*/ 183887 h 4939827"/>
              <a:gd name="connsiteX143-5787" fmla="*/ 5093642 w 12192000"/>
              <a:gd name="connsiteY143-5788" fmla="*/ 177214 h 4939827"/>
              <a:gd name="connsiteX144-5789" fmla="*/ 5102642 w 12192000"/>
              <a:gd name="connsiteY144-5790" fmla="*/ 186816 h 4939827"/>
              <a:gd name="connsiteX145-5791" fmla="*/ 5193590 w 12192000"/>
              <a:gd name="connsiteY145-5792" fmla="*/ 156458 h 4939827"/>
              <a:gd name="connsiteX146-5793" fmla="*/ 5323922 w 12192000"/>
              <a:gd name="connsiteY146-5794" fmla="*/ 146332 h 4939827"/>
              <a:gd name="connsiteX147-5795" fmla="*/ 5421860 w 12192000"/>
              <a:gd name="connsiteY147-5796" fmla="*/ 167298 h 4939827"/>
              <a:gd name="connsiteX148-5797" fmla="*/ 5476948 w 12192000"/>
              <a:gd name="connsiteY148-5798" fmla="*/ 173249 h 4939827"/>
              <a:gd name="connsiteX149-5799" fmla="*/ 5516842 w 12192000"/>
              <a:gd name="connsiteY149-5800" fmla="*/ 184018 h 4939827"/>
              <a:gd name="connsiteX150-5801" fmla="*/ 5619415 w 12192000"/>
              <a:gd name="connsiteY150-5802" fmla="*/ 176781 h 4939827"/>
              <a:gd name="connsiteX151-5803" fmla="*/ 5789867 w 12192000"/>
              <a:gd name="connsiteY151-5804" fmla="*/ 150304 h 4939827"/>
              <a:gd name="connsiteX152-5805" fmla="*/ 5825953 w 12192000"/>
              <a:gd name="connsiteY152-5806" fmla="*/ 147907 h 4939827"/>
              <a:gd name="connsiteX153-5807" fmla="*/ 5856168 w 12192000"/>
              <a:gd name="connsiteY153-5808" fmla="*/ 158719 h 4939827"/>
              <a:gd name="connsiteX154-5809" fmla="*/ 5862476 w 12192000"/>
              <a:gd name="connsiteY154-5810" fmla="*/ 172447 h 4939827"/>
              <a:gd name="connsiteX155-5811" fmla="*/ 5882195 w 12192000"/>
              <a:gd name="connsiteY155-5812" fmla="*/ 173195 h 4939827"/>
              <a:gd name="connsiteX156-5813" fmla="*/ 5887271 w 12192000"/>
              <a:gd name="connsiteY156-5814" fmla="*/ 176084 h 4939827"/>
              <a:gd name="connsiteX157-5815" fmla="*/ 5921577 w 12192000"/>
              <a:gd name="connsiteY157-5816" fmla="*/ 169858 h 4939827"/>
              <a:gd name="connsiteX158-5817" fmla="*/ 5983240 w 12192000"/>
              <a:gd name="connsiteY158-5818" fmla="*/ 152755 h 4939827"/>
              <a:gd name="connsiteX159-5819" fmla="*/ 6152287 w 12192000"/>
              <a:gd name="connsiteY159-5820" fmla="*/ 116736 h 4939827"/>
              <a:gd name="connsiteX160-5821" fmla="*/ 6415830 w 12192000"/>
              <a:gd name="connsiteY160-5822" fmla="*/ 136006 h 4939827"/>
              <a:gd name="connsiteX161-5823" fmla="*/ 6756965 w 12192000"/>
              <a:gd name="connsiteY161-5824" fmla="*/ 57636 h 4939827"/>
              <a:gd name="connsiteX162-5825" fmla="*/ 6819400 w 12192000"/>
              <a:gd name="connsiteY162-5826" fmla="*/ 30742 h 4939827"/>
              <a:gd name="connsiteX163-5827" fmla="*/ 6986370 w 12192000"/>
              <a:gd name="connsiteY163-5828" fmla="*/ 12659 h 4939827"/>
              <a:gd name="connsiteX164-5829" fmla="*/ 6989536 w 12192000"/>
              <a:gd name="connsiteY164-5830" fmla="*/ 14528 h 4939827"/>
              <a:gd name="connsiteX165-5831" fmla="*/ 7015933 w 12192000"/>
              <a:gd name="connsiteY165-5832" fmla="*/ 9653 h 4939827"/>
              <a:gd name="connsiteX166-5833" fmla="*/ 7020592 w 12192000"/>
              <a:gd name="connsiteY166-5834" fmla="*/ 1651 h 4939827"/>
              <a:gd name="connsiteX167-5835" fmla="*/ 7025905 w 12192000"/>
              <a:gd name="connsiteY167-5836" fmla="*/ 0 h 4939827"/>
              <a:gd name="connsiteX0-5837" fmla="*/ 7025905 w 12192000"/>
              <a:gd name="connsiteY0-5838" fmla="*/ 0 h 4939827"/>
              <a:gd name="connsiteX1-5839" fmla="*/ 7032579 w 12192000"/>
              <a:gd name="connsiteY1-5840" fmla="*/ 2808 h 4939827"/>
              <a:gd name="connsiteX2-5841" fmla="*/ 7079505 w 12192000"/>
              <a:gd name="connsiteY2-5842" fmla="*/ 12971 h 4939827"/>
              <a:gd name="connsiteX3-5843" fmla="*/ 7158791 w 12192000"/>
              <a:gd name="connsiteY3-5844" fmla="*/ 12462 h 4939827"/>
              <a:gd name="connsiteX4-5845" fmla="*/ 7233338 w 12192000"/>
              <a:gd name="connsiteY4-5846" fmla="*/ 24846 h 4939827"/>
              <a:gd name="connsiteX5-5847" fmla="*/ 7259791 w 12192000"/>
              <a:gd name="connsiteY5-5848" fmla="*/ 29557 h 4939827"/>
              <a:gd name="connsiteX6-5849" fmla="*/ 7263923 w 12192000"/>
              <a:gd name="connsiteY6-5850" fmla="*/ 35029 h 4939827"/>
              <a:gd name="connsiteX7-5851" fmla="*/ 7281549 w 12192000"/>
              <a:gd name="connsiteY7-5852" fmla="*/ 39654 h 4939827"/>
              <a:gd name="connsiteX8-5853" fmla="*/ 7374735 w 12192000"/>
              <a:gd name="connsiteY8-5854" fmla="*/ 65326 h 4939827"/>
              <a:gd name="connsiteX9-5855" fmla="*/ 7376078 w 12192000"/>
              <a:gd name="connsiteY9-5856" fmla="*/ 63849 h 4939827"/>
              <a:gd name="connsiteX10-5857" fmla="*/ 7402026 w 12192000"/>
              <a:gd name="connsiteY10-5858" fmla="*/ 60308 h 4939827"/>
              <a:gd name="connsiteX11-5859" fmla="*/ 7415091 w 12192000"/>
              <a:gd name="connsiteY11-5860" fmla="*/ 77403 h 4939827"/>
              <a:gd name="connsiteX12-5861" fmla="*/ 7488682 w 12192000"/>
              <a:gd name="connsiteY12-5862" fmla="*/ 83440 h 4939827"/>
              <a:gd name="connsiteX13-5863" fmla="*/ 7588044 w 12192000"/>
              <a:gd name="connsiteY13-5864" fmla="*/ 110756 h 4939827"/>
              <a:gd name="connsiteX14-5865" fmla="*/ 7732750 w 12192000"/>
              <a:gd name="connsiteY14-5866" fmla="*/ 145456 h 4939827"/>
              <a:gd name="connsiteX15-5867" fmla="*/ 7785900 w 12192000"/>
              <a:gd name="connsiteY15-5868" fmla="*/ 154493 h 4939827"/>
              <a:gd name="connsiteX16-5869" fmla="*/ 7877301 w 12192000"/>
              <a:gd name="connsiteY16-5870" fmla="*/ 186153 h 4939827"/>
              <a:gd name="connsiteX17-5871" fmla="*/ 7952584 w 12192000"/>
              <a:gd name="connsiteY17-5872" fmla="*/ 170181 h 4939827"/>
              <a:gd name="connsiteX18-5873" fmla="*/ 8009534 w 12192000"/>
              <a:gd name="connsiteY18-5874" fmla="*/ 176441 h 4939827"/>
              <a:gd name="connsiteX19-5875" fmla="*/ 8058681 w 12192000"/>
              <a:gd name="connsiteY19-5876" fmla="*/ 219431 h 4939827"/>
              <a:gd name="connsiteX20-5877" fmla="*/ 8126175 w 12192000"/>
              <a:gd name="connsiteY20-5878" fmla="*/ 240005 h 4939827"/>
              <a:gd name="connsiteX21-5879" fmla="*/ 8166439 w 12192000"/>
              <a:gd name="connsiteY21-5880" fmla="*/ 252699 h 4939827"/>
              <a:gd name="connsiteX22-5881" fmla="*/ 8281371 w 12192000"/>
              <a:gd name="connsiteY22-5882" fmla="*/ 256875 h 4939827"/>
              <a:gd name="connsiteX23-5883" fmla="*/ 8381609 w 12192000"/>
              <a:gd name="connsiteY23-5884" fmla="*/ 240618 h 4939827"/>
              <a:gd name="connsiteX24-5885" fmla="*/ 8406759 w 12192000"/>
              <a:gd name="connsiteY24-5886" fmla="*/ 232517 h 4939827"/>
              <a:gd name="connsiteX25-5887" fmla="*/ 8426506 w 12192000"/>
              <a:gd name="connsiteY25-5888" fmla="*/ 241842 h 4939827"/>
              <a:gd name="connsiteX26-5889" fmla="*/ 8427949 w 12192000"/>
              <a:gd name="connsiteY26-5890" fmla="*/ 240981 h 4939827"/>
              <a:gd name="connsiteX27-5891" fmla="*/ 8441468 w 12192000"/>
              <a:gd name="connsiteY27-5892" fmla="*/ 241157 h 4939827"/>
              <a:gd name="connsiteX28-5893" fmla="*/ 8565757 w 12192000"/>
              <a:gd name="connsiteY28-5894" fmla="*/ 255317 h 4939827"/>
              <a:gd name="connsiteX29-5895" fmla="*/ 8573171 w 12192000"/>
              <a:gd name="connsiteY29-5896" fmla="*/ 258426 h 4939827"/>
              <a:gd name="connsiteX30-5897" fmla="*/ 8573548 w 12192000"/>
              <a:gd name="connsiteY30-5898" fmla="*/ 258241 h 4939827"/>
              <a:gd name="connsiteX31-5899" fmla="*/ 8581827 w 12192000"/>
              <a:gd name="connsiteY31-5900" fmla="*/ 261028 h 4939827"/>
              <a:gd name="connsiteX32-5901" fmla="*/ 8586687 w 12192000"/>
              <a:gd name="connsiteY32-5902" fmla="*/ 264089 h 4939827"/>
              <a:gd name="connsiteX33-5903" fmla="*/ 8601067 w 12192000"/>
              <a:gd name="connsiteY33-5904" fmla="*/ 270114 h 4939827"/>
              <a:gd name="connsiteX34-5905" fmla="*/ 8672650 w 12192000"/>
              <a:gd name="connsiteY34-5906" fmla="*/ 254821 h 4939827"/>
              <a:gd name="connsiteX35-5907" fmla="*/ 8785543 w 12192000"/>
              <a:gd name="connsiteY35-5908" fmla="*/ 263406 h 4939827"/>
              <a:gd name="connsiteX36-5909" fmla="*/ 8830588 w 12192000"/>
              <a:gd name="connsiteY36-5910" fmla="*/ 265483 h 4939827"/>
              <a:gd name="connsiteX37-5911" fmla="*/ 8905142 w 12192000"/>
              <a:gd name="connsiteY37-5912" fmla="*/ 264958 h 4939827"/>
              <a:gd name="connsiteX38-5913" fmla="*/ 8968582 w 12192000"/>
              <a:gd name="connsiteY38-5914" fmla="*/ 262728 h 4939827"/>
              <a:gd name="connsiteX39-5915" fmla="*/ 8972994 w 12192000"/>
              <a:gd name="connsiteY39-5916" fmla="*/ 263284 h 4939827"/>
              <a:gd name="connsiteX40-5917" fmla="*/ 9004605 w 12192000"/>
              <a:gd name="connsiteY40-5918" fmla="*/ 258041 h 4939827"/>
              <a:gd name="connsiteX41-5919" fmla="*/ 9016165 w 12192000"/>
              <a:gd name="connsiteY41-5920" fmla="*/ 261258 h 4939827"/>
              <a:gd name="connsiteX42-5921" fmla="*/ 9043297 w 12192000"/>
              <a:gd name="connsiteY42-5922" fmla="*/ 281547 h 4939827"/>
              <a:gd name="connsiteX43-5923" fmla="*/ 9048315 w 12192000"/>
              <a:gd name="connsiteY43-5924" fmla="*/ 279264 h 4939827"/>
              <a:gd name="connsiteX44-5925" fmla="*/ 9054706 w 12192000"/>
              <a:gd name="connsiteY44-5926" fmla="*/ 278538 h 4939827"/>
              <a:gd name="connsiteX45-5927" fmla="*/ 9070919 w 12192000"/>
              <a:gd name="connsiteY45-5928" fmla="*/ 281810 h 4939827"/>
              <a:gd name="connsiteX46-5929" fmla="*/ 9076813 w 12192000"/>
              <a:gd name="connsiteY46-5930" fmla="*/ 283909 h 4939827"/>
              <a:gd name="connsiteX47-5931" fmla="*/ 9085871 w 12192000"/>
              <a:gd name="connsiteY47-5932" fmla="*/ 285133 h 4939827"/>
              <a:gd name="connsiteX48-5933" fmla="*/ 9086159 w 12192000"/>
              <a:gd name="connsiteY48-5934" fmla="*/ 284887 h 4939827"/>
              <a:gd name="connsiteX49-5935" fmla="*/ 9134606 w 12192000"/>
              <a:gd name="connsiteY49-5936" fmla="*/ 288168 h 4939827"/>
              <a:gd name="connsiteX50-5937" fmla="*/ 9195590 w 12192000"/>
              <a:gd name="connsiteY50-5938" fmla="*/ 279568 h 4939827"/>
              <a:gd name="connsiteX51-5939" fmla="*/ 9219336 w 12192000"/>
              <a:gd name="connsiteY51-5940" fmla="*/ 278133 h 4939827"/>
              <a:gd name="connsiteX52-5941" fmla="*/ 9232362 w 12192000"/>
              <a:gd name="connsiteY52-5942" fmla="*/ 275894 h 4939827"/>
              <a:gd name="connsiteX53-5943" fmla="*/ 9233396 w 12192000"/>
              <a:gd name="connsiteY53-5944" fmla="*/ 274803 h 4939827"/>
              <a:gd name="connsiteX54-5945" fmla="*/ 9256213 w 12192000"/>
              <a:gd name="connsiteY54-5946" fmla="*/ 281576 h 4939827"/>
              <a:gd name="connsiteX55-5947" fmla="*/ 9262377 w 12192000"/>
              <a:gd name="connsiteY55-5948" fmla="*/ 286635 h 4939827"/>
              <a:gd name="connsiteX56-5949" fmla="*/ 9287089 w 12192000"/>
              <a:gd name="connsiteY56-5950" fmla="*/ 303891 h 4939827"/>
              <a:gd name="connsiteX57-5951" fmla="*/ 9371484 w 12192000"/>
              <a:gd name="connsiteY57-5952" fmla="*/ 329634 h 4939827"/>
              <a:gd name="connsiteX58-5953" fmla="*/ 9404829 w 12192000"/>
              <a:gd name="connsiteY58-5954" fmla="*/ 339038 h 4939827"/>
              <a:gd name="connsiteX59-5955" fmla="*/ 9427021 w 12192000"/>
              <a:gd name="connsiteY59-5956" fmla="*/ 358784 h 4939827"/>
              <a:gd name="connsiteX60-5957" fmla="*/ 9670844 w 12192000"/>
              <a:gd name="connsiteY60-5958" fmla="*/ 405128 h 4939827"/>
              <a:gd name="connsiteX61-5959" fmla="*/ 9816083 w 12192000"/>
              <a:gd name="connsiteY61-5960" fmla="*/ 416573 h 4939827"/>
              <a:gd name="connsiteX62-5961" fmla="*/ 9936741 w 12192000"/>
              <a:gd name="connsiteY62-5962" fmla="*/ 437044 h 4939827"/>
              <a:gd name="connsiteX63-5963" fmla="*/ 10050093 w 12192000"/>
              <a:gd name="connsiteY63-5964" fmla="*/ 443783 h 4939827"/>
              <a:gd name="connsiteX64-5965" fmla="*/ 10130090 w 12192000"/>
              <a:gd name="connsiteY64-5966" fmla="*/ 459520 h 4939827"/>
              <a:gd name="connsiteX65-5967" fmla="*/ 10173456 w 12192000"/>
              <a:gd name="connsiteY65-5968" fmla="*/ 457749 h 4939827"/>
              <a:gd name="connsiteX66-5969" fmla="*/ 10218232 w 12192000"/>
              <a:gd name="connsiteY66-5970" fmla="*/ 459820 h 4939827"/>
              <a:gd name="connsiteX67-5971" fmla="*/ 10354176 w 12192000"/>
              <a:gd name="connsiteY67-5972" fmla="*/ 471377 h 4939827"/>
              <a:gd name="connsiteX68-5973" fmla="*/ 10430681 w 12192000"/>
              <a:gd name="connsiteY68-5974" fmla="*/ 481226 h 4939827"/>
              <a:gd name="connsiteX69-5975" fmla="*/ 10478169 w 12192000"/>
              <a:gd name="connsiteY69-5976" fmla="*/ 481774 h 4939827"/>
              <a:gd name="connsiteX70-5977" fmla="*/ 10540907 w 12192000"/>
              <a:gd name="connsiteY70-5978" fmla="*/ 485607 h 4939827"/>
              <a:gd name="connsiteX71-5979" fmla="*/ 10614941 w 12192000"/>
              <a:gd name="connsiteY71-5980" fmla="*/ 487592 h 4939827"/>
              <a:gd name="connsiteX72-5981" fmla="*/ 10674098 w 12192000"/>
              <a:gd name="connsiteY72-5982" fmla="*/ 521656 h 4939827"/>
              <a:gd name="connsiteX73-5983" fmla="*/ 10874834 w 12192000"/>
              <a:gd name="connsiteY73-5984" fmla="*/ 574867 h 4939827"/>
              <a:gd name="connsiteX74-5985" fmla="*/ 10944981 w 12192000"/>
              <a:gd name="connsiteY74-5986" fmla="*/ 615042 h 4939827"/>
              <a:gd name="connsiteX75-5987" fmla="*/ 11006376 w 12192000"/>
              <a:gd name="connsiteY75-5988" fmla="*/ 645957 h 4939827"/>
              <a:gd name="connsiteX76-5989" fmla="*/ 11076308 w 12192000"/>
              <a:gd name="connsiteY76-5990" fmla="*/ 675698 h 4939827"/>
              <a:gd name="connsiteX77-5991" fmla="*/ 11148789 w 12192000"/>
              <a:gd name="connsiteY77-5992" fmla="*/ 685041 h 4939827"/>
              <a:gd name="connsiteX78-5993" fmla="*/ 11249129 w 12192000"/>
              <a:gd name="connsiteY78-5994" fmla="*/ 684218 h 4939827"/>
              <a:gd name="connsiteX79-5995" fmla="*/ 11299915 w 12192000"/>
              <a:gd name="connsiteY79-5996" fmla="*/ 692177 h 4939827"/>
              <a:gd name="connsiteX80-5997" fmla="*/ 11386973 w 12192000"/>
              <a:gd name="connsiteY80-5998" fmla="*/ 708209 h 4939827"/>
              <a:gd name="connsiteX81-5999" fmla="*/ 11500105 w 12192000"/>
              <a:gd name="connsiteY81-6000" fmla="*/ 735014 h 4939827"/>
              <a:gd name="connsiteX82-6001" fmla="*/ 11621735 w 12192000"/>
              <a:gd name="connsiteY82-6002" fmla="*/ 789584 h 4939827"/>
              <a:gd name="connsiteX83-6003" fmla="*/ 11691200 w 12192000"/>
              <a:gd name="connsiteY83-6004" fmla="*/ 867902 h 4939827"/>
              <a:gd name="connsiteX84-6005" fmla="*/ 11819427 w 12192000"/>
              <a:gd name="connsiteY84-6006" fmla="*/ 911634 h 4939827"/>
              <a:gd name="connsiteX85-6007" fmla="*/ 11969720 w 12192000"/>
              <a:gd name="connsiteY85-6008" fmla="*/ 964737 h 4939827"/>
              <a:gd name="connsiteX86-6009" fmla="*/ 12055766 w 12192000"/>
              <a:gd name="connsiteY86-6010" fmla="*/ 991268 h 4939827"/>
              <a:gd name="connsiteX87-6011" fmla="*/ 12171539 w 12192000"/>
              <a:gd name="connsiteY87-6012" fmla="*/ 995427 h 4939827"/>
              <a:gd name="connsiteX88-6013" fmla="*/ 12187831 w 12192000"/>
              <a:gd name="connsiteY88-6014" fmla="*/ 996580 h 4939827"/>
              <a:gd name="connsiteX89-6015" fmla="*/ 12192000 w 12192000"/>
              <a:gd name="connsiteY89-6016" fmla="*/ 996726 h 4939827"/>
              <a:gd name="connsiteX90-6017" fmla="*/ 12192000 w 12192000"/>
              <a:gd name="connsiteY90-6018" fmla="*/ 4939827 h 4939827"/>
              <a:gd name="connsiteX91-6019" fmla="*/ 0 w 12192000"/>
              <a:gd name="connsiteY91-6020" fmla="*/ 4939827 h 4939827"/>
              <a:gd name="connsiteX92-6021" fmla="*/ 0 w 12192000"/>
              <a:gd name="connsiteY92-6022" fmla="*/ 512043 h 4939827"/>
              <a:gd name="connsiteX93-6023" fmla="*/ 7381 w 12192000"/>
              <a:gd name="connsiteY93-6024" fmla="*/ 512580 h 4939827"/>
              <a:gd name="connsiteX94-6025" fmla="*/ 100029 w 12192000"/>
              <a:gd name="connsiteY94-6026" fmla="*/ 504758 h 4939827"/>
              <a:gd name="connsiteX95-6027" fmla="*/ 155244 w 12192000"/>
              <a:gd name="connsiteY95-6028" fmla="*/ 525130 h 4939827"/>
              <a:gd name="connsiteX96-6029" fmla="*/ 254366 w 12192000"/>
              <a:gd name="connsiteY96-6030" fmla="*/ 534449 h 4939827"/>
              <a:gd name="connsiteX97-6031" fmla="*/ 447292 w 12192000"/>
              <a:gd name="connsiteY97-6032" fmla="*/ 542725 h 4939827"/>
              <a:gd name="connsiteX98-6033" fmla="*/ 628105 w 12192000"/>
              <a:gd name="connsiteY98-6034" fmla="*/ 547853 h 4939827"/>
              <a:gd name="connsiteX99-6035" fmla="*/ 783146 w 12192000"/>
              <a:gd name="connsiteY99-6036" fmla="*/ 591799 h 4939827"/>
              <a:gd name="connsiteX100-6037" fmla="*/ 1043676 w 12192000"/>
              <a:gd name="connsiteY100-6038" fmla="*/ 591887 h 4939827"/>
              <a:gd name="connsiteX101-6039" fmla="*/ 1281816 w 12192000"/>
              <a:gd name="connsiteY101-6040" fmla="*/ 520946 h 4939827"/>
              <a:gd name="connsiteX102-6041" fmla="*/ 1486347 w 12192000"/>
              <a:gd name="connsiteY102-6042" fmla="*/ 487310 h 4939827"/>
              <a:gd name="connsiteX103-6043" fmla="*/ 1568079 w 12192000"/>
              <a:gd name="connsiteY103-6044" fmla="*/ 462531 h 4939827"/>
              <a:gd name="connsiteX104-6045" fmla="*/ 1622516 w 12192000"/>
              <a:gd name="connsiteY104-6046" fmla="*/ 466058 h 4939827"/>
              <a:gd name="connsiteX105-6047" fmla="*/ 1655457 w 12192000"/>
              <a:gd name="connsiteY105-6048" fmla="*/ 465359 h 4939827"/>
              <a:gd name="connsiteX106-6049" fmla="*/ 1717454 w 12192000"/>
              <a:gd name="connsiteY106-6050" fmla="*/ 417203 h 4939827"/>
              <a:gd name="connsiteX107-6051" fmla="*/ 1913794 w 12192000"/>
              <a:gd name="connsiteY107-6052" fmla="*/ 365255 h 4939827"/>
              <a:gd name="connsiteX108-6053" fmla="*/ 2129762 w 12192000"/>
              <a:gd name="connsiteY108-6054" fmla="*/ 367832 h 4939827"/>
              <a:gd name="connsiteX109-6055" fmla="*/ 2376970 w 12192000"/>
              <a:gd name="connsiteY109-6056" fmla="*/ 350129 h 4939827"/>
              <a:gd name="connsiteX110-6057" fmla="*/ 2480155 w 12192000"/>
              <a:gd name="connsiteY110-6058" fmla="*/ 359227 h 4939827"/>
              <a:gd name="connsiteX111-6059" fmla="*/ 2586782 w 12192000"/>
              <a:gd name="connsiteY111-6060" fmla="*/ 339352 h 4939827"/>
              <a:gd name="connsiteX112-6061" fmla="*/ 2654496 w 12192000"/>
              <a:gd name="connsiteY112-6062" fmla="*/ 315431 h 4939827"/>
              <a:gd name="connsiteX113-6063" fmla="*/ 2788947 w 12192000"/>
              <a:gd name="connsiteY113-6064" fmla="*/ 250375 h 4939827"/>
              <a:gd name="connsiteX114-6065" fmla="*/ 2885389 w 12192000"/>
              <a:gd name="connsiteY114-6066" fmla="*/ 255259 h 4939827"/>
              <a:gd name="connsiteX115-6067" fmla="*/ 3030844 w 12192000"/>
              <a:gd name="connsiteY115-6068" fmla="*/ 225861 h 4939827"/>
              <a:gd name="connsiteX116-6069" fmla="*/ 3103677 w 12192000"/>
              <a:gd name="connsiteY116-6070" fmla="*/ 209527 h 4939827"/>
              <a:gd name="connsiteX117-6071" fmla="*/ 3126759 w 12192000"/>
              <a:gd name="connsiteY117-6072" fmla="*/ 211226 h 4939827"/>
              <a:gd name="connsiteX118-6073" fmla="*/ 3164020 w 12192000"/>
              <a:gd name="connsiteY118-6074" fmla="*/ 212779 h 4939827"/>
              <a:gd name="connsiteX119-6075" fmla="*/ 3285019 w 12192000"/>
              <a:gd name="connsiteY119-6076" fmla="*/ 220535 h 4939827"/>
              <a:gd name="connsiteX120-6077" fmla="*/ 3365154 w 12192000"/>
              <a:gd name="connsiteY120-6078" fmla="*/ 226416 h 4939827"/>
              <a:gd name="connsiteX121-6079" fmla="*/ 3367507 w 12192000"/>
              <a:gd name="connsiteY121-6080" fmla="*/ 225416 h 4939827"/>
              <a:gd name="connsiteX122-6081" fmla="*/ 3387567 w 12192000"/>
              <a:gd name="connsiteY122-6082" fmla="*/ 227103 h 4939827"/>
              <a:gd name="connsiteX123-6083" fmla="*/ 3498001 w 12192000"/>
              <a:gd name="connsiteY123-6084" fmla="*/ 231941 h 4939827"/>
              <a:gd name="connsiteX124-6085" fmla="*/ 3561557 w 12192000"/>
              <a:gd name="connsiteY124-6086" fmla="*/ 228095 h 4939827"/>
              <a:gd name="connsiteX125-6087" fmla="*/ 3611920 w 12192000"/>
              <a:gd name="connsiteY125-6088" fmla="*/ 218094 h 4939827"/>
              <a:gd name="connsiteX126-6089" fmla="*/ 3620528 w 12192000"/>
              <a:gd name="connsiteY126-6090" fmla="*/ 218788 h 4939827"/>
              <a:gd name="connsiteX127-6091" fmla="*/ 3620766 w 12192000"/>
              <a:gd name="connsiteY127-6092" fmla="*/ 218511 h 4939827"/>
              <a:gd name="connsiteX128-6093" fmla="*/ 3629977 w 12192000"/>
              <a:gd name="connsiteY128-6094" fmla="*/ 218664 h 4939827"/>
              <a:gd name="connsiteX129-6095" fmla="*/ 3636217 w 12192000"/>
              <a:gd name="connsiteY129-6096" fmla="*/ 220048 h 4939827"/>
              <a:gd name="connsiteX130-6097" fmla="*/ 3709484 w 12192000"/>
              <a:gd name="connsiteY130-6098" fmla="*/ 186927 h 4939827"/>
              <a:gd name="connsiteX131-6099" fmla="*/ 3761342 w 12192000"/>
              <a:gd name="connsiteY131-6100" fmla="*/ 177474 h 4939827"/>
              <a:gd name="connsiteX132-6101" fmla="*/ 3799748 w 12192000"/>
              <a:gd name="connsiteY132-6102" fmla="*/ 167154 h 4939827"/>
              <a:gd name="connsiteX133-6103" fmla="*/ 3922756 w 12192000"/>
              <a:gd name="connsiteY133-6104" fmla="*/ 194044 h 4939827"/>
              <a:gd name="connsiteX134-6105" fmla="*/ 4028476 w 12192000"/>
              <a:gd name="connsiteY134-6106" fmla="*/ 223679 h 4939827"/>
              <a:gd name="connsiteX135-6107" fmla="*/ 4191582 w 12192000"/>
              <a:gd name="connsiteY135-6108" fmla="*/ 238952 h 4939827"/>
              <a:gd name="connsiteX136-6109" fmla="*/ 4251024 w 12192000"/>
              <a:gd name="connsiteY136-6110" fmla="*/ 240874 h 4939827"/>
              <a:gd name="connsiteX137-6111" fmla="*/ 4355275 w 12192000"/>
              <a:gd name="connsiteY137-6112" fmla="*/ 260205 h 4939827"/>
              <a:gd name="connsiteX138-6113" fmla="*/ 4423807 w 12192000"/>
              <a:gd name="connsiteY138-6114" fmla="*/ 270366 h 4939827"/>
              <a:gd name="connsiteX139-6115" fmla="*/ 4558432 w 12192000"/>
              <a:gd name="connsiteY139-6116" fmla="*/ 269194 h 4939827"/>
              <a:gd name="connsiteX140-6117" fmla="*/ 4635061 w 12192000"/>
              <a:gd name="connsiteY140-6118" fmla="*/ 280682 h 4939827"/>
              <a:gd name="connsiteX141-6119" fmla="*/ 4807427 w 12192000"/>
              <a:gd name="connsiteY141-6120" fmla="*/ 276835 h 4939827"/>
              <a:gd name="connsiteX142-6121" fmla="*/ 5028933 w 12192000"/>
              <a:gd name="connsiteY142-6122" fmla="*/ 183887 h 4939827"/>
              <a:gd name="connsiteX143-6123" fmla="*/ 5093642 w 12192000"/>
              <a:gd name="connsiteY143-6124" fmla="*/ 177214 h 4939827"/>
              <a:gd name="connsiteX144-6125" fmla="*/ 5102642 w 12192000"/>
              <a:gd name="connsiteY144-6126" fmla="*/ 186816 h 4939827"/>
              <a:gd name="connsiteX145-6127" fmla="*/ 5193590 w 12192000"/>
              <a:gd name="connsiteY145-6128" fmla="*/ 156458 h 4939827"/>
              <a:gd name="connsiteX146-6129" fmla="*/ 5323922 w 12192000"/>
              <a:gd name="connsiteY146-6130" fmla="*/ 146332 h 4939827"/>
              <a:gd name="connsiteX147-6131" fmla="*/ 5421860 w 12192000"/>
              <a:gd name="connsiteY147-6132" fmla="*/ 167298 h 4939827"/>
              <a:gd name="connsiteX148-6133" fmla="*/ 5476948 w 12192000"/>
              <a:gd name="connsiteY148-6134" fmla="*/ 173249 h 4939827"/>
              <a:gd name="connsiteX149-6135" fmla="*/ 5516842 w 12192000"/>
              <a:gd name="connsiteY149-6136" fmla="*/ 184018 h 4939827"/>
              <a:gd name="connsiteX150-6137" fmla="*/ 5619415 w 12192000"/>
              <a:gd name="connsiteY150-6138" fmla="*/ 176781 h 4939827"/>
              <a:gd name="connsiteX151-6139" fmla="*/ 5789867 w 12192000"/>
              <a:gd name="connsiteY151-6140" fmla="*/ 150304 h 4939827"/>
              <a:gd name="connsiteX152-6141" fmla="*/ 5825953 w 12192000"/>
              <a:gd name="connsiteY152-6142" fmla="*/ 147907 h 4939827"/>
              <a:gd name="connsiteX153-6143" fmla="*/ 5856168 w 12192000"/>
              <a:gd name="connsiteY153-6144" fmla="*/ 158719 h 4939827"/>
              <a:gd name="connsiteX154-6145" fmla="*/ 5862476 w 12192000"/>
              <a:gd name="connsiteY154-6146" fmla="*/ 172447 h 4939827"/>
              <a:gd name="connsiteX155-6147" fmla="*/ 5882195 w 12192000"/>
              <a:gd name="connsiteY155-6148" fmla="*/ 173195 h 4939827"/>
              <a:gd name="connsiteX156-6149" fmla="*/ 5887271 w 12192000"/>
              <a:gd name="connsiteY156-6150" fmla="*/ 176084 h 4939827"/>
              <a:gd name="connsiteX157-6151" fmla="*/ 5921577 w 12192000"/>
              <a:gd name="connsiteY157-6152" fmla="*/ 169858 h 4939827"/>
              <a:gd name="connsiteX158-6153" fmla="*/ 5983240 w 12192000"/>
              <a:gd name="connsiteY158-6154" fmla="*/ 152755 h 4939827"/>
              <a:gd name="connsiteX159-6155" fmla="*/ 6152287 w 12192000"/>
              <a:gd name="connsiteY159-6156" fmla="*/ 116736 h 4939827"/>
              <a:gd name="connsiteX160-6157" fmla="*/ 6415830 w 12192000"/>
              <a:gd name="connsiteY160-6158" fmla="*/ 136006 h 4939827"/>
              <a:gd name="connsiteX161-6159" fmla="*/ 6756965 w 12192000"/>
              <a:gd name="connsiteY161-6160" fmla="*/ 57636 h 4939827"/>
              <a:gd name="connsiteX162-6161" fmla="*/ 6819400 w 12192000"/>
              <a:gd name="connsiteY162-6162" fmla="*/ 30742 h 4939827"/>
              <a:gd name="connsiteX163-6163" fmla="*/ 6986370 w 12192000"/>
              <a:gd name="connsiteY163-6164" fmla="*/ 12659 h 4939827"/>
              <a:gd name="connsiteX164-6165" fmla="*/ 6989536 w 12192000"/>
              <a:gd name="connsiteY164-6166" fmla="*/ 14528 h 4939827"/>
              <a:gd name="connsiteX165-6167" fmla="*/ 7015933 w 12192000"/>
              <a:gd name="connsiteY165-6168" fmla="*/ 9653 h 4939827"/>
              <a:gd name="connsiteX166-6169" fmla="*/ 7020592 w 12192000"/>
              <a:gd name="connsiteY166-6170" fmla="*/ 1651 h 4939827"/>
              <a:gd name="connsiteX167-6171" fmla="*/ 7025905 w 12192000"/>
              <a:gd name="connsiteY167-6172" fmla="*/ 0 h 4939827"/>
              <a:gd name="connsiteX0-6173" fmla="*/ 7025905 w 12192000"/>
              <a:gd name="connsiteY0-6174" fmla="*/ 0 h 4939827"/>
              <a:gd name="connsiteX1-6175" fmla="*/ 7032579 w 12192000"/>
              <a:gd name="connsiteY1-6176" fmla="*/ 2808 h 4939827"/>
              <a:gd name="connsiteX2-6177" fmla="*/ 7079505 w 12192000"/>
              <a:gd name="connsiteY2-6178" fmla="*/ 12971 h 4939827"/>
              <a:gd name="connsiteX3-6179" fmla="*/ 7158791 w 12192000"/>
              <a:gd name="connsiteY3-6180" fmla="*/ 12462 h 4939827"/>
              <a:gd name="connsiteX4-6181" fmla="*/ 7233338 w 12192000"/>
              <a:gd name="connsiteY4-6182" fmla="*/ 24846 h 4939827"/>
              <a:gd name="connsiteX5-6183" fmla="*/ 7259791 w 12192000"/>
              <a:gd name="connsiteY5-6184" fmla="*/ 29557 h 4939827"/>
              <a:gd name="connsiteX6-6185" fmla="*/ 7263923 w 12192000"/>
              <a:gd name="connsiteY6-6186" fmla="*/ 35029 h 4939827"/>
              <a:gd name="connsiteX7-6187" fmla="*/ 7281549 w 12192000"/>
              <a:gd name="connsiteY7-6188" fmla="*/ 39654 h 4939827"/>
              <a:gd name="connsiteX8-6189" fmla="*/ 7374735 w 12192000"/>
              <a:gd name="connsiteY8-6190" fmla="*/ 65326 h 4939827"/>
              <a:gd name="connsiteX9-6191" fmla="*/ 7376078 w 12192000"/>
              <a:gd name="connsiteY9-6192" fmla="*/ 63849 h 4939827"/>
              <a:gd name="connsiteX10-6193" fmla="*/ 7402026 w 12192000"/>
              <a:gd name="connsiteY10-6194" fmla="*/ 60308 h 4939827"/>
              <a:gd name="connsiteX11-6195" fmla="*/ 7415091 w 12192000"/>
              <a:gd name="connsiteY11-6196" fmla="*/ 77403 h 4939827"/>
              <a:gd name="connsiteX12-6197" fmla="*/ 7488682 w 12192000"/>
              <a:gd name="connsiteY12-6198" fmla="*/ 83440 h 4939827"/>
              <a:gd name="connsiteX13-6199" fmla="*/ 7588044 w 12192000"/>
              <a:gd name="connsiteY13-6200" fmla="*/ 110756 h 4939827"/>
              <a:gd name="connsiteX14-6201" fmla="*/ 7732750 w 12192000"/>
              <a:gd name="connsiteY14-6202" fmla="*/ 145456 h 4939827"/>
              <a:gd name="connsiteX15-6203" fmla="*/ 7785900 w 12192000"/>
              <a:gd name="connsiteY15-6204" fmla="*/ 154493 h 4939827"/>
              <a:gd name="connsiteX16-6205" fmla="*/ 7877301 w 12192000"/>
              <a:gd name="connsiteY16-6206" fmla="*/ 186153 h 4939827"/>
              <a:gd name="connsiteX17-6207" fmla="*/ 7952584 w 12192000"/>
              <a:gd name="connsiteY17-6208" fmla="*/ 170181 h 4939827"/>
              <a:gd name="connsiteX18-6209" fmla="*/ 8009534 w 12192000"/>
              <a:gd name="connsiteY18-6210" fmla="*/ 176441 h 4939827"/>
              <a:gd name="connsiteX19-6211" fmla="*/ 8058681 w 12192000"/>
              <a:gd name="connsiteY19-6212" fmla="*/ 219431 h 4939827"/>
              <a:gd name="connsiteX20-6213" fmla="*/ 8126175 w 12192000"/>
              <a:gd name="connsiteY20-6214" fmla="*/ 240005 h 4939827"/>
              <a:gd name="connsiteX21-6215" fmla="*/ 8166439 w 12192000"/>
              <a:gd name="connsiteY21-6216" fmla="*/ 252699 h 4939827"/>
              <a:gd name="connsiteX22-6217" fmla="*/ 8281371 w 12192000"/>
              <a:gd name="connsiteY22-6218" fmla="*/ 256875 h 4939827"/>
              <a:gd name="connsiteX23-6219" fmla="*/ 8381609 w 12192000"/>
              <a:gd name="connsiteY23-6220" fmla="*/ 240618 h 4939827"/>
              <a:gd name="connsiteX24-6221" fmla="*/ 8406759 w 12192000"/>
              <a:gd name="connsiteY24-6222" fmla="*/ 232517 h 4939827"/>
              <a:gd name="connsiteX25-6223" fmla="*/ 8426506 w 12192000"/>
              <a:gd name="connsiteY25-6224" fmla="*/ 241842 h 4939827"/>
              <a:gd name="connsiteX26-6225" fmla="*/ 8427949 w 12192000"/>
              <a:gd name="connsiteY26-6226" fmla="*/ 240981 h 4939827"/>
              <a:gd name="connsiteX27-6227" fmla="*/ 8441468 w 12192000"/>
              <a:gd name="connsiteY27-6228" fmla="*/ 241157 h 4939827"/>
              <a:gd name="connsiteX28-6229" fmla="*/ 8565757 w 12192000"/>
              <a:gd name="connsiteY28-6230" fmla="*/ 255317 h 4939827"/>
              <a:gd name="connsiteX29-6231" fmla="*/ 8573171 w 12192000"/>
              <a:gd name="connsiteY29-6232" fmla="*/ 258426 h 4939827"/>
              <a:gd name="connsiteX30-6233" fmla="*/ 8573548 w 12192000"/>
              <a:gd name="connsiteY30-6234" fmla="*/ 258241 h 4939827"/>
              <a:gd name="connsiteX31-6235" fmla="*/ 8581827 w 12192000"/>
              <a:gd name="connsiteY31-6236" fmla="*/ 261028 h 4939827"/>
              <a:gd name="connsiteX32-6237" fmla="*/ 8586687 w 12192000"/>
              <a:gd name="connsiteY32-6238" fmla="*/ 264089 h 4939827"/>
              <a:gd name="connsiteX33-6239" fmla="*/ 8601067 w 12192000"/>
              <a:gd name="connsiteY33-6240" fmla="*/ 270114 h 4939827"/>
              <a:gd name="connsiteX34-6241" fmla="*/ 8672650 w 12192000"/>
              <a:gd name="connsiteY34-6242" fmla="*/ 254821 h 4939827"/>
              <a:gd name="connsiteX35-6243" fmla="*/ 8785543 w 12192000"/>
              <a:gd name="connsiteY35-6244" fmla="*/ 263406 h 4939827"/>
              <a:gd name="connsiteX36-6245" fmla="*/ 8830588 w 12192000"/>
              <a:gd name="connsiteY36-6246" fmla="*/ 265483 h 4939827"/>
              <a:gd name="connsiteX37-6247" fmla="*/ 8905142 w 12192000"/>
              <a:gd name="connsiteY37-6248" fmla="*/ 264958 h 4939827"/>
              <a:gd name="connsiteX38-6249" fmla="*/ 8968582 w 12192000"/>
              <a:gd name="connsiteY38-6250" fmla="*/ 262728 h 4939827"/>
              <a:gd name="connsiteX39-6251" fmla="*/ 8972994 w 12192000"/>
              <a:gd name="connsiteY39-6252" fmla="*/ 263284 h 4939827"/>
              <a:gd name="connsiteX40-6253" fmla="*/ 9004605 w 12192000"/>
              <a:gd name="connsiteY40-6254" fmla="*/ 258041 h 4939827"/>
              <a:gd name="connsiteX41-6255" fmla="*/ 9016165 w 12192000"/>
              <a:gd name="connsiteY41-6256" fmla="*/ 261258 h 4939827"/>
              <a:gd name="connsiteX42-6257" fmla="*/ 9043297 w 12192000"/>
              <a:gd name="connsiteY42-6258" fmla="*/ 281547 h 4939827"/>
              <a:gd name="connsiteX43-6259" fmla="*/ 9048315 w 12192000"/>
              <a:gd name="connsiteY43-6260" fmla="*/ 279264 h 4939827"/>
              <a:gd name="connsiteX44-6261" fmla="*/ 9054706 w 12192000"/>
              <a:gd name="connsiteY44-6262" fmla="*/ 278538 h 4939827"/>
              <a:gd name="connsiteX45-6263" fmla="*/ 9070919 w 12192000"/>
              <a:gd name="connsiteY45-6264" fmla="*/ 281810 h 4939827"/>
              <a:gd name="connsiteX46-6265" fmla="*/ 9076813 w 12192000"/>
              <a:gd name="connsiteY46-6266" fmla="*/ 283909 h 4939827"/>
              <a:gd name="connsiteX47-6267" fmla="*/ 9085871 w 12192000"/>
              <a:gd name="connsiteY47-6268" fmla="*/ 285133 h 4939827"/>
              <a:gd name="connsiteX48-6269" fmla="*/ 9086159 w 12192000"/>
              <a:gd name="connsiteY48-6270" fmla="*/ 284887 h 4939827"/>
              <a:gd name="connsiteX49-6271" fmla="*/ 9134606 w 12192000"/>
              <a:gd name="connsiteY49-6272" fmla="*/ 288168 h 4939827"/>
              <a:gd name="connsiteX50-6273" fmla="*/ 9195590 w 12192000"/>
              <a:gd name="connsiteY50-6274" fmla="*/ 279568 h 4939827"/>
              <a:gd name="connsiteX51-6275" fmla="*/ 9219336 w 12192000"/>
              <a:gd name="connsiteY51-6276" fmla="*/ 278133 h 4939827"/>
              <a:gd name="connsiteX52-6277" fmla="*/ 9232362 w 12192000"/>
              <a:gd name="connsiteY52-6278" fmla="*/ 275894 h 4939827"/>
              <a:gd name="connsiteX53-6279" fmla="*/ 9233396 w 12192000"/>
              <a:gd name="connsiteY53-6280" fmla="*/ 274803 h 4939827"/>
              <a:gd name="connsiteX54-6281" fmla="*/ 9256213 w 12192000"/>
              <a:gd name="connsiteY54-6282" fmla="*/ 281576 h 4939827"/>
              <a:gd name="connsiteX55-6283" fmla="*/ 9262377 w 12192000"/>
              <a:gd name="connsiteY55-6284" fmla="*/ 286635 h 4939827"/>
              <a:gd name="connsiteX56-6285" fmla="*/ 9287089 w 12192000"/>
              <a:gd name="connsiteY56-6286" fmla="*/ 303891 h 4939827"/>
              <a:gd name="connsiteX57-6287" fmla="*/ 9371484 w 12192000"/>
              <a:gd name="connsiteY57-6288" fmla="*/ 329634 h 4939827"/>
              <a:gd name="connsiteX58-6289" fmla="*/ 9404829 w 12192000"/>
              <a:gd name="connsiteY58-6290" fmla="*/ 339038 h 4939827"/>
              <a:gd name="connsiteX59-6291" fmla="*/ 9427021 w 12192000"/>
              <a:gd name="connsiteY59-6292" fmla="*/ 358784 h 4939827"/>
              <a:gd name="connsiteX60-6293" fmla="*/ 9670844 w 12192000"/>
              <a:gd name="connsiteY60-6294" fmla="*/ 405128 h 4939827"/>
              <a:gd name="connsiteX61-6295" fmla="*/ 9816083 w 12192000"/>
              <a:gd name="connsiteY61-6296" fmla="*/ 416573 h 4939827"/>
              <a:gd name="connsiteX62-6297" fmla="*/ 9936741 w 12192000"/>
              <a:gd name="connsiteY62-6298" fmla="*/ 437044 h 4939827"/>
              <a:gd name="connsiteX63-6299" fmla="*/ 10050093 w 12192000"/>
              <a:gd name="connsiteY63-6300" fmla="*/ 443783 h 4939827"/>
              <a:gd name="connsiteX64-6301" fmla="*/ 10130090 w 12192000"/>
              <a:gd name="connsiteY64-6302" fmla="*/ 459520 h 4939827"/>
              <a:gd name="connsiteX65-6303" fmla="*/ 10173456 w 12192000"/>
              <a:gd name="connsiteY65-6304" fmla="*/ 457749 h 4939827"/>
              <a:gd name="connsiteX66-6305" fmla="*/ 10218232 w 12192000"/>
              <a:gd name="connsiteY66-6306" fmla="*/ 459820 h 4939827"/>
              <a:gd name="connsiteX67-6307" fmla="*/ 10354176 w 12192000"/>
              <a:gd name="connsiteY67-6308" fmla="*/ 471377 h 4939827"/>
              <a:gd name="connsiteX68-6309" fmla="*/ 10430681 w 12192000"/>
              <a:gd name="connsiteY68-6310" fmla="*/ 481226 h 4939827"/>
              <a:gd name="connsiteX69-6311" fmla="*/ 10478169 w 12192000"/>
              <a:gd name="connsiteY69-6312" fmla="*/ 481774 h 4939827"/>
              <a:gd name="connsiteX70-6313" fmla="*/ 10540907 w 12192000"/>
              <a:gd name="connsiteY70-6314" fmla="*/ 485607 h 4939827"/>
              <a:gd name="connsiteX71-6315" fmla="*/ 10614941 w 12192000"/>
              <a:gd name="connsiteY71-6316" fmla="*/ 487592 h 4939827"/>
              <a:gd name="connsiteX72-6317" fmla="*/ 10674098 w 12192000"/>
              <a:gd name="connsiteY72-6318" fmla="*/ 521656 h 4939827"/>
              <a:gd name="connsiteX73-6319" fmla="*/ 10874834 w 12192000"/>
              <a:gd name="connsiteY73-6320" fmla="*/ 574867 h 4939827"/>
              <a:gd name="connsiteX74-6321" fmla="*/ 10944981 w 12192000"/>
              <a:gd name="connsiteY74-6322" fmla="*/ 615042 h 4939827"/>
              <a:gd name="connsiteX75-6323" fmla="*/ 11006376 w 12192000"/>
              <a:gd name="connsiteY75-6324" fmla="*/ 645957 h 4939827"/>
              <a:gd name="connsiteX76-6325" fmla="*/ 11076308 w 12192000"/>
              <a:gd name="connsiteY76-6326" fmla="*/ 675698 h 4939827"/>
              <a:gd name="connsiteX77-6327" fmla="*/ 11148789 w 12192000"/>
              <a:gd name="connsiteY77-6328" fmla="*/ 685041 h 4939827"/>
              <a:gd name="connsiteX78-6329" fmla="*/ 11249129 w 12192000"/>
              <a:gd name="connsiteY78-6330" fmla="*/ 684218 h 4939827"/>
              <a:gd name="connsiteX79-6331" fmla="*/ 11299915 w 12192000"/>
              <a:gd name="connsiteY79-6332" fmla="*/ 692177 h 4939827"/>
              <a:gd name="connsiteX80-6333" fmla="*/ 11386973 w 12192000"/>
              <a:gd name="connsiteY80-6334" fmla="*/ 708209 h 4939827"/>
              <a:gd name="connsiteX81-6335" fmla="*/ 11500105 w 12192000"/>
              <a:gd name="connsiteY81-6336" fmla="*/ 735014 h 4939827"/>
              <a:gd name="connsiteX82-6337" fmla="*/ 11621735 w 12192000"/>
              <a:gd name="connsiteY82-6338" fmla="*/ 789584 h 4939827"/>
              <a:gd name="connsiteX83-6339" fmla="*/ 11691200 w 12192000"/>
              <a:gd name="connsiteY83-6340" fmla="*/ 867902 h 4939827"/>
              <a:gd name="connsiteX84-6341" fmla="*/ 11819427 w 12192000"/>
              <a:gd name="connsiteY84-6342" fmla="*/ 911634 h 4939827"/>
              <a:gd name="connsiteX85-6343" fmla="*/ 11969720 w 12192000"/>
              <a:gd name="connsiteY85-6344" fmla="*/ 964737 h 4939827"/>
              <a:gd name="connsiteX86-6345" fmla="*/ 12055766 w 12192000"/>
              <a:gd name="connsiteY86-6346" fmla="*/ 991268 h 4939827"/>
              <a:gd name="connsiteX87-6347" fmla="*/ 12171539 w 12192000"/>
              <a:gd name="connsiteY87-6348" fmla="*/ 995427 h 4939827"/>
              <a:gd name="connsiteX88-6349" fmla="*/ 12187831 w 12192000"/>
              <a:gd name="connsiteY88-6350" fmla="*/ 996580 h 4939827"/>
              <a:gd name="connsiteX89-6351" fmla="*/ 12192000 w 12192000"/>
              <a:gd name="connsiteY89-6352" fmla="*/ 996726 h 4939827"/>
              <a:gd name="connsiteX90-6353" fmla="*/ 12192000 w 12192000"/>
              <a:gd name="connsiteY90-6354" fmla="*/ 4939827 h 4939827"/>
              <a:gd name="connsiteX91-6355" fmla="*/ 0 w 12192000"/>
              <a:gd name="connsiteY91-6356" fmla="*/ 4939827 h 4939827"/>
              <a:gd name="connsiteX92-6357" fmla="*/ 0 w 12192000"/>
              <a:gd name="connsiteY92-6358" fmla="*/ 512043 h 4939827"/>
              <a:gd name="connsiteX93-6359" fmla="*/ 7381 w 12192000"/>
              <a:gd name="connsiteY93-6360" fmla="*/ 512580 h 4939827"/>
              <a:gd name="connsiteX94-6361" fmla="*/ 100029 w 12192000"/>
              <a:gd name="connsiteY94-6362" fmla="*/ 504758 h 4939827"/>
              <a:gd name="connsiteX95-6363" fmla="*/ 155244 w 12192000"/>
              <a:gd name="connsiteY95-6364" fmla="*/ 525130 h 4939827"/>
              <a:gd name="connsiteX96-6365" fmla="*/ 254366 w 12192000"/>
              <a:gd name="connsiteY96-6366" fmla="*/ 534449 h 4939827"/>
              <a:gd name="connsiteX97-6367" fmla="*/ 447292 w 12192000"/>
              <a:gd name="connsiteY97-6368" fmla="*/ 542725 h 4939827"/>
              <a:gd name="connsiteX98-6369" fmla="*/ 628105 w 12192000"/>
              <a:gd name="connsiteY98-6370" fmla="*/ 547853 h 4939827"/>
              <a:gd name="connsiteX99-6371" fmla="*/ 783146 w 12192000"/>
              <a:gd name="connsiteY99-6372" fmla="*/ 591799 h 4939827"/>
              <a:gd name="connsiteX100-6373" fmla="*/ 1043676 w 12192000"/>
              <a:gd name="connsiteY100-6374" fmla="*/ 591887 h 4939827"/>
              <a:gd name="connsiteX101-6375" fmla="*/ 1281816 w 12192000"/>
              <a:gd name="connsiteY101-6376" fmla="*/ 520946 h 4939827"/>
              <a:gd name="connsiteX102-6377" fmla="*/ 1486347 w 12192000"/>
              <a:gd name="connsiteY102-6378" fmla="*/ 487310 h 4939827"/>
              <a:gd name="connsiteX103-6379" fmla="*/ 1568079 w 12192000"/>
              <a:gd name="connsiteY103-6380" fmla="*/ 462531 h 4939827"/>
              <a:gd name="connsiteX104-6381" fmla="*/ 1622516 w 12192000"/>
              <a:gd name="connsiteY104-6382" fmla="*/ 466058 h 4939827"/>
              <a:gd name="connsiteX105-6383" fmla="*/ 1655457 w 12192000"/>
              <a:gd name="connsiteY105-6384" fmla="*/ 465359 h 4939827"/>
              <a:gd name="connsiteX106-6385" fmla="*/ 1717454 w 12192000"/>
              <a:gd name="connsiteY106-6386" fmla="*/ 417203 h 4939827"/>
              <a:gd name="connsiteX107-6387" fmla="*/ 1913794 w 12192000"/>
              <a:gd name="connsiteY107-6388" fmla="*/ 365255 h 4939827"/>
              <a:gd name="connsiteX108-6389" fmla="*/ 2129762 w 12192000"/>
              <a:gd name="connsiteY108-6390" fmla="*/ 367832 h 4939827"/>
              <a:gd name="connsiteX109-6391" fmla="*/ 2376970 w 12192000"/>
              <a:gd name="connsiteY109-6392" fmla="*/ 350129 h 4939827"/>
              <a:gd name="connsiteX110-6393" fmla="*/ 2480155 w 12192000"/>
              <a:gd name="connsiteY110-6394" fmla="*/ 359227 h 4939827"/>
              <a:gd name="connsiteX111-6395" fmla="*/ 2586782 w 12192000"/>
              <a:gd name="connsiteY111-6396" fmla="*/ 339352 h 4939827"/>
              <a:gd name="connsiteX112-6397" fmla="*/ 2654496 w 12192000"/>
              <a:gd name="connsiteY112-6398" fmla="*/ 315431 h 4939827"/>
              <a:gd name="connsiteX113-6399" fmla="*/ 2788947 w 12192000"/>
              <a:gd name="connsiteY113-6400" fmla="*/ 250375 h 4939827"/>
              <a:gd name="connsiteX114-6401" fmla="*/ 3030844 w 12192000"/>
              <a:gd name="connsiteY114-6402" fmla="*/ 225861 h 4939827"/>
              <a:gd name="connsiteX115-6403" fmla="*/ 3103677 w 12192000"/>
              <a:gd name="connsiteY115-6404" fmla="*/ 209527 h 4939827"/>
              <a:gd name="connsiteX116-6405" fmla="*/ 3126759 w 12192000"/>
              <a:gd name="connsiteY116-6406" fmla="*/ 211226 h 4939827"/>
              <a:gd name="connsiteX117-6407" fmla="*/ 3164020 w 12192000"/>
              <a:gd name="connsiteY117-6408" fmla="*/ 212779 h 4939827"/>
              <a:gd name="connsiteX118-6409" fmla="*/ 3285019 w 12192000"/>
              <a:gd name="connsiteY118-6410" fmla="*/ 220535 h 4939827"/>
              <a:gd name="connsiteX119-6411" fmla="*/ 3365154 w 12192000"/>
              <a:gd name="connsiteY119-6412" fmla="*/ 226416 h 4939827"/>
              <a:gd name="connsiteX120-6413" fmla="*/ 3367507 w 12192000"/>
              <a:gd name="connsiteY120-6414" fmla="*/ 225416 h 4939827"/>
              <a:gd name="connsiteX121-6415" fmla="*/ 3387567 w 12192000"/>
              <a:gd name="connsiteY121-6416" fmla="*/ 227103 h 4939827"/>
              <a:gd name="connsiteX122-6417" fmla="*/ 3498001 w 12192000"/>
              <a:gd name="connsiteY122-6418" fmla="*/ 231941 h 4939827"/>
              <a:gd name="connsiteX123-6419" fmla="*/ 3561557 w 12192000"/>
              <a:gd name="connsiteY123-6420" fmla="*/ 228095 h 4939827"/>
              <a:gd name="connsiteX124-6421" fmla="*/ 3611920 w 12192000"/>
              <a:gd name="connsiteY124-6422" fmla="*/ 218094 h 4939827"/>
              <a:gd name="connsiteX125-6423" fmla="*/ 3620528 w 12192000"/>
              <a:gd name="connsiteY125-6424" fmla="*/ 218788 h 4939827"/>
              <a:gd name="connsiteX126-6425" fmla="*/ 3620766 w 12192000"/>
              <a:gd name="connsiteY126-6426" fmla="*/ 218511 h 4939827"/>
              <a:gd name="connsiteX127-6427" fmla="*/ 3629977 w 12192000"/>
              <a:gd name="connsiteY127-6428" fmla="*/ 218664 h 4939827"/>
              <a:gd name="connsiteX128-6429" fmla="*/ 3636217 w 12192000"/>
              <a:gd name="connsiteY128-6430" fmla="*/ 220048 h 4939827"/>
              <a:gd name="connsiteX129-6431" fmla="*/ 3709484 w 12192000"/>
              <a:gd name="connsiteY129-6432" fmla="*/ 186927 h 4939827"/>
              <a:gd name="connsiteX130-6433" fmla="*/ 3761342 w 12192000"/>
              <a:gd name="connsiteY130-6434" fmla="*/ 177474 h 4939827"/>
              <a:gd name="connsiteX131-6435" fmla="*/ 3799748 w 12192000"/>
              <a:gd name="connsiteY131-6436" fmla="*/ 167154 h 4939827"/>
              <a:gd name="connsiteX132-6437" fmla="*/ 3922756 w 12192000"/>
              <a:gd name="connsiteY132-6438" fmla="*/ 194044 h 4939827"/>
              <a:gd name="connsiteX133-6439" fmla="*/ 4028476 w 12192000"/>
              <a:gd name="connsiteY133-6440" fmla="*/ 223679 h 4939827"/>
              <a:gd name="connsiteX134-6441" fmla="*/ 4191582 w 12192000"/>
              <a:gd name="connsiteY134-6442" fmla="*/ 238952 h 4939827"/>
              <a:gd name="connsiteX135-6443" fmla="*/ 4251024 w 12192000"/>
              <a:gd name="connsiteY135-6444" fmla="*/ 240874 h 4939827"/>
              <a:gd name="connsiteX136-6445" fmla="*/ 4355275 w 12192000"/>
              <a:gd name="connsiteY136-6446" fmla="*/ 260205 h 4939827"/>
              <a:gd name="connsiteX137-6447" fmla="*/ 4423807 w 12192000"/>
              <a:gd name="connsiteY137-6448" fmla="*/ 270366 h 4939827"/>
              <a:gd name="connsiteX138-6449" fmla="*/ 4558432 w 12192000"/>
              <a:gd name="connsiteY138-6450" fmla="*/ 269194 h 4939827"/>
              <a:gd name="connsiteX139-6451" fmla="*/ 4635061 w 12192000"/>
              <a:gd name="connsiteY139-6452" fmla="*/ 280682 h 4939827"/>
              <a:gd name="connsiteX140-6453" fmla="*/ 4807427 w 12192000"/>
              <a:gd name="connsiteY140-6454" fmla="*/ 276835 h 4939827"/>
              <a:gd name="connsiteX141-6455" fmla="*/ 5028933 w 12192000"/>
              <a:gd name="connsiteY141-6456" fmla="*/ 183887 h 4939827"/>
              <a:gd name="connsiteX142-6457" fmla="*/ 5093642 w 12192000"/>
              <a:gd name="connsiteY142-6458" fmla="*/ 177214 h 4939827"/>
              <a:gd name="connsiteX143-6459" fmla="*/ 5102642 w 12192000"/>
              <a:gd name="connsiteY143-6460" fmla="*/ 186816 h 4939827"/>
              <a:gd name="connsiteX144-6461" fmla="*/ 5193590 w 12192000"/>
              <a:gd name="connsiteY144-6462" fmla="*/ 156458 h 4939827"/>
              <a:gd name="connsiteX145-6463" fmla="*/ 5323922 w 12192000"/>
              <a:gd name="connsiteY145-6464" fmla="*/ 146332 h 4939827"/>
              <a:gd name="connsiteX146-6465" fmla="*/ 5421860 w 12192000"/>
              <a:gd name="connsiteY146-6466" fmla="*/ 167298 h 4939827"/>
              <a:gd name="connsiteX147-6467" fmla="*/ 5476948 w 12192000"/>
              <a:gd name="connsiteY147-6468" fmla="*/ 173249 h 4939827"/>
              <a:gd name="connsiteX148-6469" fmla="*/ 5516842 w 12192000"/>
              <a:gd name="connsiteY148-6470" fmla="*/ 184018 h 4939827"/>
              <a:gd name="connsiteX149-6471" fmla="*/ 5619415 w 12192000"/>
              <a:gd name="connsiteY149-6472" fmla="*/ 176781 h 4939827"/>
              <a:gd name="connsiteX150-6473" fmla="*/ 5789867 w 12192000"/>
              <a:gd name="connsiteY150-6474" fmla="*/ 150304 h 4939827"/>
              <a:gd name="connsiteX151-6475" fmla="*/ 5825953 w 12192000"/>
              <a:gd name="connsiteY151-6476" fmla="*/ 147907 h 4939827"/>
              <a:gd name="connsiteX152-6477" fmla="*/ 5856168 w 12192000"/>
              <a:gd name="connsiteY152-6478" fmla="*/ 158719 h 4939827"/>
              <a:gd name="connsiteX153-6479" fmla="*/ 5862476 w 12192000"/>
              <a:gd name="connsiteY153-6480" fmla="*/ 172447 h 4939827"/>
              <a:gd name="connsiteX154-6481" fmla="*/ 5882195 w 12192000"/>
              <a:gd name="connsiteY154-6482" fmla="*/ 173195 h 4939827"/>
              <a:gd name="connsiteX155-6483" fmla="*/ 5887271 w 12192000"/>
              <a:gd name="connsiteY155-6484" fmla="*/ 176084 h 4939827"/>
              <a:gd name="connsiteX156-6485" fmla="*/ 5921577 w 12192000"/>
              <a:gd name="connsiteY156-6486" fmla="*/ 169858 h 4939827"/>
              <a:gd name="connsiteX157-6487" fmla="*/ 5983240 w 12192000"/>
              <a:gd name="connsiteY157-6488" fmla="*/ 152755 h 4939827"/>
              <a:gd name="connsiteX158-6489" fmla="*/ 6152287 w 12192000"/>
              <a:gd name="connsiteY158-6490" fmla="*/ 116736 h 4939827"/>
              <a:gd name="connsiteX159-6491" fmla="*/ 6415830 w 12192000"/>
              <a:gd name="connsiteY159-6492" fmla="*/ 136006 h 4939827"/>
              <a:gd name="connsiteX160-6493" fmla="*/ 6756965 w 12192000"/>
              <a:gd name="connsiteY160-6494" fmla="*/ 57636 h 4939827"/>
              <a:gd name="connsiteX161-6495" fmla="*/ 6819400 w 12192000"/>
              <a:gd name="connsiteY161-6496" fmla="*/ 30742 h 4939827"/>
              <a:gd name="connsiteX162-6497" fmla="*/ 6986370 w 12192000"/>
              <a:gd name="connsiteY162-6498" fmla="*/ 12659 h 4939827"/>
              <a:gd name="connsiteX163-6499" fmla="*/ 6989536 w 12192000"/>
              <a:gd name="connsiteY163-6500" fmla="*/ 14528 h 4939827"/>
              <a:gd name="connsiteX164-6501" fmla="*/ 7015933 w 12192000"/>
              <a:gd name="connsiteY164-6502" fmla="*/ 9653 h 4939827"/>
              <a:gd name="connsiteX165-6503" fmla="*/ 7020592 w 12192000"/>
              <a:gd name="connsiteY165-6504" fmla="*/ 1651 h 4939827"/>
              <a:gd name="connsiteX166-6505" fmla="*/ 7025905 w 12192000"/>
              <a:gd name="connsiteY166-6506" fmla="*/ 0 h 4939827"/>
              <a:gd name="connsiteX0-6507" fmla="*/ 7025905 w 12192000"/>
              <a:gd name="connsiteY0-6508" fmla="*/ 0 h 4939827"/>
              <a:gd name="connsiteX1-6509" fmla="*/ 7032579 w 12192000"/>
              <a:gd name="connsiteY1-6510" fmla="*/ 2808 h 4939827"/>
              <a:gd name="connsiteX2-6511" fmla="*/ 7079505 w 12192000"/>
              <a:gd name="connsiteY2-6512" fmla="*/ 12971 h 4939827"/>
              <a:gd name="connsiteX3-6513" fmla="*/ 7158791 w 12192000"/>
              <a:gd name="connsiteY3-6514" fmla="*/ 12462 h 4939827"/>
              <a:gd name="connsiteX4-6515" fmla="*/ 7233338 w 12192000"/>
              <a:gd name="connsiteY4-6516" fmla="*/ 24846 h 4939827"/>
              <a:gd name="connsiteX5-6517" fmla="*/ 7259791 w 12192000"/>
              <a:gd name="connsiteY5-6518" fmla="*/ 29557 h 4939827"/>
              <a:gd name="connsiteX6-6519" fmla="*/ 7263923 w 12192000"/>
              <a:gd name="connsiteY6-6520" fmla="*/ 35029 h 4939827"/>
              <a:gd name="connsiteX7-6521" fmla="*/ 7281549 w 12192000"/>
              <a:gd name="connsiteY7-6522" fmla="*/ 39654 h 4939827"/>
              <a:gd name="connsiteX8-6523" fmla="*/ 7374735 w 12192000"/>
              <a:gd name="connsiteY8-6524" fmla="*/ 65326 h 4939827"/>
              <a:gd name="connsiteX9-6525" fmla="*/ 7376078 w 12192000"/>
              <a:gd name="connsiteY9-6526" fmla="*/ 63849 h 4939827"/>
              <a:gd name="connsiteX10-6527" fmla="*/ 7402026 w 12192000"/>
              <a:gd name="connsiteY10-6528" fmla="*/ 60308 h 4939827"/>
              <a:gd name="connsiteX11-6529" fmla="*/ 7415091 w 12192000"/>
              <a:gd name="connsiteY11-6530" fmla="*/ 77403 h 4939827"/>
              <a:gd name="connsiteX12-6531" fmla="*/ 7488682 w 12192000"/>
              <a:gd name="connsiteY12-6532" fmla="*/ 83440 h 4939827"/>
              <a:gd name="connsiteX13-6533" fmla="*/ 7588044 w 12192000"/>
              <a:gd name="connsiteY13-6534" fmla="*/ 110756 h 4939827"/>
              <a:gd name="connsiteX14-6535" fmla="*/ 7732750 w 12192000"/>
              <a:gd name="connsiteY14-6536" fmla="*/ 145456 h 4939827"/>
              <a:gd name="connsiteX15-6537" fmla="*/ 7785900 w 12192000"/>
              <a:gd name="connsiteY15-6538" fmla="*/ 154493 h 4939827"/>
              <a:gd name="connsiteX16-6539" fmla="*/ 7877301 w 12192000"/>
              <a:gd name="connsiteY16-6540" fmla="*/ 186153 h 4939827"/>
              <a:gd name="connsiteX17-6541" fmla="*/ 7952584 w 12192000"/>
              <a:gd name="connsiteY17-6542" fmla="*/ 170181 h 4939827"/>
              <a:gd name="connsiteX18-6543" fmla="*/ 8009534 w 12192000"/>
              <a:gd name="connsiteY18-6544" fmla="*/ 176441 h 4939827"/>
              <a:gd name="connsiteX19-6545" fmla="*/ 8058681 w 12192000"/>
              <a:gd name="connsiteY19-6546" fmla="*/ 219431 h 4939827"/>
              <a:gd name="connsiteX20-6547" fmla="*/ 8126175 w 12192000"/>
              <a:gd name="connsiteY20-6548" fmla="*/ 240005 h 4939827"/>
              <a:gd name="connsiteX21-6549" fmla="*/ 8166439 w 12192000"/>
              <a:gd name="connsiteY21-6550" fmla="*/ 252699 h 4939827"/>
              <a:gd name="connsiteX22-6551" fmla="*/ 8281371 w 12192000"/>
              <a:gd name="connsiteY22-6552" fmla="*/ 256875 h 4939827"/>
              <a:gd name="connsiteX23-6553" fmla="*/ 8381609 w 12192000"/>
              <a:gd name="connsiteY23-6554" fmla="*/ 240618 h 4939827"/>
              <a:gd name="connsiteX24-6555" fmla="*/ 8406759 w 12192000"/>
              <a:gd name="connsiteY24-6556" fmla="*/ 232517 h 4939827"/>
              <a:gd name="connsiteX25-6557" fmla="*/ 8426506 w 12192000"/>
              <a:gd name="connsiteY25-6558" fmla="*/ 241842 h 4939827"/>
              <a:gd name="connsiteX26-6559" fmla="*/ 8427949 w 12192000"/>
              <a:gd name="connsiteY26-6560" fmla="*/ 240981 h 4939827"/>
              <a:gd name="connsiteX27-6561" fmla="*/ 8441468 w 12192000"/>
              <a:gd name="connsiteY27-6562" fmla="*/ 241157 h 4939827"/>
              <a:gd name="connsiteX28-6563" fmla="*/ 8565757 w 12192000"/>
              <a:gd name="connsiteY28-6564" fmla="*/ 255317 h 4939827"/>
              <a:gd name="connsiteX29-6565" fmla="*/ 8573171 w 12192000"/>
              <a:gd name="connsiteY29-6566" fmla="*/ 258426 h 4939827"/>
              <a:gd name="connsiteX30-6567" fmla="*/ 8573548 w 12192000"/>
              <a:gd name="connsiteY30-6568" fmla="*/ 258241 h 4939827"/>
              <a:gd name="connsiteX31-6569" fmla="*/ 8581827 w 12192000"/>
              <a:gd name="connsiteY31-6570" fmla="*/ 261028 h 4939827"/>
              <a:gd name="connsiteX32-6571" fmla="*/ 8586687 w 12192000"/>
              <a:gd name="connsiteY32-6572" fmla="*/ 264089 h 4939827"/>
              <a:gd name="connsiteX33-6573" fmla="*/ 8601067 w 12192000"/>
              <a:gd name="connsiteY33-6574" fmla="*/ 270114 h 4939827"/>
              <a:gd name="connsiteX34-6575" fmla="*/ 8672650 w 12192000"/>
              <a:gd name="connsiteY34-6576" fmla="*/ 254821 h 4939827"/>
              <a:gd name="connsiteX35-6577" fmla="*/ 8785543 w 12192000"/>
              <a:gd name="connsiteY35-6578" fmla="*/ 263406 h 4939827"/>
              <a:gd name="connsiteX36-6579" fmla="*/ 8830588 w 12192000"/>
              <a:gd name="connsiteY36-6580" fmla="*/ 265483 h 4939827"/>
              <a:gd name="connsiteX37-6581" fmla="*/ 8905142 w 12192000"/>
              <a:gd name="connsiteY37-6582" fmla="*/ 264958 h 4939827"/>
              <a:gd name="connsiteX38-6583" fmla="*/ 8968582 w 12192000"/>
              <a:gd name="connsiteY38-6584" fmla="*/ 262728 h 4939827"/>
              <a:gd name="connsiteX39-6585" fmla="*/ 8972994 w 12192000"/>
              <a:gd name="connsiteY39-6586" fmla="*/ 263284 h 4939827"/>
              <a:gd name="connsiteX40-6587" fmla="*/ 9004605 w 12192000"/>
              <a:gd name="connsiteY40-6588" fmla="*/ 258041 h 4939827"/>
              <a:gd name="connsiteX41-6589" fmla="*/ 9016165 w 12192000"/>
              <a:gd name="connsiteY41-6590" fmla="*/ 261258 h 4939827"/>
              <a:gd name="connsiteX42-6591" fmla="*/ 9043297 w 12192000"/>
              <a:gd name="connsiteY42-6592" fmla="*/ 281547 h 4939827"/>
              <a:gd name="connsiteX43-6593" fmla="*/ 9048315 w 12192000"/>
              <a:gd name="connsiteY43-6594" fmla="*/ 279264 h 4939827"/>
              <a:gd name="connsiteX44-6595" fmla="*/ 9054706 w 12192000"/>
              <a:gd name="connsiteY44-6596" fmla="*/ 278538 h 4939827"/>
              <a:gd name="connsiteX45-6597" fmla="*/ 9070919 w 12192000"/>
              <a:gd name="connsiteY45-6598" fmla="*/ 281810 h 4939827"/>
              <a:gd name="connsiteX46-6599" fmla="*/ 9076813 w 12192000"/>
              <a:gd name="connsiteY46-6600" fmla="*/ 283909 h 4939827"/>
              <a:gd name="connsiteX47-6601" fmla="*/ 9085871 w 12192000"/>
              <a:gd name="connsiteY47-6602" fmla="*/ 285133 h 4939827"/>
              <a:gd name="connsiteX48-6603" fmla="*/ 9086159 w 12192000"/>
              <a:gd name="connsiteY48-6604" fmla="*/ 284887 h 4939827"/>
              <a:gd name="connsiteX49-6605" fmla="*/ 9134606 w 12192000"/>
              <a:gd name="connsiteY49-6606" fmla="*/ 288168 h 4939827"/>
              <a:gd name="connsiteX50-6607" fmla="*/ 9195590 w 12192000"/>
              <a:gd name="connsiteY50-6608" fmla="*/ 279568 h 4939827"/>
              <a:gd name="connsiteX51-6609" fmla="*/ 9219336 w 12192000"/>
              <a:gd name="connsiteY51-6610" fmla="*/ 278133 h 4939827"/>
              <a:gd name="connsiteX52-6611" fmla="*/ 9232362 w 12192000"/>
              <a:gd name="connsiteY52-6612" fmla="*/ 275894 h 4939827"/>
              <a:gd name="connsiteX53-6613" fmla="*/ 9233396 w 12192000"/>
              <a:gd name="connsiteY53-6614" fmla="*/ 274803 h 4939827"/>
              <a:gd name="connsiteX54-6615" fmla="*/ 9256213 w 12192000"/>
              <a:gd name="connsiteY54-6616" fmla="*/ 281576 h 4939827"/>
              <a:gd name="connsiteX55-6617" fmla="*/ 9262377 w 12192000"/>
              <a:gd name="connsiteY55-6618" fmla="*/ 286635 h 4939827"/>
              <a:gd name="connsiteX56-6619" fmla="*/ 9287089 w 12192000"/>
              <a:gd name="connsiteY56-6620" fmla="*/ 303891 h 4939827"/>
              <a:gd name="connsiteX57-6621" fmla="*/ 9371484 w 12192000"/>
              <a:gd name="connsiteY57-6622" fmla="*/ 329634 h 4939827"/>
              <a:gd name="connsiteX58-6623" fmla="*/ 9404829 w 12192000"/>
              <a:gd name="connsiteY58-6624" fmla="*/ 339038 h 4939827"/>
              <a:gd name="connsiteX59-6625" fmla="*/ 9427021 w 12192000"/>
              <a:gd name="connsiteY59-6626" fmla="*/ 358784 h 4939827"/>
              <a:gd name="connsiteX60-6627" fmla="*/ 9670844 w 12192000"/>
              <a:gd name="connsiteY60-6628" fmla="*/ 405128 h 4939827"/>
              <a:gd name="connsiteX61-6629" fmla="*/ 9816083 w 12192000"/>
              <a:gd name="connsiteY61-6630" fmla="*/ 416573 h 4939827"/>
              <a:gd name="connsiteX62-6631" fmla="*/ 9936741 w 12192000"/>
              <a:gd name="connsiteY62-6632" fmla="*/ 437044 h 4939827"/>
              <a:gd name="connsiteX63-6633" fmla="*/ 10050093 w 12192000"/>
              <a:gd name="connsiteY63-6634" fmla="*/ 443783 h 4939827"/>
              <a:gd name="connsiteX64-6635" fmla="*/ 10130090 w 12192000"/>
              <a:gd name="connsiteY64-6636" fmla="*/ 459520 h 4939827"/>
              <a:gd name="connsiteX65-6637" fmla="*/ 10173456 w 12192000"/>
              <a:gd name="connsiteY65-6638" fmla="*/ 457749 h 4939827"/>
              <a:gd name="connsiteX66-6639" fmla="*/ 10218232 w 12192000"/>
              <a:gd name="connsiteY66-6640" fmla="*/ 459820 h 4939827"/>
              <a:gd name="connsiteX67-6641" fmla="*/ 10354176 w 12192000"/>
              <a:gd name="connsiteY67-6642" fmla="*/ 471377 h 4939827"/>
              <a:gd name="connsiteX68-6643" fmla="*/ 10430681 w 12192000"/>
              <a:gd name="connsiteY68-6644" fmla="*/ 481226 h 4939827"/>
              <a:gd name="connsiteX69-6645" fmla="*/ 10478169 w 12192000"/>
              <a:gd name="connsiteY69-6646" fmla="*/ 481774 h 4939827"/>
              <a:gd name="connsiteX70-6647" fmla="*/ 10540907 w 12192000"/>
              <a:gd name="connsiteY70-6648" fmla="*/ 485607 h 4939827"/>
              <a:gd name="connsiteX71-6649" fmla="*/ 10614941 w 12192000"/>
              <a:gd name="connsiteY71-6650" fmla="*/ 487592 h 4939827"/>
              <a:gd name="connsiteX72-6651" fmla="*/ 10674098 w 12192000"/>
              <a:gd name="connsiteY72-6652" fmla="*/ 521656 h 4939827"/>
              <a:gd name="connsiteX73-6653" fmla="*/ 10874834 w 12192000"/>
              <a:gd name="connsiteY73-6654" fmla="*/ 574867 h 4939827"/>
              <a:gd name="connsiteX74-6655" fmla="*/ 10944981 w 12192000"/>
              <a:gd name="connsiteY74-6656" fmla="*/ 615042 h 4939827"/>
              <a:gd name="connsiteX75-6657" fmla="*/ 11006376 w 12192000"/>
              <a:gd name="connsiteY75-6658" fmla="*/ 645957 h 4939827"/>
              <a:gd name="connsiteX76-6659" fmla="*/ 11076308 w 12192000"/>
              <a:gd name="connsiteY76-6660" fmla="*/ 675698 h 4939827"/>
              <a:gd name="connsiteX77-6661" fmla="*/ 11148789 w 12192000"/>
              <a:gd name="connsiteY77-6662" fmla="*/ 685041 h 4939827"/>
              <a:gd name="connsiteX78-6663" fmla="*/ 11249129 w 12192000"/>
              <a:gd name="connsiteY78-6664" fmla="*/ 684218 h 4939827"/>
              <a:gd name="connsiteX79-6665" fmla="*/ 11299915 w 12192000"/>
              <a:gd name="connsiteY79-6666" fmla="*/ 692177 h 4939827"/>
              <a:gd name="connsiteX80-6667" fmla="*/ 11386973 w 12192000"/>
              <a:gd name="connsiteY80-6668" fmla="*/ 708209 h 4939827"/>
              <a:gd name="connsiteX81-6669" fmla="*/ 11500105 w 12192000"/>
              <a:gd name="connsiteY81-6670" fmla="*/ 735014 h 4939827"/>
              <a:gd name="connsiteX82-6671" fmla="*/ 11621735 w 12192000"/>
              <a:gd name="connsiteY82-6672" fmla="*/ 789584 h 4939827"/>
              <a:gd name="connsiteX83-6673" fmla="*/ 11691200 w 12192000"/>
              <a:gd name="connsiteY83-6674" fmla="*/ 867902 h 4939827"/>
              <a:gd name="connsiteX84-6675" fmla="*/ 11819427 w 12192000"/>
              <a:gd name="connsiteY84-6676" fmla="*/ 911634 h 4939827"/>
              <a:gd name="connsiteX85-6677" fmla="*/ 11969720 w 12192000"/>
              <a:gd name="connsiteY85-6678" fmla="*/ 964737 h 4939827"/>
              <a:gd name="connsiteX86-6679" fmla="*/ 12055766 w 12192000"/>
              <a:gd name="connsiteY86-6680" fmla="*/ 991268 h 4939827"/>
              <a:gd name="connsiteX87-6681" fmla="*/ 12171539 w 12192000"/>
              <a:gd name="connsiteY87-6682" fmla="*/ 995427 h 4939827"/>
              <a:gd name="connsiteX88-6683" fmla="*/ 12187831 w 12192000"/>
              <a:gd name="connsiteY88-6684" fmla="*/ 996580 h 4939827"/>
              <a:gd name="connsiteX89-6685" fmla="*/ 12192000 w 12192000"/>
              <a:gd name="connsiteY89-6686" fmla="*/ 996726 h 4939827"/>
              <a:gd name="connsiteX90-6687" fmla="*/ 12192000 w 12192000"/>
              <a:gd name="connsiteY90-6688" fmla="*/ 4939827 h 4939827"/>
              <a:gd name="connsiteX91-6689" fmla="*/ 0 w 12192000"/>
              <a:gd name="connsiteY91-6690" fmla="*/ 4939827 h 4939827"/>
              <a:gd name="connsiteX92-6691" fmla="*/ 0 w 12192000"/>
              <a:gd name="connsiteY92-6692" fmla="*/ 512043 h 4939827"/>
              <a:gd name="connsiteX93-6693" fmla="*/ 7381 w 12192000"/>
              <a:gd name="connsiteY93-6694" fmla="*/ 512580 h 4939827"/>
              <a:gd name="connsiteX94-6695" fmla="*/ 100029 w 12192000"/>
              <a:gd name="connsiteY94-6696" fmla="*/ 504758 h 4939827"/>
              <a:gd name="connsiteX95-6697" fmla="*/ 155244 w 12192000"/>
              <a:gd name="connsiteY95-6698" fmla="*/ 525130 h 4939827"/>
              <a:gd name="connsiteX96-6699" fmla="*/ 254366 w 12192000"/>
              <a:gd name="connsiteY96-6700" fmla="*/ 534449 h 4939827"/>
              <a:gd name="connsiteX97-6701" fmla="*/ 447292 w 12192000"/>
              <a:gd name="connsiteY97-6702" fmla="*/ 542725 h 4939827"/>
              <a:gd name="connsiteX98-6703" fmla="*/ 628105 w 12192000"/>
              <a:gd name="connsiteY98-6704" fmla="*/ 547853 h 4939827"/>
              <a:gd name="connsiteX99-6705" fmla="*/ 783146 w 12192000"/>
              <a:gd name="connsiteY99-6706" fmla="*/ 591799 h 4939827"/>
              <a:gd name="connsiteX100-6707" fmla="*/ 1043676 w 12192000"/>
              <a:gd name="connsiteY100-6708" fmla="*/ 591887 h 4939827"/>
              <a:gd name="connsiteX101-6709" fmla="*/ 1281816 w 12192000"/>
              <a:gd name="connsiteY101-6710" fmla="*/ 520946 h 4939827"/>
              <a:gd name="connsiteX102-6711" fmla="*/ 1486347 w 12192000"/>
              <a:gd name="connsiteY102-6712" fmla="*/ 487310 h 4939827"/>
              <a:gd name="connsiteX103-6713" fmla="*/ 1568079 w 12192000"/>
              <a:gd name="connsiteY103-6714" fmla="*/ 462531 h 4939827"/>
              <a:gd name="connsiteX104-6715" fmla="*/ 1622516 w 12192000"/>
              <a:gd name="connsiteY104-6716" fmla="*/ 466058 h 4939827"/>
              <a:gd name="connsiteX105-6717" fmla="*/ 1655457 w 12192000"/>
              <a:gd name="connsiteY105-6718" fmla="*/ 465359 h 4939827"/>
              <a:gd name="connsiteX106-6719" fmla="*/ 1717454 w 12192000"/>
              <a:gd name="connsiteY106-6720" fmla="*/ 417203 h 4939827"/>
              <a:gd name="connsiteX107-6721" fmla="*/ 1913794 w 12192000"/>
              <a:gd name="connsiteY107-6722" fmla="*/ 365255 h 4939827"/>
              <a:gd name="connsiteX108-6723" fmla="*/ 2129762 w 12192000"/>
              <a:gd name="connsiteY108-6724" fmla="*/ 367832 h 4939827"/>
              <a:gd name="connsiteX109-6725" fmla="*/ 2376970 w 12192000"/>
              <a:gd name="connsiteY109-6726" fmla="*/ 350129 h 4939827"/>
              <a:gd name="connsiteX110-6727" fmla="*/ 2480155 w 12192000"/>
              <a:gd name="connsiteY110-6728" fmla="*/ 359227 h 4939827"/>
              <a:gd name="connsiteX111-6729" fmla="*/ 2586782 w 12192000"/>
              <a:gd name="connsiteY111-6730" fmla="*/ 339352 h 4939827"/>
              <a:gd name="connsiteX112-6731" fmla="*/ 2654496 w 12192000"/>
              <a:gd name="connsiteY112-6732" fmla="*/ 315431 h 4939827"/>
              <a:gd name="connsiteX113-6733" fmla="*/ 2788947 w 12192000"/>
              <a:gd name="connsiteY113-6734" fmla="*/ 250375 h 4939827"/>
              <a:gd name="connsiteX114-6735" fmla="*/ 2965530 w 12192000"/>
              <a:gd name="connsiteY114-6736" fmla="*/ 245958 h 4939827"/>
              <a:gd name="connsiteX115-6737" fmla="*/ 3103677 w 12192000"/>
              <a:gd name="connsiteY115-6738" fmla="*/ 209527 h 4939827"/>
              <a:gd name="connsiteX116-6739" fmla="*/ 3126759 w 12192000"/>
              <a:gd name="connsiteY116-6740" fmla="*/ 211226 h 4939827"/>
              <a:gd name="connsiteX117-6741" fmla="*/ 3164020 w 12192000"/>
              <a:gd name="connsiteY117-6742" fmla="*/ 212779 h 4939827"/>
              <a:gd name="connsiteX118-6743" fmla="*/ 3285019 w 12192000"/>
              <a:gd name="connsiteY118-6744" fmla="*/ 220535 h 4939827"/>
              <a:gd name="connsiteX119-6745" fmla="*/ 3365154 w 12192000"/>
              <a:gd name="connsiteY119-6746" fmla="*/ 226416 h 4939827"/>
              <a:gd name="connsiteX120-6747" fmla="*/ 3367507 w 12192000"/>
              <a:gd name="connsiteY120-6748" fmla="*/ 225416 h 4939827"/>
              <a:gd name="connsiteX121-6749" fmla="*/ 3387567 w 12192000"/>
              <a:gd name="connsiteY121-6750" fmla="*/ 227103 h 4939827"/>
              <a:gd name="connsiteX122-6751" fmla="*/ 3498001 w 12192000"/>
              <a:gd name="connsiteY122-6752" fmla="*/ 231941 h 4939827"/>
              <a:gd name="connsiteX123-6753" fmla="*/ 3561557 w 12192000"/>
              <a:gd name="connsiteY123-6754" fmla="*/ 228095 h 4939827"/>
              <a:gd name="connsiteX124-6755" fmla="*/ 3611920 w 12192000"/>
              <a:gd name="connsiteY124-6756" fmla="*/ 218094 h 4939827"/>
              <a:gd name="connsiteX125-6757" fmla="*/ 3620528 w 12192000"/>
              <a:gd name="connsiteY125-6758" fmla="*/ 218788 h 4939827"/>
              <a:gd name="connsiteX126-6759" fmla="*/ 3620766 w 12192000"/>
              <a:gd name="connsiteY126-6760" fmla="*/ 218511 h 4939827"/>
              <a:gd name="connsiteX127-6761" fmla="*/ 3629977 w 12192000"/>
              <a:gd name="connsiteY127-6762" fmla="*/ 218664 h 4939827"/>
              <a:gd name="connsiteX128-6763" fmla="*/ 3636217 w 12192000"/>
              <a:gd name="connsiteY128-6764" fmla="*/ 220048 h 4939827"/>
              <a:gd name="connsiteX129-6765" fmla="*/ 3709484 w 12192000"/>
              <a:gd name="connsiteY129-6766" fmla="*/ 186927 h 4939827"/>
              <a:gd name="connsiteX130-6767" fmla="*/ 3761342 w 12192000"/>
              <a:gd name="connsiteY130-6768" fmla="*/ 177474 h 4939827"/>
              <a:gd name="connsiteX131-6769" fmla="*/ 3799748 w 12192000"/>
              <a:gd name="connsiteY131-6770" fmla="*/ 167154 h 4939827"/>
              <a:gd name="connsiteX132-6771" fmla="*/ 3922756 w 12192000"/>
              <a:gd name="connsiteY132-6772" fmla="*/ 194044 h 4939827"/>
              <a:gd name="connsiteX133-6773" fmla="*/ 4028476 w 12192000"/>
              <a:gd name="connsiteY133-6774" fmla="*/ 223679 h 4939827"/>
              <a:gd name="connsiteX134-6775" fmla="*/ 4191582 w 12192000"/>
              <a:gd name="connsiteY134-6776" fmla="*/ 238952 h 4939827"/>
              <a:gd name="connsiteX135-6777" fmla="*/ 4251024 w 12192000"/>
              <a:gd name="connsiteY135-6778" fmla="*/ 240874 h 4939827"/>
              <a:gd name="connsiteX136-6779" fmla="*/ 4355275 w 12192000"/>
              <a:gd name="connsiteY136-6780" fmla="*/ 260205 h 4939827"/>
              <a:gd name="connsiteX137-6781" fmla="*/ 4423807 w 12192000"/>
              <a:gd name="connsiteY137-6782" fmla="*/ 270366 h 4939827"/>
              <a:gd name="connsiteX138-6783" fmla="*/ 4558432 w 12192000"/>
              <a:gd name="connsiteY138-6784" fmla="*/ 269194 h 4939827"/>
              <a:gd name="connsiteX139-6785" fmla="*/ 4635061 w 12192000"/>
              <a:gd name="connsiteY139-6786" fmla="*/ 280682 h 4939827"/>
              <a:gd name="connsiteX140-6787" fmla="*/ 4807427 w 12192000"/>
              <a:gd name="connsiteY140-6788" fmla="*/ 276835 h 4939827"/>
              <a:gd name="connsiteX141-6789" fmla="*/ 5028933 w 12192000"/>
              <a:gd name="connsiteY141-6790" fmla="*/ 183887 h 4939827"/>
              <a:gd name="connsiteX142-6791" fmla="*/ 5093642 w 12192000"/>
              <a:gd name="connsiteY142-6792" fmla="*/ 177214 h 4939827"/>
              <a:gd name="connsiteX143-6793" fmla="*/ 5102642 w 12192000"/>
              <a:gd name="connsiteY143-6794" fmla="*/ 186816 h 4939827"/>
              <a:gd name="connsiteX144-6795" fmla="*/ 5193590 w 12192000"/>
              <a:gd name="connsiteY144-6796" fmla="*/ 156458 h 4939827"/>
              <a:gd name="connsiteX145-6797" fmla="*/ 5323922 w 12192000"/>
              <a:gd name="connsiteY145-6798" fmla="*/ 146332 h 4939827"/>
              <a:gd name="connsiteX146-6799" fmla="*/ 5421860 w 12192000"/>
              <a:gd name="connsiteY146-6800" fmla="*/ 167298 h 4939827"/>
              <a:gd name="connsiteX147-6801" fmla="*/ 5476948 w 12192000"/>
              <a:gd name="connsiteY147-6802" fmla="*/ 173249 h 4939827"/>
              <a:gd name="connsiteX148-6803" fmla="*/ 5516842 w 12192000"/>
              <a:gd name="connsiteY148-6804" fmla="*/ 184018 h 4939827"/>
              <a:gd name="connsiteX149-6805" fmla="*/ 5619415 w 12192000"/>
              <a:gd name="connsiteY149-6806" fmla="*/ 176781 h 4939827"/>
              <a:gd name="connsiteX150-6807" fmla="*/ 5789867 w 12192000"/>
              <a:gd name="connsiteY150-6808" fmla="*/ 150304 h 4939827"/>
              <a:gd name="connsiteX151-6809" fmla="*/ 5825953 w 12192000"/>
              <a:gd name="connsiteY151-6810" fmla="*/ 147907 h 4939827"/>
              <a:gd name="connsiteX152-6811" fmla="*/ 5856168 w 12192000"/>
              <a:gd name="connsiteY152-6812" fmla="*/ 158719 h 4939827"/>
              <a:gd name="connsiteX153-6813" fmla="*/ 5862476 w 12192000"/>
              <a:gd name="connsiteY153-6814" fmla="*/ 172447 h 4939827"/>
              <a:gd name="connsiteX154-6815" fmla="*/ 5882195 w 12192000"/>
              <a:gd name="connsiteY154-6816" fmla="*/ 173195 h 4939827"/>
              <a:gd name="connsiteX155-6817" fmla="*/ 5887271 w 12192000"/>
              <a:gd name="connsiteY155-6818" fmla="*/ 176084 h 4939827"/>
              <a:gd name="connsiteX156-6819" fmla="*/ 5921577 w 12192000"/>
              <a:gd name="connsiteY156-6820" fmla="*/ 169858 h 4939827"/>
              <a:gd name="connsiteX157-6821" fmla="*/ 5983240 w 12192000"/>
              <a:gd name="connsiteY157-6822" fmla="*/ 152755 h 4939827"/>
              <a:gd name="connsiteX158-6823" fmla="*/ 6152287 w 12192000"/>
              <a:gd name="connsiteY158-6824" fmla="*/ 116736 h 4939827"/>
              <a:gd name="connsiteX159-6825" fmla="*/ 6415830 w 12192000"/>
              <a:gd name="connsiteY159-6826" fmla="*/ 136006 h 4939827"/>
              <a:gd name="connsiteX160-6827" fmla="*/ 6756965 w 12192000"/>
              <a:gd name="connsiteY160-6828" fmla="*/ 57636 h 4939827"/>
              <a:gd name="connsiteX161-6829" fmla="*/ 6819400 w 12192000"/>
              <a:gd name="connsiteY161-6830" fmla="*/ 30742 h 4939827"/>
              <a:gd name="connsiteX162-6831" fmla="*/ 6986370 w 12192000"/>
              <a:gd name="connsiteY162-6832" fmla="*/ 12659 h 4939827"/>
              <a:gd name="connsiteX163-6833" fmla="*/ 6989536 w 12192000"/>
              <a:gd name="connsiteY163-6834" fmla="*/ 14528 h 4939827"/>
              <a:gd name="connsiteX164-6835" fmla="*/ 7015933 w 12192000"/>
              <a:gd name="connsiteY164-6836" fmla="*/ 9653 h 4939827"/>
              <a:gd name="connsiteX165-6837" fmla="*/ 7020592 w 12192000"/>
              <a:gd name="connsiteY165-6838" fmla="*/ 1651 h 4939827"/>
              <a:gd name="connsiteX166-6839" fmla="*/ 7025905 w 12192000"/>
              <a:gd name="connsiteY166-6840" fmla="*/ 0 h 4939827"/>
              <a:gd name="connsiteX0-6841" fmla="*/ 7025905 w 12192000"/>
              <a:gd name="connsiteY0-6842" fmla="*/ 0 h 4939827"/>
              <a:gd name="connsiteX1-6843" fmla="*/ 7032579 w 12192000"/>
              <a:gd name="connsiteY1-6844" fmla="*/ 2808 h 4939827"/>
              <a:gd name="connsiteX2-6845" fmla="*/ 7079505 w 12192000"/>
              <a:gd name="connsiteY2-6846" fmla="*/ 12971 h 4939827"/>
              <a:gd name="connsiteX3-6847" fmla="*/ 7158791 w 12192000"/>
              <a:gd name="connsiteY3-6848" fmla="*/ 12462 h 4939827"/>
              <a:gd name="connsiteX4-6849" fmla="*/ 7233338 w 12192000"/>
              <a:gd name="connsiteY4-6850" fmla="*/ 24846 h 4939827"/>
              <a:gd name="connsiteX5-6851" fmla="*/ 7259791 w 12192000"/>
              <a:gd name="connsiteY5-6852" fmla="*/ 29557 h 4939827"/>
              <a:gd name="connsiteX6-6853" fmla="*/ 7263923 w 12192000"/>
              <a:gd name="connsiteY6-6854" fmla="*/ 35029 h 4939827"/>
              <a:gd name="connsiteX7-6855" fmla="*/ 7281549 w 12192000"/>
              <a:gd name="connsiteY7-6856" fmla="*/ 39654 h 4939827"/>
              <a:gd name="connsiteX8-6857" fmla="*/ 7374735 w 12192000"/>
              <a:gd name="connsiteY8-6858" fmla="*/ 65326 h 4939827"/>
              <a:gd name="connsiteX9-6859" fmla="*/ 7376078 w 12192000"/>
              <a:gd name="connsiteY9-6860" fmla="*/ 63849 h 4939827"/>
              <a:gd name="connsiteX10-6861" fmla="*/ 7402026 w 12192000"/>
              <a:gd name="connsiteY10-6862" fmla="*/ 60308 h 4939827"/>
              <a:gd name="connsiteX11-6863" fmla="*/ 7415091 w 12192000"/>
              <a:gd name="connsiteY11-6864" fmla="*/ 77403 h 4939827"/>
              <a:gd name="connsiteX12-6865" fmla="*/ 7488682 w 12192000"/>
              <a:gd name="connsiteY12-6866" fmla="*/ 83440 h 4939827"/>
              <a:gd name="connsiteX13-6867" fmla="*/ 7588044 w 12192000"/>
              <a:gd name="connsiteY13-6868" fmla="*/ 110756 h 4939827"/>
              <a:gd name="connsiteX14-6869" fmla="*/ 7732750 w 12192000"/>
              <a:gd name="connsiteY14-6870" fmla="*/ 145456 h 4939827"/>
              <a:gd name="connsiteX15-6871" fmla="*/ 7785900 w 12192000"/>
              <a:gd name="connsiteY15-6872" fmla="*/ 154493 h 4939827"/>
              <a:gd name="connsiteX16-6873" fmla="*/ 7877301 w 12192000"/>
              <a:gd name="connsiteY16-6874" fmla="*/ 186153 h 4939827"/>
              <a:gd name="connsiteX17-6875" fmla="*/ 7952584 w 12192000"/>
              <a:gd name="connsiteY17-6876" fmla="*/ 170181 h 4939827"/>
              <a:gd name="connsiteX18-6877" fmla="*/ 8009534 w 12192000"/>
              <a:gd name="connsiteY18-6878" fmla="*/ 176441 h 4939827"/>
              <a:gd name="connsiteX19-6879" fmla="*/ 8058681 w 12192000"/>
              <a:gd name="connsiteY19-6880" fmla="*/ 219431 h 4939827"/>
              <a:gd name="connsiteX20-6881" fmla="*/ 8126175 w 12192000"/>
              <a:gd name="connsiteY20-6882" fmla="*/ 240005 h 4939827"/>
              <a:gd name="connsiteX21-6883" fmla="*/ 8166439 w 12192000"/>
              <a:gd name="connsiteY21-6884" fmla="*/ 252699 h 4939827"/>
              <a:gd name="connsiteX22-6885" fmla="*/ 8281371 w 12192000"/>
              <a:gd name="connsiteY22-6886" fmla="*/ 256875 h 4939827"/>
              <a:gd name="connsiteX23-6887" fmla="*/ 8381609 w 12192000"/>
              <a:gd name="connsiteY23-6888" fmla="*/ 240618 h 4939827"/>
              <a:gd name="connsiteX24-6889" fmla="*/ 8406759 w 12192000"/>
              <a:gd name="connsiteY24-6890" fmla="*/ 232517 h 4939827"/>
              <a:gd name="connsiteX25-6891" fmla="*/ 8426506 w 12192000"/>
              <a:gd name="connsiteY25-6892" fmla="*/ 241842 h 4939827"/>
              <a:gd name="connsiteX26-6893" fmla="*/ 8427949 w 12192000"/>
              <a:gd name="connsiteY26-6894" fmla="*/ 240981 h 4939827"/>
              <a:gd name="connsiteX27-6895" fmla="*/ 8441468 w 12192000"/>
              <a:gd name="connsiteY27-6896" fmla="*/ 241157 h 4939827"/>
              <a:gd name="connsiteX28-6897" fmla="*/ 8565757 w 12192000"/>
              <a:gd name="connsiteY28-6898" fmla="*/ 255317 h 4939827"/>
              <a:gd name="connsiteX29-6899" fmla="*/ 8573171 w 12192000"/>
              <a:gd name="connsiteY29-6900" fmla="*/ 258426 h 4939827"/>
              <a:gd name="connsiteX30-6901" fmla="*/ 8573548 w 12192000"/>
              <a:gd name="connsiteY30-6902" fmla="*/ 258241 h 4939827"/>
              <a:gd name="connsiteX31-6903" fmla="*/ 8581827 w 12192000"/>
              <a:gd name="connsiteY31-6904" fmla="*/ 261028 h 4939827"/>
              <a:gd name="connsiteX32-6905" fmla="*/ 8586687 w 12192000"/>
              <a:gd name="connsiteY32-6906" fmla="*/ 264089 h 4939827"/>
              <a:gd name="connsiteX33-6907" fmla="*/ 8601067 w 12192000"/>
              <a:gd name="connsiteY33-6908" fmla="*/ 270114 h 4939827"/>
              <a:gd name="connsiteX34-6909" fmla="*/ 8672650 w 12192000"/>
              <a:gd name="connsiteY34-6910" fmla="*/ 254821 h 4939827"/>
              <a:gd name="connsiteX35-6911" fmla="*/ 8785543 w 12192000"/>
              <a:gd name="connsiteY35-6912" fmla="*/ 263406 h 4939827"/>
              <a:gd name="connsiteX36-6913" fmla="*/ 8830588 w 12192000"/>
              <a:gd name="connsiteY36-6914" fmla="*/ 265483 h 4939827"/>
              <a:gd name="connsiteX37-6915" fmla="*/ 8905142 w 12192000"/>
              <a:gd name="connsiteY37-6916" fmla="*/ 264958 h 4939827"/>
              <a:gd name="connsiteX38-6917" fmla="*/ 8968582 w 12192000"/>
              <a:gd name="connsiteY38-6918" fmla="*/ 262728 h 4939827"/>
              <a:gd name="connsiteX39-6919" fmla="*/ 8972994 w 12192000"/>
              <a:gd name="connsiteY39-6920" fmla="*/ 263284 h 4939827"/>
              <a:gd name="connsiteX40-6921" fmla="*/ 9004605 w 12192000"/>
              <a:gd name="connsiteY40-6922" fmla="*/ 258041 h 4939827"/>
              <a:gd name="connsiteX41-6923" fmla="*/ 9016165 w 12192000"/>
              <a:gd name="connsiteY41-6924" fmla="*/ 261258 h 4939827"/>
              <a:gd name="connsiteX42-6925" fmla="*/ 9043297 w 12192000"/>
              <a:gd name="connsiteY42-6926" fmla="*/ 281547 h 4939827"/>
              <a:gd name="connsiteX43-6927" fmla="*/ 9048315 w 12192000"/>
              <a:gd name="connsiteY43-6928" fmla="*/ 279264 h 4939827"/>
              <a:gd name="connsiteX44-6929" fmla="*/ 9054706 w 12192000"/>
              <a:gd name="connsiteY44-6930" fmla="*/ 278538 h 4939827"/>
              <a:gd name="connsiteX45-6931" fmla="*/ 9070919 w 12192000"/>
              <a:gd name="connsiteY45-6932" fmla="*/ 281810 h 4939827"/>
              <a:gd name="connsiteX46-6933" fmla="*/ 9076813 w 12192000"/>
              <a:gd name="connsiteY46-6934" fmla="*/ 283909 h 4939827"/>
              <a:gd name="connsiteX47-6935" fmla="*/ 9085871 w 12192000"/>
              <a:gd name="connsiteY47-6936" fmla="*/ 285133 h 4939827"/>
              <a:gd name="connsiteX48-6937" fmla="*/ 9086159 w 12192000"/>
              <a:gd name="connsiteY48-6938" fmla="*/ 284887 h 4939827"/>
              <a:gd name="connsiteX49-6939" fmla="*/ 9134606 w 12192000"/>
              <a:gd name="connsiteY49-6940" fmla="*/ 288168 h 4939827"/>
              <a:gd name="connsiteX50-6941" fmla="*/ 9195590 w 12192000"/>
              <a:gd name="connsiteY50-6942" fmla="*/ 279568 h 4939827"/>
              <a:gd name="connsiteX51-6943" fmla="*/ 9219336 w 12192000"/>
              <a:gd name="connsiteY51-6944" fmla="*/ 278133 h 4939827"/>
              <a:gd name="connsiteX52-6945" fmla="*/ 9232362 w 12192000"/>
              <a:gd name="connsiteY52-6946" fmla="*/ 275894 h 4939827"/>
              <a:gd name="connsiteX53-6947" fmla="*/ 9233396 w 12192000"/>
              <a:gd name="connsiteY53-6948" fmla="*/ 274803 h 4939827"/>
              <a:gd name="connsiteX54-6949" fmla="*/ 9256213 w 12192000"/>
              <a:gd name="connsiteY54-6950" fmla="*/ 281576 h 4939827"/>
              <a:gd name="connsiteX55-6951" fmla="*/ 9262377 w 12192000"/>
              <a:gd name="connsiteY55-6952" fmla="*/ 286635 h 4939827"/>
              <a:gd name="connsiteX56-6953" fmla="*/ 9287089 w 12192000"/>
              <a:gd name="connsiteY56-6954" fmla="*/ 303891 h 4939827"/>
              <a:gd name="connsiteX57-6955" fmla="*/ 9371484 w 12192000"/>
              <a:gd name="connsiteY57-6956" fmla="*/ 329634 h 4939827"/>
              <a:gd name="connsiteX58-6957" fmla="*/ 9404829 w 12192000"/>
              <a:gd name="connsiteY58-6958" fmla="*/ 339038 h 4939827"/>
              <a:gd name="connsiteX59-6959" fmla="*/ 9427021 w 12192000"/>
              <a:gd name="connsiteY59-6960" fmla="*/ 358784 h 4939827"/>
              <a:gd name="connsiteX60-6961" fmla="*/ 9670844 w 12192000"/>
              <a:gd name="connsiteY60-6962" fmla="*/ 405128 h 4939827"/>
              <a:gd name="connsiteX61-6963" fmla="*/ 9816083 w 12192000"/>
              <a:gd name="connsiteY61-6964" fmla="*/ 416573 h 4939827"/>
              <a:gd name="connsiteX62-6965" fmla="*/ 9936741 w 12192000"/>
              <a:gd name="connsiteY62-6966" fmla="*/ 437044 h 4939827"/>
              <a:gd name="connsiteX63-6967" fmla="*/ 10050093 w 12192000"/>
              <a:gd name="connsiteY63-6968" fmla="*/ 443783 h 4939827"/>
              <a:gd name="connsiteX64-6969" fmla="*/ 10130090 w 12192000"/>
              <a:gd name="connsiteY64-6970" fmla="*/ 459520 h 4939827"/>
              <a:gd name="connsiteX65-6971" fmla="*/ 10173456 w 12192000"/>
              <a:gd name="connsiteY65-6972" fmla="*/ 457749 h 4939827"/>
              <a:gd name="connsiteX66-6973" fmla="*/ 10218232 w 12192000"/>
              <a:gd name="connsiteY66-6974" fmla="*/ 459820 h 4939827"/>
              <a:gd name="connsiteX67-6975" fmla="*/ 10354176 w 12192000"/>
              <a:gd name="connsiteY67-6976" fmla="*/ 471377 h 4939827"/>
              <a:gd name="connsiteX68-6977" fmla="*/ 10430681 w 12192000"/>
              <a:gd name="connsiteY68-6978" fmla="*/ 481226 h 4939827"/>
              <a:gd name="connsiteX69-6979" fmla="*/ 10478169 w 12192000"/>
              <a:gd name="connsiteY69-6980" fmla="*/ 481774 h 4939827"/>
              <a:gd name="connsiteX70-6981" fmla="*/ 10540907 w 12192000"/>
              <a:gd name="connsiteY70-6982" fmla="*/ 485607 h 4939827"/>
              <a:gd name="connsiteX71-6983" fmla="*/ 10614941 w 12192000"/>
              <a:gd name="connsiteY71-6984" fmla="*/ 487592 h 4939827"/>
              <a:gd name="connsiteX72-6985" fmla="*/ 10674098 w 12192000"/>
              <a:gd name="connsiteY72-6986" fmla="*/ 521656 h 4939827"/>
              <a:gd name="connsiteX73-6987" fmla="*/ 10874834 w 12192000"/>
              <a:gd name="connsiteY73-6988" fmla="*/ 574867 h 4939827"/>
              <a:gd name="connsiteX74-6989" fmla="*/ 10944981 w 12192000"/>
              <a:gd name="connsiteY74-6990" fmla="*/ 615042 h 4939827"/>
              <a:gd name="connsiteX75-6991" fmla="*/ 11006376 w 12192000"/>
              <a:gd name="connsiteY75-6992" fmla="*/ 645957 h 4939827"/>
              <a:gd name="connsiteX76-6993" fmla="*/ 11076308 w 12192000"/>
              <a:gd name="connsiteY76-6994" fmla="*/ 675698 h 4939827"/>
              <a:gd name="connsiteX77-6995" fmla="*/ 11148789 w 12192000"/>
              <a:gd name="connsiteY77-6996" fmla="*/ 685041 h 4939827"/>
              <a:gd name="connsiteX78-6997" fmla="*/ 11249129 w 12192000"/>
              <a:gd name="connsiteY78-6998" fmla="*/ 684218 h 4939827"/>
              <a:gd name="connsiteX79-6999" fmla="*/ 11299915 w 12192000"/>
              <a:gd name="connsiteY79-7000" fmla="*/ 692177 h 4939827"/>
              <a:gd name="connsiteX80-7001" fmla="*/ 11386973 w 12192000"/>
              <a:gd name="connsiteY80-7002" fmla="*/ 708209 h 4939827"/>
              <a:gd name="connsiteX81-7003" fmla="*/ 11500105 w 12192000"/>
              <a:gd name="connsiteY81-7004" fmla="*/ 735014 h 4939827"/>
              <a:gd name="connsiteX82-7005" fmla="*/ 11621735 w 12192000"/>
              <a:gd name="connsiteY82-7006" fmla="*/ 789584 h 4939827"/>
              <a:gd name="connsiteX83-7007" fmla="*/ 11691200 w 12192000"/>
              <a:gd name="connsiteY83-7008" fmla="*/ 867902 h 4939827"/>
              <a:gd name="connsiteX84-7009" fmla="*/ 11819427 w 12192000"/>
              <a:gd name="connsiteY84-7010" fmla="*/ 911634 h 4939827"/>
              <a:gd name="connsiteX85-7011" fmla="*/ 11969720 w 12192000"/>
              <a:gd name="connsiteY85-7012" fmla="*/ 964737 h 4939827"/>
              <a:gd name="connsiteX86-7013" fmla="*/ 12055766 w 12192000"/>
              <a:gd name="connsiteY86-7014" fmla="*/ 991268 h 4939827"/>
              <a:gd name="connsiteX87-7015" fmla="*/ 12171539 w 12192000"/>
              <a:gd name="connsiteY87-7016" fmla="*/ 995427 h 4939827"/>
              <a:gd name="connsiteX88-7017" fmla="*/ 12187831 w 12192000"/>
              <a:gd name="connsiteY88-7018" fmla="*/ 996580 h 4939827"/>
              <a:gd name="connsiteX89-7019" fmla="*/ 12192000 w 12192000"/>
              <a:gd name="connsiteY89-7020" fmla="*/ 996726 h 4939827"/>
              <a:gd name="connsiteX90-7021" fmla="*/ 12192000 w 12192000"/>
              <a:gd name="connsiteY90-7022" fmla="*/ 4939827 h 4939827"/>
              <a:gd name="connsiteX91-7023" fmla="*/ 0 w 12192000"/>
              <a:gd name="connsiteY91-7024" fmla="*/ 4939827 h 4939827"/>
              <a:gd name="connsiteX92-7025" fmla="*/ 0 w 12192000"/>
              <a:gd name="connsiteY92-7026" fmla="*/ 512043 h 4939827"/>
              <a:gd name="connsiteX93-7027" fmla="*/ 7381 w 12192000"/>
              <a:gd name="connsiteY93-7028" fmla="*/ 512580 h 4939827"/>
              <a:gd name="connsiteX94-7029" fmla="*/ 100029 w 12192000"/>
              <a:gd name="connsiteY94-7030" fmla="*/ 504758 h 4939827"/>
              <a:gd name="connsiteX95-7031" fmla="*/ 155244 w 12192000"/>
              <a:gd name="connsiteY95-7032" fmla="*/ 525130 h 4939827"/>
              <a:gd name="connsiteX96-7033" fmla="*/ 254366 w 12192000"/>
              <a:gd name="connsiteY96-7034" fmla="*/ 534449 h 4939827"/>
              <a:gd name="connsiteX97-7035" fmla="*/ 447292 w 12192000"/>
              <a:gd name="connsiteY97-7036" fmla="*/ 542725 h 4939827"/>
              <a:gd name="connsiteX98-7037" fmla="*/ 628105 w 12192000"/>
              <a:gd name="connsiteY98-7038" fmla="*/ 547853 h 4939827"/>
              <a:gd name="connsiteX99-7039" fmla="*/ 783146 w 12192000"/>
              <a:gd name="connsiteY99-7040" fmla="*/ 591799 h 4939827"/>
              <a:gd name="connsiteX100-7041" fmla="*/ 1043676 w 12192000"/>
              <a:gd name="connsiteY100-7042" fmla="*/ 591887 h 4939827"/>
              <a:gd name="connsiteX101-7043" fmla="*/ 1281816 w 12192000"/>
              <a:gd name="connsiteY101-7044" fmla="*/ 520946 h 4939827"/>
              <a:gd name="connsiteX102-7045" fmla="*/ 1486347 w 12192000"/>
              <a:gd name="connsiteY102-7046" fmla="*/ 487310 h 4939827"/>
              <a:gd name="connsiteX103-7047" fmla="*/ 1568079 w 12192000"/>
              <a:gd name="connsiteY103-7048" fmla="*/ 462531 h 4939827"/>
              <a:gd name="connsiteX104-7049" fmla="*/ 1622516 w 12192000"/>
              <a:gd name="connsiteY104-7050" fmla="*/ 466058 h 4939827"/>
              <a:gd name="connsiteX105-7051" fmla="*/ 1655457 w 12192000"/>
              <a:gd name="connsiteY105-7052" fmla="*/ 465359 h 4939827"/>
              <a:gd name="connsiteX106-7053" fmla="*/ 1717454 w 12192000"/>
              <a:gd name="connsiteY106-7054" fmla="*/ 417203 h 4939827"/>
              <a:gd name="connsiteX107-7055" fmla="*/ 1913794 w 12192000"/>
              <a:gd name="connsiteY107-7056" fmla="*/ 365255 h 4939827"/>
              <a:gd name="connsiteX108-7057" fmla="*/ 2129762 w 12192000"/>
              <a:gd name="connsiteY108-7058" fmla="*/ 367832 h 4939827"/>
              <a:gd name="connsiteX109-7059" fmla="*/ 2376970 w 12192000"/>
              <a:gd name="connsiteY109-7060" fmla="*/ 350129 h 4939827"/>
              <a:gd name="connsiteX110-7061" fmla="*/ 2480155 w 12192000"/>
              <a:gd name="connsiteY110-7062" fmla="*/ 359227 h 4939827"/>
              <a:gd name="connsiteX111-7063" fmla="*/ 2586782 w 12192000"/>
              <a:gd name="connsiteY111-7064" fmla="*/ 339352 h 4939827"/>
              <a:gd name="connsiteX112-7065" fmla="*/ 2654496 w 12192000"/>
              <a:gd name="connsiteY112-7066" fmla="*/ 315431 h 4939827"/>
              <a:gd name="connsiteX113-7067" fmla="*/ 2788947 w 12192000"/>
              <a:gd name="connsiteY113-7068" fmla="*/ 250375 h 4939827"/>
              <a:gd name="connsiteX114-7069" fmla="*/ 2965530 w 12192000"/>
              <a:gd name="connsiteY114-7070" fmla="*/ 245958 h 4939827"/>
              <a:gd name="connsiteX115-7071" fmla="*/ 3103677 w 12192000"/>
              <a:gd name="connsiteY115-7072" fmla="*/ 209527 h 4939827"/>
              <a:gd name="connsiteX116-7073" fmla="*/ 3126759 w 12192000"/>
              <a:gd name="connsiteY116-7074" fmla="*/ 211226 h 4939827"/>
              <a:gd name="connsiteX117-7075" fmla="*/ 3164020 w 12192000"/>
              <a:gd name="connsiteY117-7076" fmla="*/ 212779 h 4939827"/>
              <a:gd name="connsiteX118-7077" fmla="*/ 3285019 w 12192000"/>
              <a:gd name="connsiteY118-7078" fmla="*/ 220535 h 4939827"/>
              <a:gd name="connsiteX119-7079" fmla="*/ 3365154 w 12192000"/>
              <a:gd name="connsiteY119-7080" fmla="*/ 226416 h 4939827"/>
              <a:gd name="connsiteX120-7081" fmla="*/ 3367507 w 12192000"/>
              <a:gd name="connsiteY120-7082" fmla="*/ 225416 h 4939827"/>
              <a:gd name="connsiteX121-7083" fmla="*/ 3387567 w 12192000"/>
              <a:gd name="connsiteY121-7084" fmla="*/ 227103 h 4939827"/>
              <a:gd name="connsiteX122-7085" fmla="*/ 3498001 w 12192000"/>
              <a:gd name="connsiteY122-7086" fmla="*/ 231941 h 4939827"/>
              <a:gd name="connsiteX123-7087" fmla="*/ 3561557 w 12192000"/>
              <a:gd name="connsiteY123-7088" fmla="*/ 228095 h 4939827"/>
              <a:gd name="connsiteX124-7089" fmla="*/ 3611920 w 12192000"/>
              <a:gd name="connsiteY124-7090" fmla="*/ 218094 h 4939827"/>
              <a:gd name="connsiteX125-7091" fmla="*/ 3620528 w 12192000"/>
              <a:gd name="connsiteY125-7092" fmla="*/ 218788 h 4939827"/>
              <a:gd name="connsiteX126-7093" fmla="*/ 3620766 w 12192000"/>
              <a:gd name="connsiteY126-7094" fmla="*/ 218511 h 4939827"/>
              <a:gd name="connsiteX127-7095" fmla="*/ 3629977 w 12192000"/>
              <a:gd name="connsiteY127-7096" fmla="*/ 218664 h 4939827"/>
              <a:gd name="connsiteX128-7097" fmla="*/ 3636217 w 12192000"/>
              <a:gd name="connsiteY128-7098" fmla="*/ 220048 h 4939827"/>
              <a:gd name="connsiteX129-7099" fmla="*/ 3709484 w 12192000"/>
              <a:gd name="connsiteY129-7100" fmla="*/ 186927 h 4939827"/>
              <a:gd name="connsiteX130-7101" fmla="*/ 3761342 w 12192000"/>
              <a:gd name="connsiteY130-7102" fmla="*/ 177474 h 4939827"/>
              <a:gd name="connsiteX131-7103" fmla="*/ 3799748 w 12192000"/>
              <a:gd name="connsiteY131-7104" fmla="*/ 167154 h 4939827"/>
              <a:gd name="connsiteX132-7105" fmla="*/ 3922756 w 12192000"/>
              <a:gd name="connsiteY132-7106" fmla="*/ 194044 h 4939827"/>
              <a:gd name="connsiteX133-7107" fmla="*/ 4028476 w 12192000"/>
              <a:gd name="connsiteY133-7108" fmla="*/ 223679 h 4939827"/>
              <a:gd name="connsiteX134-7109" fmla="*/ 4191582 w 12192000"/>
              <a:gd name="connsiteY134-7110" fmla="*/ 238952 h 4939827"/>
              <a:gd name="connsiteX135-7111" fmla="*/ 4251024 w 12192000"/>
              <a:gd name="connsiteY135-7112" fmla="*/ 240874 h 4939827"/>
              <a:gd name="connsiteX136-7113" fmla="*/ 4355275 w 12192000"/>
              <a:gd name="connsiteY136-7114" fmla="*/ 260205 h 4939827"/>
              <a:gd name="connsiteX137-7115" fmla="*/ 4423807 w 12192000"/>
              <a:gd name="connsiteY137-7116" fmla="*/ 270366 h 4939827"/>
              <a:gd name="connsiteX138-7117" fmla="*/ 4558432 w 12192000"/>
              <a:gd name="connsiteY138-7118" fmla="*/ 269194 h 4939827"/>
              <a:gd name="connsiteX139-7119" fmla="*/ 4635061 w 12192000"/>
              <a:gd name="connsiteY139-7120" fmla="*/ 280682 h 4939827"/>
              <a:gd name="connsiteX140-7121" fmla="*/ 4807427 w 12192000"/>
              <a:gd name="connsiteY140-7122" fmla="*/ 276835 h 4939827"/>
              <a:gd name="connsiteX141-7123" fmla="*/ 5028933 w 12192000"/>
              <a:gd name="connsiteY141-7124" fmla="*/ 183887 h 4939827"/>
              <a:gd name="connsiteX142-7125" fmla="*/ 5093642 w 12192000"/>
              <a:gd name="connsiteY142-7126" fmla="*/ 177214 h 4939827"/>
              <a:gd name="connsiteX143-7127" fmla="*/ 5102642 w 12192000"/>
              <a:gd name="connsiteY143-7128" fmla="*/ 186816 h 4939827"/>
              <a:gd name="connsiteX144-7129" fmla="*/ 5193590 w 12192000"/>
              <a:gd name="connsiteY144-7130" fmla="*/ 156458 h 4939827"/>
              <a:gd name="connsiteX145-7131" fmla="*/ 5323922 w 12192000"/>
              <a:gd name="connsiteY145-7132" fmla="*/ 146332 h 4939827"/>
              <a:gd name="connsiteX146-7133" fmla="*/ 5421860 w 12192000"/>
              <a:gd name="connsiteY146-7134" fmla="*/ 167298 h 4939827"/>
              <a:gd name="connsiteX147-7135" fmla="*/ 5476948 w 12192000"/>
              <a:gd name="connsiteY147-7136" fmla="*/ 173249 h 4939827"/>
              <a:gd name="connsiteX148-7137" fmla="*/ 5516842 w 12192000"/>
              <a:gd name="connsiteY148-7138" fmla="*/ 184018 h 4939827"/>
              <a:gd name="connsiteX149-7139" fmla="*/ 5619415 w 12192000"/>
              <a:gd name="connsiteY149-7140" fmla="*/ 176781 h 4939827"/>
              <a:gd name="connsiteX150-7141" fmla="*/ 5789867 w 12192000"/>
              <a:gd name="connsiteY150-7142" fmla="*/ 150304 h 4939827"/>
              <a:gd name="connsiteX151-7143" fmla="*/ 5825953 w 12192000"/>
              <a:gd name="connsiteY151-7144" fmla="*/ 147907 h 4939827"/>
              <a:gd name="connsiteX152-7145" fmla="*/ 5856168 w 12192000"/>
              <a:gd name="connsiteY152-7146" fmla="*/ 158719 h 4939827"/>
              <a:gd name="connsiteX153-7147" fmla="*/ 5862476 w 12192000"/>
              <a:gd name="connsiteY153-7148" fmla="*/ 172447 h 4939827"/>
              <a:gd name="connsiteX154-7149" fmla="*/ 5882195 w 12192000"/>
              <a:gd name="connsiteY154-7150" fmla="*/ 173195 h 4939827"/>
              <a:gd name="connsiteX155-7151" fmla="*/ 5887271 w 12192000"/>
              <a:gd name="connsiteY155-7152" fmla="*/ 176084 h 4939827"/>
              <a:gd name="connsiteX156-7153" fmla="*/ 5921577 w 12192000"/>
              <a:gd name="connsiteY156-7154" fmla="*/ 169858 h 4939827"/>
              <a:gd name="connsiteX157-7155" fmla="*/ 5983240 w 12192000"/>
              <a:gd name="connsiteY157-7156" fmla="*/ 152755 h 4939827"/>
              <a:gd name="connsiteX158-7157" fmla="*/ 6152287 w 12192000"/>
              <a:gd name="connsiteY158-7158" fmla="*/ 116736 h 4939827"/>
              <a:gd name="connsiteX159-7159" fmla="*/ 6415830 w 12192000"/>
              <a:gd name="connsiteY159-7160" fmla="*/ 136006 h 4939827"/>
              <a:gd name="connsiteX160-7161" fmla="*/ 6756965 w 12192000"/>
              <a:gd name="connsiteY160-7162" fmla="*/ 57636 h 4939827"/>
              <a:gd name="connsiteX161-7163" fmla="*/ 6819400 w 12192000"/>
              <a:gd name="connsiteY161-7164" fmla="*/ 30742 h 4939827"/>
              <a:gd name="connsiteX162-7165" fmla="*/ 6986370 w 12192000"/>
              <a:gd name="connsiteY162-7166" fmla="*/ 12659 h 4939827"/>
              <a:gd name="connsiteX163-7167" fmla="*/ 6989536 w 12192000"/>
              <a:gd name="connsiteY163-7168" fmla="*/ 14528 h 4939827"/>
              <a:gd name="connsiteX164-7169" fmla="*/ 7015933 w 12192000"/>
              <a:gd name="connsiteY164-7170" fmla="*/ 9653 h 4939827"/>
              <a:gd name="connsiteX165-7171" fmla="*/ 7020592 w 12192000"/>
              <a:gd name="connsiteY165-7172" fmla="*/ 1651 h 4939827"/>
              <a:gd name="connsiteX166-7173" fmla="*/ 7025905 w 12192000"/>
              <a:gd name="connsiteY166-7174" fmla="*/ 0 h 4939827"/>
              <a:gd name="connsiteX0-7175" fmla="*/ 7025905 w 12192000"/>
              <a:gd name="connsiteY0-7176" fmla="*/ 0 h 4939827"/>
              <a:gd name="connsiteX1-7177" fmla="*/ 7032579 w 12192000"/>
              <a:gd name="connsiteY1-7178" fmla="*/ 2808 h 4939827"/>
              <a:gd name="connsiteX2-7179" fmla="*/ 7079505 w 12192000"/>
              <a:gd name="connsiteY2-7180" fmla="*/ 12971 h 4939827"/>
              <a:gd name="connsiteX3-7181" fmla="*/ 7158791 w 12192000"/>
              <a:gd name="connsiteY3-7182" fmla="*/ 12462 h 4939827"/>
              <a:gd name="connsiteX4-7183" fmla="*/ 7233338 w 12192000"/>
              <a:gd name="connsiteY4-7184" fmla="*/ 24846 h 4939827"/>
              <a:gd name="connsiteX5-7185" fmla="*/ 7259791 w 12192000"/>
              <a:gd name="connsiteY5-7186" fmla="*/ 29557 h 4939827"/>
              <a:gd name="connsiteX6-7187" fmla="*/ 7263923 w 12192000"/>
              <a:gd name="connsiteY6-7188" fmla="*/ 35029 h 4939827"/>
              <a:gd name="connsiteX7-7189" fmla="*/ 7281549 w 12192000"/>
              <a:gd name="connsiteY7-7190" fmla="*/ 39654 h 4939827"/>
              <a:gd name="connsiteX8-7191" fmla="*/ 7374735 w 12192000"/>
              <a:gd name="connsiteY8-7192" fmla="*/ 65326 h 4939827"/>
              <a:gd name="connsiteX9-7193" fmla="*/ 7376078 w 12192000"/>
              <a:gd name="connsiteY9-7194" fmla="*/ 63849 h 4939827"/>
              <a:gd name="connsiteX10-7195" fmla="*/ 7402026 w 12192000"/>
              <a:gd name="connsiteY10-7196" fmla="*/ 60308 h 4939827"/>
              <a:gd name="connsiteX11-7197" fmla="*/ 7415091 w 12192000"/>
              <a:gd name="connsiteY11-7198" fmla="*/ 77403 h 4939827"/>
              <a:gd name="connsiteX12-7199" fmla="*/ 7488682 w 12192000"/>
              <a:gd name="connsiteY12-7200" fmla="*/ 83440 h 4939827"/>
              <a:gd name="connsiteX13-7201" fmla="*/ 7588044 w 12192000"/>
              <a:gd name="connsiteY13-7202" fmla="*/ 110756 h 4939827"/>
              <a:gd name="connsiteX14-7203" fmla="*/ 7732750 w 12192000"/>
              <a:gd name="connsiteY14-7204" fmla="*/ 145456 h 4939827"/>
              <a:gd name="connsiteX15-7205" fmla="*/ 7785900 w 12192000"/>
              <a:gd name="connsiteY15-7206" fmla="*/ 154493 h 4939827"/>
              <a:gd name="connsiteX16-7207" fmla="*/ 7877301 w 12192000"/>
              <a:gd name="connsiteY16-7208" fmla="*/ 186153 h 4939827"/>
              <a:gd name="connsiteX17-7209" fmla="*/ 7952584 w 12192000"/>
              <a:gd name="connsiteY17-7210" fmla="*/ 170181 h 4939827"/>
              <a:gd name="connsiteX18-7211" fmla="*/ 8009534 w 12192000"/>
              <a:gd name="connsiteY18-7212" fmla="*/ 176441 h 4939827"/>
              <a:gd name="connsiteX19-7213" fmla="*/ 8058681 w 12192000"/>
              <a:gd name="connsiteY19-7214" fmla="*/ 219431 h 4939827"/>
              <a:gd name="connsiteX20-7215" fmla="*/ 8126175 w 12192000"/>
              <a:gd name="connsiteY20-7216" fmla="*/ 240005 h 4939827"/>
              <a:gd name="connsiteX21-7217" fmla="*/ 8166439 w 12192000"/>
              <a:gd name="connsiteY21-7218" fmla="*/ 252699 h 4939827"/>
              <a:gd name="connsiteX22-7219" fmla="*/ 8281371 w 12192000"/>
              <a:gd name="connsiteY22-7220" fmla="*/ 256875 h 4939827"/>
              <a:gd name="connsiteX23-7221" fmla="*/ 8381609 w 12192000"/>
              <a:gd name="connsiteY23-7222" fmla="*/ 240618 h 4939827"/>
              <a:gd name="connsiteX24-7223" fmla="*/ 8406759 w 12192000"/>
              <a:gd name="connsiteY24-7224" fmla="*/ 232517 h 4939827"/>
              <a:gd name="connsiteX25-7225" fmla="*/ 8426506 w 12192000"/>
              <a:gd name="connsiteY25-7226" fmla="*/ 241842 h 4939827"/>
              <a:gd name="connsiteX26-7227" fmla="*/ 8427949 w 12192000"/>
              <a:gd name="connsiteY26-7228" fmla="*/ 240981 h 4939827"/>
              <a:gd name="connsiteX27-7229" fmla="*/ 8441468 w 12192000"/>
              <a:gd name="connsiteY27-7230" fmla="*/ 241157 h 4939827"/>
              <a:gd name="connsiteX28-7231" fmla="*/ 8565757 w 12192000"/>
              <a:gd name="connsiteY28-7232" fmla="*/ 255317 h 4939827"/>
              <a:gd name="connsiteX29-7233" fmla="*/ 8573171 w 12192000"/>
              <a:gd name="connsiteY29-7234" fmla="*/ 258426 h 4939827"/>
              <a:gd name="connsiteX30-7235" fmla="*/ 8573548 w 12192000"/>
              <a:gd name="connsiteY30-7236" fmla="*/ 258241 h 4939827"/>
              <a:gd name="connsiteX31-7237" fmla="*/ 8581827 w 12192000"/>
              <a:gd name="connsiteY31-7238" fmla="*/ 261028 h 4939827"/>
              <a:gd name="connsiteX32-7239" fmla="*/ 8586687 w 12192000"/>
              <a:gd name="connsiteY32-7240" fmla="*/ 264089 h 4939827"/>
              <a:gd name="connsiteX33-7241" fmla="*/ 8601067 w 12192000"/>
              <a:gd name="connsiteY33-7242" fmla="*/ 270114 h 4939827"/>
              <a:gd name="connsiteX34-7243" fmla="*/ 8672650 w 12192000"/>
              <a:gd name="connsiteY34-7244" fmla="*/ 254821 h 4939827"/>
              <a:gd name="connsiteX35-7245" fmla="*/ 8785543 w 12192000"/>
              <a:gd name="connsiteY35-7246" fmla="*/ 263406 h 4939827"/>
              <a:gd name="connsiteX36-7247" fmla="*/ 8830588 w 12192000"/>
              <a:gd name="connsiteY36-7248" fmla="*/ 265483 h 4939827"/>
              <a:gd name="connsiteX37-7249" fmla="*/ 8905142 w 12192000"/>
              <a:gd name="connsiteY37-7250" fmla="*/ 264958 h 4939827"/>
              <a:gd name="connsiteX38-7251" fmla="*/ 8968582 w 12192000"/>
              <a:gd name="connsiteY38-7252" fmla="*/ 262728 h 4939827"/>
              <a:gd name="connsiteX39-7253" fmla="*/ 8972994 w 12192000"/>
              <a:gd name="connsiteY39-7254" fmla="*/ 263284 h 4939827"/>
              <a:gd name="connsiteX40-7255" fmla="*/ 9004605 w 12192000"/>
              <a:gd name="connsiteY40-7256" fmla="*/ 258041 h 4939827"/>
              <a:gd name="connsiteX41-7257" fmla="*/ 9016165 w 12192000"/>
              <a:gd name="connsiteY41-7258" fmla="*/ 261258 h 4939827"/>
              <a:gd name="connsiteX42-7259" fmla="*/ 9043297 w 12192000"/>
              <a:gd name="connsiteY42-7260" fmla="*/ 281547 h 4939827"/>
              <a:gd name="connsiteX43-7261" fmla="*/ 9048315 w 12192000"/>
              <a:gd name="connsiteY43-7262" fmla="*/ 279264 h 4939827"/>
              <a:gd name="connsiteX44-7263" fmla="*/ 9054706 w 12192000"/>
              <a:gd name="connsiteY44-7264" fmla="*/ 278538 h 4939827"/>
              <a:gd name="connsiteX45-7265" fmla="*/ 9070919 w 12192000"/>
              <a:gd name="connsiteY45-7266" fmla="*/ 281810 h 4939827"/>
              <a:gd name="connsiteX46-7267" fmla="*/ 9076813 w 12192000"/>
              <a:gd name="connsiteY46-7268" fmla="*/ 283909 h 4939827"/>
              <a:gd name="connsiteX47-7269" fmla="*/ 9085871 w 12192000"/>
              <a:gd name="connsiteY47-7270" fmla="*/ 285133 h 4939827"/>
              <a:gd name="connsiteX48-7271" fmla="*/ 9086159 w 12192000"/>
              <a:gd name="connsiteY48-7272" fmla="*/ 284887 h 4939827"/>
              <a:gd name="connsiteX49-7273" fmla="*/ 9134606 w 12192000"/>
              <a:gd name="connsiteY49-7274" fmla="*/ 288168 h 4939827"/>
              <a:gd name="connsiteX50-7275" fmla="*/ 9195590 w 12192000"/>
              <a:gd name="connsiteY50-7276" fmla="*/ 279568 h 4939827"/>
              <a:gd name="connsiteX51-7277" fmla="*/ 9219336 w 12192000"/>
              <a:gd name="connsiteY51-7278" fmla="*/ 278133 h 4939827"/>
              <a:gd name="connsiteX52-7279" fmla="*/ 9232362 w 12192000"/>
              <a:gd name="connsiteY52-7280" fmla="*/ 275894 h 4939827"/>
              <a:gd name="connsiteX53-7281" fmla="*/ 9233396 w 12192000"/>
              <a:gd name="connsiteY53-7282" fmla="*/ 274803 h 4939827"/>
              <a:gd name="connsiteX54-7283" fmla="*/ 9256213 w 12192000"/>
              <a:gd name="connsiteY54-7284" fmla="*/ 281576 h 4939827"/>
              <a:gd name="connsiteX55-7285" fmla="*/ 9262377 w 12192000"/>
              <a:gd name="connsiteY55-7286" fmla="*/ 286635 h 4939827"/>
              <a:gd name="connsiteX56-7287" fmla="*/ 9287089 w 12192000"/>
              <a:gd name="connsiteY56-7288" fmla="*/ 303891 h 4939827"/>
              <a:gd name="connsiteX57-7289" fmla="*/ 9371484 w 12192000"/>
              <a:gd name="connsiteY57-7290" fmla="*/ 329634 h 4939827"/>
              <a:gd name="connsiteX58-7291" fmla="*/ 9404829 w 12192000"/>
              <a:gd name="connsiteY58-7292" fmla="*/ 339038 h 4939827"/>
              <a:gd name="connsiteX59-7293" fmla="*/ 9427021 w 12192000"/>
              <a:gd name="connsiteY59-7294" fmla="*/ 358784 h 4939827"/>
              <a:gd name="connsiteX60-7295" fmla="*/ 9670844 w 12192000"/>
              <a:gd name="connsiteY60-7296" fmla="*/ 405128 h 4939827"/>
              <a:gd name="connsiteX61-7297" fmla="*/ 9816083 w 12192000"/>
              <a:gd name="connsiteY61-7298" fmla="*/ 416573 h 4939827"/>
              <a:gd name="connsiteX62-7299" fmla="*/ 9936741 w 12192000"/>
              <a:gd name="connsiteY62-7300" fmla="*/ 437044 h 4939827"/>
              <a:gd name="connsiteX63-7301" fmla="*/ 10050093 w 12192000"/>
              <a:gd name="connsiteY63-7302" fmla="*/ 443783 h 4939827"/>
              <a:gd name="connsiteX64-7303" fmla="*/ 10130090 w 12192000"/>
              <a:gd name="connsiteY64-7304" fmla="*/ 459520 h 4939827"/>
              <a:gd name="connsiteX65-7305" fmla="*/ 10173456 w 12192000"/>
              <a:gd name="connsiteY65-7306" fmla="*/ 457749 h 4939827"/>
              <a:gd name="connsiteX66-7307" fmla="*/ 10218232 w 12192000"/>
              <a:gd name="connsiteY66-7308" fmla="*/ 459820 h 4939827"/>
              <a:gd name="connsiteX67-7309" fmla="*/ 10354176 w 12192000"/>
              <a:gd name="connsiteY67-7310" fmla="*/ 471377 h 4939827"/>
              <a:gd name="connsiteX68-7311" fmla="*/ 10430681 w 12192000"/>
              <a:gd name="connsiteY68-7312" fmla="*/ 481226 h 4939827"/>
              <a:gd name="connsiteX69-7313" fmla="*/ 10478169 w 12192000"/>
              <a:gd name="connsiteY69-7314" fmla="*/ 481774 h 4939827"/>
              <a:gd name="connsiteX70-7315" fmla="*/ 10540907 w 12192000"/>
              <a:gd name="connsiteY70-7316" fmla="*/ 485607 h 4939827"/>
              <a:gd name="connsiteX71-7317" fmla="*/ 10614941 w 12192000"/>
              <a:gd name="connsiteY71-7318" fmla="*/ 487592 h 4939827"/>
              <a:gd name="connsiteX72-7319" fmla="*/ 10674098 w 12192000"/>
              <a:gd name="connsiteY72-7320" fmla="*/ 521656 h 4939827"/>
              <a:gd name="connsiteX73-7321" fmla="*/ 10874834 w 12192000"/>
              <a:gd name="connsiteY73-7322" fmla="*/ 574867 h 4939827"/>
              <a:gd name="connsiteX74-7323" fmla="*/ 10944981 w 12192000"/>
              <a:gd name="connsiteY74-7324" fmla="*/ 615042 h 4939827"/>
              <a:gd name="connsiteX75-7325" fmla="*/ 11006376 w 12192000"/>
              <a:gd name="connsiteY75-7326" fmla="*/ 645957 h 4939827"/>
              <a:gd name="connsiteX76-7327" fmla="*/ 11076308 w 12192000"/>
              <a:gd name="connsiteY76-7328" fmla="*/ 675698 h 4939827"/>
              <a:gd name="connsiteX77-7329" fmla="*/ 11148789 w 12192000"/>
              <a:gd name="connsiteY77-7330" fmla="*/ 685041 h 4939827"/>
              <a:gd name="connsiteX78-7331" fmla="*/ 11249129 w 12192000"/>
              <a:gd name="connsiteY78-7332" fmla="*/ 684218 h 4939827"/>
              <a:gd name="connsiteX79-7333" fmla="*/ 11299915 w 12192000"/>
              <a:gd name="connsiteY79-7334" fmla="*/ 692177 h 4939827"/>
              <a:gd name="connsiteX80-7335" fmla="*/ 11386973 w 12192000"/>
              <a:gd name="connsiteY80-7336" fmla="*/ 708209 h 4939827"/>
              <a:gd name="connsiteX81-7337" fmla="*/ 11500105 w 12192000"/>
              <a:gd name="connsiteY81-7338" fmla="*/ 735014 h 4939827"/>
              <a:gd name="connsiteX82-7339" fmla="*/ 11621735 w 12192000"/>
              <a:gd name="connsiteY82-7340" fmla="*/ 789584 h 4939827"/>
              <a:gd name="connsiteX83-7341" fmla="*/ 11691200 w 12192000"/>
              <a:gd name="connsiteY83-7342" fmla="*/ 867902 h 4939827"/>
              <a:gd name="connsiteX84-7343" fmla="*/ 11819427 w 12192000"/>
              <a:gd name="connsiteY84-7344" fmla="*/ 911634 h 4939827"/>
              <a:gd name="connsiteX85-7345" fmla="*/ 11969720 w 12192000"/>
              <a:gd name="connsiteY85-7346" fmla="*/ 964737 h 4939827"/>
              <a:gd name="connsiteX86-7347" fmla="*/ 12055766 w 12192000"/>
              <a:gd name="connsiteY86-7348" fmla="*/ 991268 h 4939827"/>
              <a:gd name="connsiteX87-7349" fmla="*/ 12171539 w 12192000"/>
              <a:gd name="connsiteY87-7350" fmla="*/ 995427 h 4939827"/>
              <a:gd name="connsiteX88-7351" fmla="*/ 12187831 w 12192000"/>
              <a:gd name="connsiteY88-7352" fmla="*/ 996580 h 4939827"/>
              <a:gd name="connsiteX89-7353" fmla="*/ 12192000 w 12192000"/>
              <a:gd name="connsiteY89-7354" fmla="*/ 996726 h 4939827"/>
              <a:gd name="connsiteX90-7355" fmla="*/ 12192000 w 12192000"/>
              <a:gd name="connsiteY90-7356" fmla="*/ 4939827 h 4939827"/>
              <a:gd name="connsiteX91-7357" fmla="*/ 0 w 12192000"/>
              <a:gd name="connsiteY91-7358" fmla="*/ 4939827 h 4939827"/>
              <a:gd name="connsiteX92-7359" fmla="*/ 0 w 12192000"/>
              <a:gd name="connsiteY92-7360" fmla="*/ 512043 h 4939827"/>
              <a:gd name="connsiteX93-7361" fmla="*/ 7381 w 12192000"/>
              <a:gd name="connsiteY93-7362" fmla="*/ 512580 h 4939827"/>
              <a:gd name="connsiteX94-7363" fmla="*/ 100029 w 12192000"/>
              <a:gd name="connsiteY94-7364" fmla="*/ 504758 h 4939827"/>
              <a:gd name="connsiteX95-7365" fmla="*/ 155244 w 12192000"/>
              <a:gd name="connsiteY95-7366" fmla="*/ 525130 h 4939827"/>
              <a:gd name="connsiteX96-7367" fmla="*/ 254366 w 12192000"/>
              <a:gd name="connsiteY96-7368" fmla="*/ 534449 h 4939827"/>
              <a:gd name="connsiteX97-7369" fmla="*/ 447292 w 12192000"/>
              <a:gd name="connsiteY97-7370" fmla="*/ 542725 h 4939827"/>
              <a:gd name="connsiteX98-7371" fmla="*/ 628105 w 12192000"/>
              <a:gd name="connsiteY98-7372" fmla="*/ 547853 h 4939827"/>
              <a:gd name="connsiteX99-7373" fmla="*/ 783146 w 12192000"/>
              <a:gd name="connsiteY99-7374" fmla="*/ 591799 h 4939827"/>
              <a:gd name="connsiteX100-7375" fmla="*/ 1043676 w 12192000"/>
              <a:gd name="connsiteY100-7376" fmla="*/ 591887 h 4939827"/>
              <a:gd name="connsiteX101-7377" fmla="*/ 1281816 w 12192000"/>
              <a:gd name="connsiteY101-7378" fmla="*/ 520946 h 4939827"/>
              <a:gd name="connsiteX102-7379" fmla="*/ 1486347 w 12192000"/>
              <a:gd name="connsiteY102-7380" fmla="*/ 487310 h 4939827"/>
              <a:gd name="connsiteX103-7381" fmla="*/ 1568079 w 12192000"/>
              <a:gd name="connsiteY103-7382" fmla="*/ 462531 h 4939827"/>
              <a:gd name="connsiteX104-7383" fmla="*/ 1622516 w 12192000"/>
              <a:gd name="connsiteY104-7384" fmla="*/ 466058 h 4939827"/>
              <a:gd name="connsiteX105-7385" fmla="*/ 1655457 w 12192000"/>
              <a:gd name="connsiteY105-7386" fmla="*/ 465359 h 4939827"/>
              <a:gd name="connsiteX106-7387" fmla="*/ 1717454 w 12192000"/>
              <a:gd name="connsiteY106-7388" fmla="*/ 417203 h 4939827"/>
              <a:gd name="connsiteX107-7389" fmla="*/ 1913794 w 12192000"/>
              <a:gd name="connsiteY107-7390" fmla="*/ 365255 h 4939827"/>
              <a:gd name="connsiteX108-7391" fmla="*/ 2129762 w 12192000"/>
              <a:gd name="connsiteY108-7392" fmla="*/ 367832 h 4939827"/>
              <a:gd name="connsiteX109-7393" fmla="*/ 2376970 w 12192000"/>
              <a:gd name="connsiteY109-7394" fmla="*/ 350129 h 4939827"/>
              <a:gd name="connsiteX110-7395" fmla="*/ 2480155 w 12192000"/>
              <a:gd name="connsiteY110-7396" fmla="*/ 359227 h 4939827"/>
              <a:gd name="connsiteX111-7397" fmla="*/ 2586782 w 12192000"/>
              <a:gd name="connsiteY111-7398" fmla="*/ 339352 h 4939827"/>
              <a:gd name="connsiteX112-7399" fmla="*/ 2679617 w 12192000"/>
              <a:gd name="connsiteY112-7400" fmla="*/ 305383 h 4939827"/>
              <a:gd name="connsiteX113-7401" fmla="*/ 2788947 w 12192000"/>
              <a:gd name="connsiteY113-7402" fmla="*/ 250375 h 4939827"/>
              <a:gd name="connsiteX114-7403" fmla="*/ 2965530 w 12192000"/>
              <a:gd name="connsiteY114-7404" fmla="*/ 245958 h 4939827"/>
              <a:gd name="connsiteX115-7405" fmla="*/ 3103677 w 12192000"/>
              <a:gd name="connsiteY115-7406" fmla="*/ 209527 h 4939827"/>
              <a:gd name="connsiteX116-7407" fmla="*/ 3126759 w 12192000"/>
              <a:gd name="connsiteY116-7408" fmla="*/ 211226 h 4939827"/>
              <a:gd name="connsiteX117-7409" fmla="*/ 3164020 w 12192000"/>
              <a:gd name="connsiteY117-7410" fmla="*/ 212779 h 4939827"/>
              <a:gd name="connsiteX118-7411" fmla="*/ 3285019 w 12192000"/>
              <a:gd name="connsiteY118-7412" fmla="*/ 220535 h 4939827"/>
              <a:gd name="connsiteX119-7413" fmla="*/ 3365154 w 12192000"/>
              <a:gd name="connsiteY119-7414" fmla="*/ 226416 h 4939827"/>
              <a:gd name="connsiteX120-7415" fmla="*/ 3367507 w 12192000"/>
              <a:gd name="connsiteY120-7416" fmla="*/ 225416 h 4939827"/>
              <a:gd name="connsiteX121-7417" fmla="*/ 3387567 w 12192000"/>
              <a:gd name="connsiteY121-7418" fmla="*/ 227103 h 4939827"/>
              <a:gd name="connsiteX122-7419" fmla="*/ 3498001 w 12192000"/>
              <a:gd name="connsiteY122-7420" fmla="*/ 231941 h 4939827"/>
              <a:gd name="connsiteX123-7421" fmla="*/ 3561557 w 12192000"/>
              <a:gd name="connsiteY123-7422" fmla="*/ 228095 h 4939827"/>
              <a:gd name="connsiteX124-7423" fmla="*/ 3611920 w 12192000"/>
              <a:gd name="connsiteY124-7424" fmla="*/ 218094 h 4939827"/>
              <a:gd name="connsiteX125-7425" fmla="*/ 3620528 w 12192000"/>
              <a:gd name="connsiteY125-7426" fmla="*/ 218788 h 4939827"/>
              <a:gd name="connsiteX126-7427" fmla="*/ 3620766 w 12192000"/>
              <a:gd name="connsiteY126-7428" fmla="*/ 218511 h 4939827"/>
              <a:gd name="connsiteX127-7429" fmla="*/ 3629977 w 12192000"/>
              <a:gd name="connsiteY127-7430" fmla="*/ 218664 h 4939827"/>
              <a:gd name="connsiteX128-7431" fmla="*/ 3636217 w 12192000"/>
              <a:gd name="connsiteY128-7432" fmla="*/ 220048 h 4939827"/>
              <a:gd name="connsiteX129-7433" fmla="*/ 3709484 w 12192000"/>
              <a:gd name="connsiteY129-7434" fmla="*/ 186927 h 4939827"/>
              <a:gd name="connsiteX130-7435" fmla="*/ 3761342 w 12192000"/>
              <a:gd name="connsiteY130-7436" fmla="*/ 177474 h 4939827"/>
              <a:gd name="connsiteX131-7437" fmla="*/ 3799748 w 12192000"/>
              <a:gd name="connsiteY131-7438" fmla="*/ 167154 h 4939827"/>
              <a:gd name="connsiteX132-7439" fmla="*/ 3922756 w 12192000"/>
              <a:gd name="connsiteY132-7440" fmla="*/ 194044 h 4939827"/>
              <a:gd name="connsiteX133-7441" fmla="*/ 4028476 w 12192000"/>
              <a:gd name="connsiteY133-7442" fmla="*/ 223679 h 4939827"/>
              <a:gd name="connsiteX134-7443" fmla="*/ 4191582 w 12192000"/>
              <a:gd name="connsiteY134-7444" fmla="*/ 238952 h 4939827"/>
              <a:gd name="connsiteX135-7445" fmla="*/ 4251024 w 12192000"/>
              <a:gd name="connsiteY135-7446" fmla="*/ 240874 h 4939827"/>
              <a:gd name="connsiteX136-7447" fmla="*/ 4355275 w 12192000"/>
              <a:gd name="connsiteY136-7448" fmla="*/ 260205 h 4939827"/>
              <a:gd name="connsiteX137-7449" fmla="*/ 4423807 w 12192000"/>
              <a:gd name="connsiteY137-7450" fmla="*/ 270366 h 4939827"/>
              <a:gd name="connsiteX138-7451" fmla="*/ 4558432 w 12192000"/>
              <a:gd name="connsiteY138-7452" fmla="*/ 269194 h 4939827"/>
              <a:gd name="connsiteX139-7453" fmla="*/ 4635061 w 12192000"/>
              <a:gd name="connsiteY139-7454" fmla="*/ 280682 h 4939827"/>
              <a:gd name="connsiteX140-7455" fmla="*/ 4807427 w 12192000"/>
              <a:gd name="connsiteY140-7456" fmla="*/ 276835 h 4939827"/>
              <a:gd name="connsiteX141-7457" fmla="*/ 5028933 w 12192000"/>
              <a:gd name="connsiteY141-7458" fmla="*/ 183887 h 4939827"/>
              <a:gd name="connsiteX142-7459" fmla="*/ 5093642 w 12192000"/>
              <a:gd name="connsiteY142-7460" fmla="*/ 177214 h 4939827"/>
              <a:gd name="connsiteX143-7461" fmla="*/ 5102642 w 12192000"/>
              <a:gd name="connsiteY143-7462" fmla="*/ 186816 h 4939827"/>
              <a:gd name="connsiteX144-7463" fmla="*/ 5193590 w 12192000"/>
              <a:gd name="connsiteY144-7464" fmla="*/ 156458 h 4939827"/>
              <a:gd name="connsiteX145-7465" fmla="*/ 5323922 w 12192000"/>
              <a:gd name="connsiteY145-7466" fmla="*/ 146332 h 4939827"/>
              <a:gd name="connsiteX146-7467" fmla="*/ 5421860 w 12192000"/>
              <a:gd name="connsiteY146-7468" fmla="*/ 167298 h 4939827"/>
              <a:gd name="connsiteX147-7469" fmla="*/ 5476948 w 12192000"/>
              <a:gd name="connsiteY147-7470" fmla="*/ 173249 h 4939827"/>
              <a:gd name="connsiteX148-7471" fmla="*/ 5516842 w 12192000"/>
              <a:gd name="connsiteY148-7472" fmla="*/ 184018 h 4939827"/>
              <a:gd name="connsiteX149-7473" fmla="*/ 5619415 w 12192000"/>
              <a:gd name="connsiteY149-7474" fmla="*/ 176781 h 4939827"/>
              <a:gd name="connsiteX150-7475" fmla="*/ 5789867 w 12192000"/>
              <a:gd name="connsiteY150-7476" fmla="*/ 150304 h 4939827"/>
              <a:gd name="connsiteX151-7477" fmla="*/ 5825953 w 12192000"/>
              <a:gd name="connsiteY151-7478" fmla="*/ 147907 h 4939827"/>
              <a:gd name="connsiteX152-7479" fmla="*/ 5856168 w 12192000"/>
              <a:gd name="connsiteY152-7480" fmla="*/ 158719 h 4939827"/>
              <a:gd name="connsiteX153-7481" fmla="*/ 5862476 w 12192000"/>
              <a:gd name="connsiteY153-7482" fmla="*/ 172447 h 4939827"/>
              <a:gd name="connsiteX154-7483" fmla="*/ 5882195 w 12192000"/>
              <a:gd name="connsiteY154-7484" fmla="*/ 173195 h 4939827"/>
              <a:gd name="connsiteX155-7485" fmla="*/ 5887271 w 12192000"/>
              <a:gd name="connsiteY155-7486" fmla="*/ 176084 h 4939827"/>
              <a:gd name="connsiteX156-7487" fmla="*/ 5921577 w 12192000"/>
              <a:gd name="connsiteY156-7488" fmla="*/ 169858 h 4939827"/>
              <a:gd name="connsiteX157-7489" fmla="*/ 5983240 w 12192000"/>
              <a:gd name="connsiteY157-7490" fmla="*/ 152755 h 4939827"/>
              <a:gd name="connsiteX158-7491" fmla="*/ 6152287 w 12192000"/>
              <a:gd name="connsiteY158-7492" fmla="*/ 116736 h 4939827"/>
              <a:gd name="connsiteX159-7493" fmla="*/ 6415830 w 12192000"/>
              <a:gd name="connsiteY159-7494" fmla="*/ 136006 h 4939827"/>
              <a:gd name="connsiteX160-7495" fmla="*/ 6756965 w 12192000"/>
              <a:gd name="connsiteY160-7496" fmla="*/ 57636 h 4939827"/>
              <a:gd name="connsiteX161-7497" fmla="*/ 6819400 w 12192000"/>
              <a:gd name="connsiteY161-7498" fmla="*/ 30742 h 4939827"/>
              <a:gd name="connsiteX162-7499" fmla="*/ 6986370 w 12192000"/>
              <a:gd name="connsiteY162-7500" fmla="*/ 12659 h 4939827"/>
              <a:gd name="connsiteX163-7501" fmla="*/ 6989536 w 12192000"/>
              <a:gd name="connsiteY163-7502" fmla="*/ 14528 h 4939827"/>
              <a:gd name="connsiteX164-7503" fmla="*/ 7015933 w 12192000"/>
              <a:gd name="connsiteY164-7504" fmla="*/ 9653 h 4939827"/>
              <a:gd name="connsiteX165-7505" fmla="*/ 7020592 w 12192000"/>
              <a:gd name="connsiteY165-7506" fmla="*/ 1651 h 4939827"/>
              <a:gd name="connsiteX166-7507" fmla="*/ 7025905 w 12192000"/>
              <a:gd name="connsiteY166-7508" fmla="*/ 0 h 4939827"/>
              <a:gd name="connsiteX0-7509" fmla="*/ 7025905 w 12192000"/>
              <a:gd name="connsiteY0-7510" fmla="*/ 0 h 4939827"/>
              <a:gd name="connsiteX1-7511" fmla="*/ 7032579 w 12192000"/>
              <a:gd name="connsiteY1-7512" fmla="*/ 2808 h 4939827"/>
              <a:gd name="connsiteX2-7513" fmla="*/ 7079505 w 12192000"/>
              <a:gd name="connsiteY2-7514" fmla="*/ 12971 h 4939827"/>
              <a:gd name="connsiteX3-7515" fmla="*/ 7158791 w 12192000"/>
              <a:gd name="connsiteY3-7516" fmla="*/ 12462 h 4939827"/>
              <a:gd name="connsiteX4-7517" fmla="*/ 7233338 w 12192000"/>
              <a:gd name="connsiteY4-7518" fmla="*/ 24846 h 4939827"/>
              <a:gd name="connsiteX5-7519" fmla="*/ 7259791 w 12192000"/>
              <a:gd name="connsiteY5-7520" fmla="*/ 29557 h 4939827"/>
              <a:gd name="connsiteX6-7521" fmla="*/ 7263923 w 12192000"/>
              <a:gd name="connsiteY6-7522" fmla="*/ 35029 h 4939827"/>
              <a:gd name="connsiteX7-7523" fmla="*/ 7281549 w 12192000"/>
              <a:gd name="connsiteY7-7524" fmla="*/ 39654 h 4939827"/>
              <a:gd name="connsiteX8-7525" fmla="*/ 7374735 w 12192000"/>
              <a:gd name="connsiteY8-7526" fmla="*/ 65326 h 4939827"/>
              <a:gd name="connsiteX9-7527" fmla="*/ 7376078 w 12192000"/>
              <a:gd name="connsiteY9-7528" fmla="*/ 63849 h 4939827"/>
              <a:gd name="connsiteX10-7529" fmla="*/ 7402026 w 12192000"/>
              <a:gd name="connsiteY10-7530" fmla="*/ 60308 h 4939827"/>
              <a:gd name="connsiteX11-7531" fmla="*/ 7415091 w 12192000"/>
              <a:gd name="connsiteY11-7532" fmla="*/ 77403 h 4939827"/>
              <a:gd name="connsiteX12-7533" fmla="*/ 7488682 w 12192000"/>
              <a:gd name="connsiteY12-7534" fmla="*/ 83440 h 4939827"/>
              <a:gd name="connsiteX13-7535" fmla="*/ 7588044 w 12192000"/>
              <a:gd name="connsiteY13-7536" fmla="*/ 110756 h 4939827"/>
              <a:gd name="connsiteX14-7537" fmla="*/ 7732750 w 12192000"/>
              <a:gd name="connsiteY14-7538" fmla="*/ 145456 h 4939827"/>
              <a:gd name="connsiteX15-7539" fmla="*/ 7785900 w 12192000"/>
              <a:gd name="connsiteY15-7540" fmla="*/ 154493 h 4939827"/>
              <a:gd name="connsiteX16-7541" fmla="*/ 7877301 w 12192000"/>
              <a:gd name="connsiteY16-7542" fmla="*/ 186153 h 4939827"/>
              <a:gd name="connsiteX17-7543" fmla="*/ 7952584 w 12192000"/>
              <a:gd name="connsiteY17-7544" fmla="*/ 170181 h 4939827"/>
              <a:gd name="connsiteX18-7545" fmla="*/ 8009534 w 12192000"/>
              <a:gd name="connsiteY18-7546" fmla="*/ 176441 h 4939827"/>
              <a:gd name="connsiteX19-7547" fmla="*/ 8058681 w 12192000"/>
              <a:gd name="connsiteY19-7548" fmla="*/ 219431 h 4939827"/>
              <a:gd name="connsiteX20-7549" fmla="*/ 8126175 w 12192000"/>
              <a:gd name="connsiteY20-7550" fmla="*/ 240005 h 4939827"/>
              <a:gd name="connsiteX21-7551" fmla="*/ 8166439 w 12192000"/>
              <a:gd name="connsiteY21-7552" fmla="*/ 252699 h 4939827"/>
              <a:gd name="connsiteX22-7553" fmla="*/ 8281371 w 12192000"/>
              <a:gd name="connsiteY22-7554" fmla="*/ 256875 h 4939827"/>
              <a:gd name="connsiteX23-7555" fmla="*/ 8381609 w 12192000"/>
              <a:gd name="connsiteY23-7556" fmla="*/ 240618 h 4939827"/>
              <a:gd name="connsiteX24-7557" fmla="*/ 8406759 w 12192000"/>
              <a:gd name="connsiteY24-7558" fmla="*/ 232517 h 4939827"/>
              <a:gd name="connsiteX25-7559" fmla="*/ 8426506 w 12192000"/>
              <a:gd name="connsiteY25-7560" fmla="*/ 241842 h 4939827"/>
              <a:gd name="connsiteX26-7561" fmla="*/ 8427949 w 12192000"/>
              <a:gd name="connsiteY26-7562" fmla="*/ 240981 h 4939827"/>
              <a:gd name="connsiteX27-7563" fmla="*/ 8441468 w 12192000"/>
              <a:gd name="connsiteY27-7564" fmla="*/ 241157 h 4939827"/>
              <a:gd name="connsiteX28-7565" fmla="*/ 8565757 w 12192000"/>
              <a:gd name="connsiteY28-7566" fmla="*/ 255317 h 4939827"/>
              <a:gd name="connsiteX29-7567" fmla="*/ 8573171 w 12192000"/>
              <a:gd name="connsiteY29-7568" fmla="*/ 258426 h 4939827"/>
              <a:gd name="connsiteX30-7569" fmla="*/ 8573548 w 12192000"/>
              <a:gd name="connsiteY30-7570" fmla="*/ 258241 h 4939827"/>
              <a:gd name="connsiteX31-7571" fmla="*/ 8581827 w 12192000"/>
              <a:gd name="connsiteY31-7572" fmla="*/ 261028 h 4939827"/>
              <a:gd name="connsiteX32-7573" fmla="*/ 8586687 w 12192000"/>
              <a:gd name="connsiteY32-7574" fmla="*/ 264089 h 4939827"/>
              <a:gd name="connsiteX33-7575" fmla="*/ 8601067 w 12192000"/>
              <a:gd name="connsiteY33-7576" fmla="*/ 270114 h 4939827"/>
              <a:gd name="connsiteX34-7577" fmla="*/ 8672650 w 12192000"/>
              <a:gd name="connsiteY34-7578" fmla="*/ 254821 h 4939827"/>
              <a:gd name="connsiteX35-7579" fmla="*/ 8785543 w 12192000"/>
              <a:gd name="connsiteY35-7580" fmla="*/ 263406 h 4939827"/>
              <a:gd name="connsiteX36-7581" fmla="*/ 8830588 w 12192000"/>
              <a:gd name="connsiteY36-7582" fmla="*/ 265483 h 4939827"/>
              <a:gd name="connsiteX37-7583" fmla="*/ 8905142 w 12192000"/>
              <a:gd name="connsiteY37-7584" fmla="*/ 264958 h 4939827"/>
              <a:gd name="connsiteX38-7585" fmla="*/ 8968582 w 12192000"/>
              <a:gd name="connsiteY38-7586" fmla="*/ 262728 h 4939827"/>
              <a:gd name="connsiteX39-7587" fmla="*/ 8972994 w 12192000"/>
              <a:gd name="connsiteY39-7588" fmla="*/ 263284 h 4939827"/>
              <a:gd name="connsiteX40-7589" fmla="*/ 9004605 w 12192000"/>
              <a:gd name="connsiteY40-7590" fmla="*/ 258041 h 4939827"/>
              <a:gd name="connsiteX41-7591" fmla="*/ 9016165 w 12192000"/>
              <a:gd name="connsiteY41-7592" fmla="*/ 261258 h 4939827"/>
              <a:gd name="connsiteX42-7593" fmla="*/ 9043297 w 12192000"/>
              <a:gd name="connsiteY42-7594" fmla="*/ 281547 h 4939827"/>
              <a:gd name="connsiteX43-7595" fmla="*/ 9048315 w 12192000"/>
              <a:gd name="connsiteY43-7596" fmla="*/ 279264 h 4939827"/>
              <a:gd name="connsiteX44-7597" fmla="*/ 9054706 w 12192000"/>
              <a:gd name="connsiteY44-7598" fmla="*/ 278538 h 4939827"/>
              <a:gd name="connsiteX45-7599" fmla="*/ 9070919 w 12192000"/>
              <a:gd name="connsiteY45-7600" fmla="*/ 281810 h 4939827"/>
              <a:gd name="connsiteX46-7601" fmla="*/ 9076813 w 12192000"/>
              <a:gd name="connsiteY46-7602" fmla="*/ 283909 h 4939827"/>
              <a:gd name="connsiteX47-7603" fmla="*/ 9085871 w 12192000"/>
              <a:gd name="connsiteY47-7604" fmla="*/ 285133 h 4939827"/>
              <a:gd name="connsiteX48-7605" fmla="*/ 9086159 w 12192000"/>
              <a:gd name="connsiteY48-7606" fmla="*/ 284887 h 4939827"/>
              <a:gd name="connsiteX49-7607" fmla="*/ 9134606 w 12192000"/>
              <a:gd name="connsiteY49-7608" fmla="*/ 288168 h 4939827"/>
              <a:gd name="connsiteX50-7609" fmla="*/ 9195590 w 12192000"/>
              <a:gd name="connsiteY50-7610" fmla="*/ 279568 h 4939827"/>
              <a:gd name="connsiteX51-7611" fmla="*/ 9219336 w 12192000"/>
              <a:gd name="connsiteY51-7612" fmla="*/ 278133 h 4939827"/>
              <a:gd name="connsiteX52-7613" fmla="*/ 9232362 w 12192000"/>
              <a:gd name="connsiteY52-7614" fmla="*/ 275894 h 4939827"/>
              <a:gd name="connsiteX53-7615" fmla="*/ 9233396 w 12192000"/>
              <a:gd name="connsiteY53-7616" fmla="*/ 274803 h 4939827"/>
              <a:gd name="connsiteX54-7617" fmla="*/ 9256213 w 12192000"/>
              <a:gd name="connsiteY54-7618" fmla="*/ 281576 h 4939827"/>
              <a:gd name="connsiteX55-7619" fmla="*/ 9262377 w 12192000"/>
              <a:gd name="connsiteY55-7620" fmla="*/ 286635 h 4939827"/>
              <a:gd name="connsiteX56-7621" fmla="*/ 9287089 w 12192000"/>
              <a:gd name="connsiteY56-7622" fmla="*/ 303891 h 4939827"/>
              <a:gd name="connsiteX57-7623" fmla="*/ 9371484 w 12192000"/>
              <a:gd name="connsiteY57-7624" fmla="*/ 329634 h 4939827"/>
              <a:gd name="connsiteX58-7625" fmla="*/ 9404829 w 12192000"/>
              <a:gd name="connsiteY58-7626" fmla="*/ 339038 h 4939827"/>
              <a:gd name="connsiteX59-7627" fmla="*/ 9427021 w 12192000"/>
              <a:gd name="connsiteY59-7628" fmla="*/ 358784 h 4939827"/>
              <a:gd name="connsiteX60-7629" fmla="*/ 9670844 w 12192000"/>
              <a:gd name="connsiteY60-7630" fmla="*/ 405128 h 4939827"/>
              <a:gd name="connsiteX61-7631" fmla="*/ 9816083 w 12192000"/>
              <a:gd name="connsiteY61-7632" fmla="*/ 416573 h 4939827"/>
              <a:gd name="connsiteX62-7633" fmla="*/ 9936741 w 12192000"/>
              <a:gd name="connsiteY62-7634" fmla="*/ 437044 h 4939827"/>
              <a:gd name="connsiteX63-7635" fmla="*/ 10050093 w 12192000"/>
              <a:gd name="connsiteY63-7636" fmla="*/ 443783 h 4939827"/>
              <a:gd name="connsiteX64-7637" fmla="*/ 10130090 w 12192000"/>
              <a:gd name="connsiteY64-7638" fmla="*/ 459520 h 4939827"/>
              <a:gd name="connsiteX65-7639" fmla="*/ 10173456 w 12192000"/>
              <a:gd name="connsiteY65-7640" fmla="*/ 457749 h 4939827"/>
              <a:gd name="connsiteX66-7641" fmla="*/ 10218232 w 12192000"/>
              <a:gd name="connsiteY66-7642" fmla="*/ 459820 h 4939827"/>
              <a:gd name="connsiteX67-7643" fmla="*/ 10354176 w 12192000"/>
              <a:gd name="connsiteY67-7644" fmla="*/ 471377 h 4939827"/>
              <a:gd name="connsiteX68-7645" fmla="*/ 10430681 w 12192000"/>
              <a:gd name="connsiteY68-7646" fmla="*/ 481226 h 4939827"/>
              <a:gd name="connsiteX69-7647" fmla="*/ 10478169 w 12192000"/>
              <a:gd name="connsiteY69-7648" fmla="*/ 481774 h 4939827"/>
              <a:gd name="connsiteX70-7649" fmla="*/ 10540907 w 12192000"/>
              <a:gd name="connsiteY70-7650" fmla="*/ 485607 h 4939827"/>
              <a:gd name="connsiteX71-7651" fmla="*/ 10614941 w 12192000"/>
              <a:gd name="connsiteY71-7652" fmla="*/ 487592 h 4939827"/>
              <a:gd name="connsiteX72-7653" fmla="*/ 10674098 w 12192000"/>
              <a:gd name="connsiteY72-7654" fmla="*/ 521656 h 4939827"/>
              <a:gd name="connsiteX73-7655" fmla="*/ 10874834 w 12192000"/>
              <a:gd name="connsiteY73-7656" fmla="*/ 574867 h 4939827"/>
              <a:gd name="connsiteX74-7657" fmla="*/ 10944981 w 12192000"/>
              <a:gd name="connsiteY74-7658" fmla="*/ 615042 h 4939827"/>
              <a:gd name="connsiteX75-7659" fmla="*/ 11006376 w 12192000"/>
              <a:gd name="connsiteY75-7660" fmla="*/ 645957 h 4939827"/>
              <a:gd name="connsiteX76-7661" fmla="*/ 11076308 w 12192000"/>
              <a:gd name="connsiteY76-7662" fmla="*/ 675698 h 4939827"/>
              <a:gd name="connsiteX77-7663" fmla="*/ 11148789 w 12192000"/>
              <a:gd name="connsiteY77-7664" fmla="*/ 685041 h 4939827"/>
              <a:gd name="connsiteX78-7665" fmla="*/ 11249129 w 12192000"/>
              <a:gd name="connsiteY78-7666" fmla="*/ 684218 h 4939827"/>
              <a:gd name="connsiteX79-7667" fmla="*/ 11299915 w 12192000"/>
              <a:gd name="connsiteY79-7668" fmla="*/ 692177 h 4939827"/>
              <a:gd name="connsiteX80-7669" fmla="*/ 11386973 w 12192000"/>
              <a:gd name="connsiteY80-7670" fmla="*/ 708209 h 4939827"/>
              <a:gd name="connsiteX81-7671" fmla="*/ 11500105 w 12192000"/>
              <a:gd name="connsiteY81-7672" fmla="*/ 735014 h 4939827"/>
              <a:gd name="connsiteX82-7673" fmla="*/ 11621735 w 12192000"/>
              <a:gd name="connsiteY82-7674" fmla="*/ 789584 h 4939827"/>
              <a:gd name="connsiteX83-7675" fmla="*/ 11691200 w 12192000"/>
              <a:gd name="connsiteY83-7676" fmla="*/ 867902 h 4939827"/>
              <a:gd name="connsiteX84-7677" fmla="*/ 11819427 w 12192000"/>
              <a:gd name="connsiteY84-7678" fmla="*/ 911634 h 4939827"/>
              <a:gd name="connsiteX85-7679" fmla="*/ 11969720 w 12192000"/>
              <a:gd name="connsiteY85-7680" fmla="*/ 964737 h 4939827"/>
              <a:gd name="connsiteX86-7681" fmla="*/ 12055766 w 12192000"/>
              <a:gd name="connsiteY86-7682" fmla="*/ 991268 h 4939827"/>
              <a:gd name="connsiteX87-7683" fmla="*/ 12171539 w 12192000"/>
              <a:gd name="connsiteY87-7684" fmla="*/ 995427 h 4939827"/>
              <a:gd name="connsiteX88-7685" fmla="*/ 12187831 w 12192000"/>
              <a:gd name="connsiteY88-7686" fmla="*/ 996580 h 4939827"/>
              <a:gd name="connsiteX89-7687" fmla="*/ 12192000 w 12192000"/>
              <a:gd name="connsiteY89-7688" fmla="*/ 996726 h 4939827"/>
              <a:gd name="connsiteX90-7689" fmla="*/ 12192000 w 12192000"/>
              <a:gd name="connsiteY90-7690" fmla="*/ 4939827 h 4939827"/>
              <a:gd name="connsiteX91-7691" fmla="*/ 0 w 12192000"/>
              <a:gd name="connsiteY91-7692" fmla="*/ 4939827 h 4939827"/>
              <a:gd name="connsiteX92-7693" fmla="*/ 0 w 12192000"/>
              <a:gd name="connsiteY92-7694" fmla="*/ 512043 h 4939827"/>
              <a:gd name="connsiteX93-7695" fmla="*/ 7381 w 12192000"/>
              <a:gd name="connsiteY93-7696" fmla="*/ 512580 h 4939827"/>
              <a:gd name="connsiteX94-7697" fmla="*/ 100029 w 12192000"/>
              <a:gd name="connsiteY94-7698" fmla="*/ 504758 h 4939827"/>
              <a:gd name="connsiteX95-7699" fmla="*/ 155244 w 12192000"/>
              <a:gd name="connsiteY95-7700" fmla="*/ 525130 h 4939827"/>
              <a:gd name="connsiteX96-7701" fmla="*/ 254366 w 12192000"/>
              <a:gd name="connsiteY96-7702" fmla="*/ 534449 h 4939827"/>
              <a:gd name="connsiteX97-7703" fmla="*/ 447292 w 12192000"/>
              <a:gd name="connsiteY97-7704" fmla="*/ 542725 h 4939827"/>
              <a:gd name="connsiteX98-7705" fmla="*/ 628105 w 12192000"/>
              <a:gd name="connsiteY98-7706" fmla="*/ 547853 h 4939827"/>
              <a:gd name="connsiteX99-7707" fmla="*/ 783146 w 12192000"/>
              <a:gd name="connsiteY99-7708" fmla="*/ 591799 h 4939827"/>
              <a:gd name="connsiteX100-7709" fmla="*/ 1043676 w 12192000"/>
              <a:gd name="connsiteY100-7710" fmla="*/ 591887 h 4939827"/>
              <a:gd name="connsiteX101-7711" fmla="*/ 1281816 w 12192000"/>
              <a:gd name="connsiteY101-7712" fmla="*/ 520946 h 4939827"/>
              <a:gd name="connsiteX102-7713" fmla="*/ 1486347 w 12192000"/>
              <a:gd name="connsiteY102-7714" fmla="*/ 487310 h 4939827"/>
              <a:gd name="connsiteX103-7715" fmla="*/ 1568079 w 12192000"/>
              <a:gd name="connsiteY103-7716" fmla="*/ 462531 h 4939827"/>
              <a:gd name="connsiteX104-7717" fmla="*/ 1622516 w 12192000"/>
              <a:gd name="connsiteY104-7718" fmla="*/ 466058 h 4939827"/>
              <a:gd name="connsiteX105-7719" fmla="*/ 1655457 w 12192000"/>
              <a:gd name="connsiteY105-7720" fmla="*/ 465359 h 4939827"/>
              <a:gd name="connsiteX106-7721" fmla="*/ 1717454 w 12192000"/>
              <a:gd name="connsiteY106-7722" fmla="*/ 417203 h 4939827"/>
              <a:gd name="connsiteX107-7723" fmla="*/ 1913794 w 12192000"/>
              <a:gd name="connsiteY107-7724" fmla="*/ 365255 h 4939827"/>
              <a:gd name="connsiteX108-7725" fmla="*/ 2129762 w 12192000"/>
              <a:gd name="connsiteY108-7726" fmla="*/ 367832 h 4939827"/>
              <a:gd name="connsiteX109-7727" fmla="*/ 2376970 w 12192000"/>
              <a:gd name="connsiteY109-7728" fmla="*/ 350129 h 4939827"/>
              <a:gd name="connsiteX110-7729" fmla="*/ 2480155 w 12192000"/>
              <a:gd name="connsiteY110-7730" fmla="*/ 359227 h 4939827"/>
              <a:gd name="connsiteX111-7731" fmla="*/ 2586782 w 12192000"/>
              <a:gd name="connsiteY111-7732" fmla="*/ 339352 h 4939827"/>
              <a:gd name="connsiteX112-7733" fmla="*/ 2679617 w 12192000"/>
              <a:gd name="connsiteY112-7734" fmla="*/ 305383 h 4939827"/>
              <a:gd name="connsiteX113-7735" fmla="*/ 2788947 w 12192000"/>
              <a:gd name="connsiteY113-7736" fmla="*/ 250375 h 4939827"/>
              <a:gd name="connsiteX114-7737" fmla="*/ 2965530 w 12192000"/>
              <a:gd name="connsiteY114-7738" fmla="*/ 245958 h 4939827"/>
              <a:gd name="connsiteX115-7739" fmla="*/ 3103677 w 12192000"/>
              <a:gd name="connsiteY115-7740" fmla="*/ 209527 h 4939827"/>
              <a:gd name="connsiteX116-7741" fmla="*/ 3126759 w 12192000"/>
              <a:gd name="connsiteY116-7742" fmla="*/ 211226 h 4939827"/>
              <a:gd name="connsiteX117-7743" fmla="*/ 3164020 w 12192000"/>
              <a:gd name="connsiteY117-7744" fmla="*/ 212779 h 4939827"/>
              <a:gd name="connsiteX118-7745" fmla="*/ 3285019 w 12192000"/>
              <a:gd name="connsiteY118-7746" fmla="*/ 220535 h 4939827"/>
              <a:gd name="connsiteX119-7747" fmla="*/ 3365154 w 12192000"/>
              <a:gd name="connsiteY119-7748" fmla="*/ 226416 h 4939827"/>
              <a:gd name="connsiteX120-7749" fmla="*/ 3367507 w 12192000"/>
              <a:gd name="connsiteY120-7750" fmla="*/ 225416 h 4939827"/>
              <a:gd name="connsiteX121-7751" fmla="*/ 3387567 w 12192000"/>
              <a:gd name="connsiteY121-7752" fmla="*/ 227103 h 4939827"/>
              <a:gd name="connsiteX122-7753" fmla="*/ 3498001 w 12192000"/>
              <a:gd name="connsiteY122-7754" fmla="*/ 231941 h 4939827"/>
              <a:gd name="connsiteX123-7755" fmla="*/ 3561557 w 12192000"/>
              <a:gd name="connsiteY123-7756" fmla="*/ 228095 h 4939827"/>
              <a:gd name="connsiteX124-7757" fmla="*/ 3611920 w 12192000"/>
              <a:gd name="connsiteY124-7758" fmla="*/ 218094 h 4939827"/>
              <a:gd name="connsiteX125-7759" fmla="*/ 3620528 w 12192000"/>
              <a:gd name="connsiteY125-7760" fmla="*/ 218788 h 4939827"/>
              <a:gd name="connsiteX126-7761" fmla="*/ 3620766 w 12192000"/>
              <a:gd name="connsiteY126-7762" fmla="*/ 218511 h 4939827"/>
              <a:gd name="connsiteX127-7763" fmla="*/ 3629977 w 12192000"/>
              <a:gd name="connsiteY127-7764" fmla="*/ 218664 h 4939827"/>
              <a:gd name="connsiteX128-7765" fmla="*/ 3636217 w 12192000"/>
              <a:gd name="connsiteY128-7766" fmla="*/ 220048 h 4939827"/>
              <a:gd name="connsiteX129-7767" fmla="*/ 3709484 w 12192000"/>
              <a:gd name="connsiteY129-7768" fmla="*/ 186927 h 4939827"/>
              <a:gd name="connsiteX130-7769" fmla="*/ 3761342 w 12192000"/>
              <a:gd name="connsiteY130-7770" fmla="*/ 177474 h 4939827"/>
              <a:gd name="connsiteX131-7771" fmla="*/ 3799748 w 12192000"/>
              <a:gd name="connsiteY131-7772" fmla="*/ 167154 h 4939827"/>
              <a:gd name="connsiteX132-7773" fmla="*/ 3922756 w 12192000"/>
              <a:gd name="connsiteY132-7774" fmla="*/ 194044 h 4939827"/>
              <a:gd name="connsiteX133-7775" fmla="*/ 4028476 w 12192000"/>
              <a:gd name="connsiteY133-7776" fmla="*/ 223679 h 4939827"/>
              <a:gd name="connsiteX134-7777" fmla="*/ 4191582 w 12192000"/>
              <a:gd name="connsiteY134-7778" fmla="*/ 238952 h 4939827"/>
              <a:gd name="connsiteX135-7779" fmla="*/ 4251024 w 12192000"/>
              <a:gd name="connsiteY135-7780" fmla="*/ 240874 h 4939827"/>
              <a:gd name="connsiteX136-7781" fmla="*/ 4355275 w 12192000"/>
              <a:gd name="connsiteY136-7782" fmla="*/ 260205 h 4939827"/>
              <a:gd name="connsiteX137-7783" fmla="*/ 4423807 w 12192000"/>
              <a:gd name="connsiteY137-7784" fmla="*/ 270366 h 4939827"/>
              <a:gd name="connsiteX138-7785" fmla="*/ 4558432 w 12192000"/>
              <a:gd name="connsiteY138-7786" fmla="*/ 269194 h 4939827"/>
              <a:gd name="connsiteX139-7787" fmla="*/ 4635061 w 12192000"/>
              <a:gd name="connsiteY139-7788" fmla="*/ 280682 h 4939827"/>
              <a:gd name="connsiteX140-7789" fmla="*/ 4807427 w 12192000"/>
              <a:gd name="connsiteY140-7790" fmla="*/ 276835 h 4939827"/>
              <a:gd name="connsiteX141-7791" fmla="*/ 5028933 w 12192000"/>
              <a:gd name="connsiteY141-7792" fmla="*/ 183887 h 4939827"/>
              <a:gd name="connsiteX142-7793" fmla="*/ 5093642 w 12192000"/>
              <a:gd name="connsiteY142-7794" fmla="*/ 177214 h 4939827"/>
              <a:gd name="connsiteX143-7795" fmla="*/ 5102642 w 12192000"/>
              <a:gd name="connsiteY143-7796" fmla="*/ 186816 h 4939827"/>
              <a:gd name="connsiteX144-7797" fmla="*/ 5193590 w 12192000"/>
              <a:gd name="connsiteY144-7798" fmla="*/ 156458 h 4939827"/>
              <a:gd name="connsiteX145-7799" fmla="*/ 5323922 w 12192000"/>
              <a:gd name="connsiteY145-7800" fmla="*/ 146332 h 4939827"/>
              <a:gd name="connsiteX146-7801" fmla="*/ 5421860 w 12192000"/>
              <a:gd name="connsiteY146-7802" fmla="*/ 167298 h 4939827"/>
              <a:gd name="connsiteX147-7803" fmla="*/ 5476948 w 12192000"/>
              <a:gd name="connsiteY147-7804" fmla="*/ 173249 h 4939827"/>
              <a:gd name="connsiteX148-7805" fmla="*/ 5516842 w 12192000"/>
              <a:gd name="connsiteY148-7806" fmla="*/ 184018 h 4939827"/>
              <a:gd name="connsiteX149-7807" fmla="*/ 5619415 w 12192000"/>
              <a:gd name="connsiteY149-7808" fmla="*/ 176781 h 4939827"/>
              <a:gd name="connsiteX150-7809" fmla="*/ 5789867 w 12192000"/>
              <a:gd name="connsiteY150-7810" fmla="*/ 150304 h 4939827"/>
              <a:gd name="connsiteX151-7811" fmla="*/ 5825953 w 12192000"/>
              <a:gd name="connsiteY151-7812" fmla="*/ 147907 h 4939827"/>
              <a:gd name="connsiteX152-7813" fmla="*/ 5856168 w 12192000"/>
              <a:gd name="connsiteY152-7814" fmla="*/ 158719 h 4939827"/>
              <a:gd name="connsiteX153-7815" fmla="*/ 5862476 w 12192000"/>
              <a:gd name="connsiteY153-7816" fmla="*/ 172447 h 4939827"/>
              <a:gd name="connsiteX154-7817" fmla="*/ 5882195 w 12192000"/>
              <a:gd name="connsiteY154-7818" fmla="*/ 173195 h 4939827"/>
              <a:gd name="connsiteX155-7819" fmla="*/ 5887271 w 12192000"/>
              <a:gd name="connsiteY155-7820" fmla="*/ 176084 h 4939827"/>
              <a:gd name="connsiteX156-7821" fmla="*/ 5921577 w 12192000"/>
              <a:gd name="connsiteY156-7822" fmla="*/ 169858 h 4939827"/>
              <a:gd name="connsiteX157-7823" fmla="*/ 5983240 w 12192000"/>
              <a:gd name="connsiteY157-7824" fmla="*/ 152755 h 4939827"/>
              <a:gd name="connsiteX158-7825" fmla="*/ 6152287 w 12192000"/>
              <a:gd name="connsiteY158-7826" fmla="*/ 116736 h 4939827"/>
              <a:gd name="connsiteX159-7827" fmla="*/ 6415830 w 12192000"/>
              <a:gd name="connsiteY159-7828" fmla="*/ 136006 h 4939827"/>
              <a:gd name="connsiteX160-7829" fmla="*/ 6756965 w 12192000"/>
              <a:gd name="connsiteY160-7830" fmla="*/ 57636 h 4939827"/>
              <a:gd name="connsiteX161-7831" fmla="*/ 6819400 w 12192000"/>
              <a:gd name="connsiteY161-7832" fmla="*/ 30742 h 4939827"/>
              <a:gd name="connsiteX162-7833" fmla="*/ 6986370 w 12192000"/>
              <a:gd name="connsiteY162-7834" fmla="*/ 12659 h 4939827"/>
              <a:gd name="connsiteX163-7835" fmla="*/ 6989536 w 12192000"/>
              <a:gd name="connsiteY163-7836" fmla="*/ 14528 h 4939827"/>
              <a:gd name="connsiteX164-7837" fmla="*/ 7015933 w 12192000"/>
              <a:gd name="connsiteY164-7838" fmla="*/ 9653 h 4939827"/>
              <a:gd name="connsiteX165-7839" fmla="*/ 7020592 w 12192000"/>
              <a:gd name="connsiteY165-7840" fmla="*/ 1651 h 4939827"/>
              <a:gd name="connsiteX166-7841" fmla="*/ 7025905 w 12192000"/>
              <a:gd name="connsiteY166-7842" fmla="*/ 0 h 4939827"/>
              <a:gd name="connsiteX0-7843" fmla="*/ 7025905 w 12192000"/>
              <a:gd name="connsiteY0-7844" fmla="*/ 0 h 4939827"/>
              <a:gd name="connsiteX1-7845" fmla="*/ 7032579 w 12192000"/>
              <a:gd name="connsiteY1-7846" fmla="*/ 2808 h 4939827"/>
              <a:gd name="connsiteX2-7847" fmla="*/ 7079505 w 12192000"/>
              <a:gd name="connsiteY2-7848" fmla="*/ 12971 h 4939827"/>
              <a:gd name="connsiteX3-7849" fmla="*/ 7158791 w 12192000"/>
              <a:gd name="connsiteY3-7850" fmla="*/ 12462 h 4939827"/>
              <a:gd name="connsiteX4-7851" fmla="*/ 7233338 w 12192000"/>
              <a:gd name="connsiteY4-7852" fmla="*/ 24846 h 4939827"/>
              <a:gd name="connsiteX5-7853" fmla="*/ 7259791 w 12192000"/>
              <a:gd name="connsiteY5-7854" fmla="*/ 29557 h 4939827"/>
              <a:gd name="connsiteX6-7855" fmla="*/ 7263923 w 12192000"/>
              <a:gd name="connsiteY6-7856" fmla="*/ 35029 h 4939827"/>
              <a:gd name="connsiteX7-7857" fmla="*/ 7281549 w 12192000"/>
              <a:gd name="connsiteY7-7858" fmla="*/ 39654 h 4939827"/>
              <a:gd name="connsiteX8-7859" fmla="*/ 7374735 w 12192000"/>
              <a:gd name="connsiteY8-7860" fmla="*/ 65326 h 4939827"/>
              <a:gd name="connsiteX9-7861" fmla="*/ 7376078 w 12192000"/>
              <a:gd name="connsiteY9-7862" fmla="*/ 63849 h 4939827"/>
              <a:gd name="connsiteX10-7863" fmla="*/ 7402026 w 12192000"/>
              <a:gd name="connsiteY10-7864" fmla="*/ 60308 h 4939827"/>
              <a:gd name="connsiteX11-7865" fmla="*/ 7415091 w 12192000"/>
              <a:gd name="connsiteY11-7866" fmla="*/ 77403 h 4939827"/>
              <a:gd name="connsiteX12-7867" fmla="*/ 7488682 w 12192000"/>
              <a:gd name="connsiteY12-7868" fmla="*/ 83440 h 4939827"/>
              <a:gd name="connsiteX13-7869" fmla="*/ 7588044 w 12192000"/>
              <a:gd name="connsiteY13-7870" fmla="*/ 110756 h 4939827"/>
              <a:gd name="connsiteX14-7871" fmla="*/ 7732750 w 12192000"/>
              <a:gd name="connsiteY14-7872" fmla="*/ 145456 h 4939827"/>
              <a:gd name="connsiteX15-7873" fmla="*/ 7785900 w 12192000"/>
              <a:gd name="connsiteY15-7874" fmla="*/ 154493 h 4939827"/>
              <a:gd name="connsiteX16-7875" fmla="*/ 7877301 w 12192000"/>
              <a:gd name="connsiteY16-7876" fmla="*/ 186153 h 4939827"/>
              <a:gd name="connsiteX17-7877" fmla="*/ 7952584 w 12192000"/>
              <a:gd name="connsiteY17-7878" fmla="*/ 170181 h 4939827"/>
              <a:gd name="connsiteX18-7879" fmla="*/ 8009534 w 12192000"/>
              <a:gd name="connsiteY18-7880" fmla="*/ 176441 h 4939827"/>
              <a:gd name="connsiteX19-7881" fmla="*/ 8058681 w 12192000"/>
              <a:gd name="connsiteY19-7882" fmla="*/ 219431 h 4939827"/>
              <a:gd name="connsiteX20-7883" fmla="*/ 8126175 w 12192000"/>
              <a:gd name="connsiteY20-7884" fmla="*/ 240005 h 4939827"/>
              <a:gd name="connsiteX21-7885" fmla="*/ 8166439 w 12192000"/>
              <a:gd name="connsiteY21-7886" fmla="*/ 252699 h 4939827"/>
              <a:gd name="connsiteX22-7887" fmla="*/ 8281371 w 12192000"/>
              <a:gd name="connsiteY22-7888" fmla="*/ 256875 h 4939827"/>
              <a:gd name="connsiteX23-7889" fmla="*/ 8381609 w 12192000"/>
              <a:gd name="connsiteY23-7890" fmla="*/ 240618 h 4939827"/>
              <a:gd name="connsiteX24-7891" fmla="*/ 8406759 w 12192000"/>
              <a:gd name="connsiteY24-7892" fmla="*/ 232517 h 4939827"/>
              <a:gd name="connsiteX25-7893" fmla="*/ 8426506 w 12192000"/>
              <a:gd name="connsiteY25-7894" fmla="*/ 241842 h 4939827"/>
              <a:gd name="connsiteX26-7895" fmla="*/ 8427949 w 12192000"/>
              <a:gd name="connsiteY26-7896" fmla="*/ 240981 h 4939827"/>
              <a:gd name="connsiteX27-7897" fmla="*/ 8441468 w 12192000"/>
              <a:gd name="connsiteY27-7898" fmla="*/ 241157 h 4939827"/>
              <a:gd name="connsiteX28-7899" fmla="*/ 8565757 w 12192000"/>
              <a:gd name="connsiteY28-7900" fmla="*/ 255317 h 4939827"/>
              <a:gd name="connsiteX29-7901" fmla="*/ 8573171 w 12192000"/>
              <a:gd name="connsiteY29-7902" fmla="*/ 258426 h 4939827"/>
              <a:gd name="connsiteX30-7903" fmla="*/ 8573548 w 12192000"/>
              <a:gd name="connsiteY30-7904" fmla="*/ 258241 h 4939827"/>
              <a:gd name="connsiteX31-7905" fmla="*/ 8581827 w 12192000"/>
              <a:gd name="connsiteY31-7906" fmla="*/ 261028 h 4939827"/>
              <a:gd name="connsiteX32-7907" fmla="*/ 8586687 w 12192000"/>
              <a:gd name="connsiteY32-7908" fmla="*/ 264089 h 4939827"/>
              <a:gd name="connsiteX33-7909" fmla="*/ 8601067 w 12192000"/>
              <a:gd name="connsiteY33-7910" fmla="*/ 270114 h 4939827"/>
              <a:gd name="connsiteX34-7911" fmla="*/ 8672650 w 12192000"/>
              <a:gd name="connsiteY34-7912" fmla="*/ 254821 h 4939827"/>
              <a:gd name="connsiteX35-7913" fmla="*/ 8785543 w 12192000"/>
              <a:gd name="connsiteY35-7914" fmla="*/ 263406 h 4939827"/>
              <a:gd name="connsiteX36-7915" fmla="*/ 8830588 w 12192000"/>
              <a:gd name="connsiteY36-7916" fmla="*/ 265483 h 4939827"/>
              <a:gd name="connsiteX37-7917" fmla="*/ 8905142 w 12192000"/>
              <a:gd name="connsiteY37-7918" fmla="*/ 264958 h 4939827"/>
              <a:gd name="connsiteX38-7919" fmla="*/ 8968582 w 12192000"/>
              <a:gd name="connsiteY38-7920" fmla="*/ 262728 h 4939827"/>
              <a:gd name="connsiteX39-7921" fmla="*/ 8972994 w 12192000"/>
              <a:gd name="connsiteY39-7922" fmla="*/ 263284 h 4939827"/>
              <a:gd name="connsiteX40-7923" fmla="*/ 9004605 w 12192000"/>
              <a:gd name="connsiteY40-7924" fmla="*/ 258041 h 4939827"/>
              <a:gd name="connsiteX41-7925" fmla="*/ 9016165 w 12192000"/>
              <a:gd name="connsiteY41-7926" fmla="*/ 261258 h 4939827"/>
              <a:gd name="connsiteX42-7927" fmla="*/ 9043297 w 12192000"/>
              <a:gd name="connsiteY42-7928" fmla="*/ 281547 h 4939827"/>
              <a:gd name="connsiteX43-7929" fmla="*/ 9048315 w 12192000"/>
              <a:gd name="connsiteY43-7930" fmla="*/ 279264 h 4939827"/>
              <a:gd name="connsiteX44-7931" fmla="*/ 9054706 w 12192000"/>
              <a:gd name="connsiteY44-7932" fmla="*/ 278538 h 4939827"/>
              <a:gd name="connsiteX45-7933" fmla="*/ 9070919 w 12192000"/>
              <a:gd name="connsiteY45-7934" fmla="*/ 281810 h 4939827"/>
              <a:gd name="connsiteX46-7935" fmla="*/ 9076813 w 12192000"/>
              <a:gd name="connsiteY46-7936" fmla="*/ 283909 h 4939827"/>
              <a:gd name="connsiteX47-7937" fmla="*/ 9085871 w 12192000"/>
              <a:gd name="connsiteY47-7938" fmla="*/ 285133 h 4939827"/>
              <a:gd name="connsiteX48-7939" fmla="*/ 9086159 w 12192000"/>
              <a:gd name="connsiteY48-7940" fmla="*/ 284887 h 4939827"/>
              <a:gd name="connsiteX49-7941" fmla="*/ 9134606 w 12192000"/>
              <a:gd name="connsiteY49-7942" fmla="*/ 288168 h 4939827"/>
              <a:gd name="connsiteX50-7943" fmla="*/ 9195590 w 12192000"/>
              <a:gd name="connsiteY50-7944" fmla="*/ 279568 h 4939827"/>
              <a:gd name="connsiteX51-7945" fmla="*/ 9219336 w 12192000"/>
              <a:gd name="connsiteY51-7946" fmla="*/ 278133 h 4939827"/>
              <a:gd name="connsiteX52-7947" fmla="*/ 9232362 w 12192000"/>
              <a:gd name="connsiteY52-7948" fmla="*/ 275894 h 4939827"/>
              <a:gd name="connsiteX53-7949" fmla="*/ 9233396 w 12192000"/>
              <a:gd name="connsiteY53-7950" fmla="*/ 274803 h 4939827"/>
              <a:gd name="connsiteX54-7951" fmla="*/ 9256213 w 12192000"/>
              <a:gd name="connsiteY54-7952" fmla="*/ 281576 h 4939827"/>
              <a:gd name="connsiteX55-7953" fmla="*/ 9262377 w 12192000"/>
              <a:gd name="connsiteY55-7954" fmla="*/ 286635 h 4939827"/>
              <a:gd name="connsiteX56-7955" fmla="*/ 9287089 w 12192000"/>
              <a:gd name="connsiteY56-7956" fmla="*/ 303891 h 4939827"/>
              <a:gd name="connsiteX57-7957" fmla="*/ 9371484 w 12192000"/>
              <a:gd name="connsiteY57-7958" fmla="*/ 329634 h 4939827"/>
              <a:gd name="connsiteX58-7959" fmla="*/ 9404829 w 12192000"/>
              <a:gd name="connsiteY58-7960" fmla="*/ 339038 h 4939827"/>
              <a:gd name="connsiteX59-7961" fmla="*/ 9427021 w 12192000"/>
              <a:gd name="connsiteY59-7962" fmla="*/ 358784 h 4939827"/>
              <a:gd name="connsiteX60-7963" fmla="*/ 9670844 w 12192000"/>
              <a:gd name="connsiteY60-7964" fmla="*/ 405128 h 4939827"/>
              <a:gd name="connsiteX61-7965" fmla="*/ 9816083 w 12192000"/>
              <a:gd name="connsiteY61-7966" fmla="*/ 416573 h 4939827"/>
              <a:gd name="connsiteX62-7967" fmla="*/ 9936741 w 12192000"/>
              <a:gd name="connsiteY62-7968" fmla="*/ 437044 h 4939827"/>
              <a:gd name="connsiteX63-7969" fmla="*/ 10050093 w 12192000"/>
              <a:gd name="connsiteY63-7970" fmla="*/ 443783 h 4939827"/>
              <a:gd name="connsiteX64-7971" fmla="*/ 10130090 w 12192000"/>
              <a:gd name="connsiteY64-7972" fmla="*/ 459520 h 4939827"/>
              <a:gd name="connsiteX65-7973" fmla="*/ 10173456 w 12192000"/>
              <a:gd name="connsiteY65-7974" fmla="*/ 457749 h 4939827"/>
              <a:gd name="connsiteX66-7975" fmla="*/ 10218232 w 12192000"/>
              <a:gd name="connsiteY66-7976" fmla="*/ 459820 h 4939827"/>
              <a:gd name="connsiteX67-7977" fmla="*/ 10354176 w 12192000"/>
              <a:gd name="connsiteY67-7978" fmla="*/ 471377 h 4939827"/>
              <a:gd name="connsiteX68-7979" fmla="*/ 10430681 w 12192000"/>
              <a:gd name="connsiteY68-7980" fmla="*/ 481226 h 4939827"/>
              <a:gd name="connsiteX69-7981" fmla="*/ 10478169 w 12192000"/>
              <a:gd name="connsiteY69-7982" fmla="*/ 481774 h 4939827"/>
              <a:gd name="connsiteX70-7983" fmla="*/ 10540907 w 12192000"/>
              <a:gd name="connsiteY70-7984" fmla="*/ 485607 h 4939827"/>
              <a:gd name="connsiteX71-7985" fmla="*/ 10614941 w 12192000"/>
              <a:gd name="connsiteY71-7986" fmla="*/ 487592 h 4939827"/>
              <a:gd name="connsiteX72-7987" fmla="*/ 10674098 w 12192000"/>
              <a:gd name="connsiteY72-7988" fmla="*/ 521656 h 4939827"/>
              <a:gd name="connsiteX73-7989" fmla="*/ 10874834 w 12192000"/>
              <a:gd name="connsiteY73-7990" fmla="*/ 574867 h 4939827"/>
              <a:gd name="connsiteX74-7991" fmla="*/ 10944981 w 12192000"/>
              <a:gd name="connsiteY74-7992" fmla="*/ 615042 h 4939827"/>
              <a:gd name="connsiteX75-7993" fmla="*/ 11006376 w 12192000"/>
              <a:gd name="connsiteY75-7994" fmla="*/ 645957 h 4939827"/>
              <a:gd name="connsiteX76-7995" fmla="*/ 11076308 w 12192000"/>
              <a:gd name="connsiteY76-7996" fmla="*/ 675698 h 4939827"/>
              <a:gd name="connsiteX77-7997" fmla="*/ 11148789 w 12192000"/>
              <a:gd name="connsiteY77-7998" fmla="*/ 685041 h 4939827"/>
              <a:gd name="connsiteX78-7999" fmla="*/ 11249129 w 12192000"/>
              <a:gd name="connsiteY78-8000" fmla="*/ 684218 h 4939827"/>
              <a:gd name="connsiteX79-8001" fmla="*/ 11299915 w 12192000"/>
              <a:gd name="connsiteY79-8002" fmla="*/ 692177 h 4939827"/>
              <a:gd name="connsiteX80-8003" fmla="*/ 11386973 w 12192000"/>
              <a:gd name="connsiteY80-8004" fmla="*/ 708209 h 4939827"/>
              <a:gd name="connsiteX81-8005" fmla="*/ 11500105 w 12192000"/>
              <a:gd name="connsiteY81-8006" fmla="*/ 735014 h 4939827"/>
              <a:gd name="connsiteX82-8007" fmla="*/ 11621735 w 12192000"/>
              <a:gd name="connsiteY82-8008" fmla="*/ 789584 h 4939827"/>
              <a:gd name="connsiteX83-8009" fmla="*/ 11691200 w 12192000"/>
              <a:gd name="connsiteY83-8010" fmla="*/ 867902 h 4939827"/>
              <a:gd name="connsiteX84-8011" fmla="*/ 11819427 w 12192000"/>
              <a:gd name="connsiteY84-8012" fmla="*/ 911634 h 4939827"/>
              <a:gd name="connsiteX85-8013" fmla="*/ 11969720 w 12192000"/>
              <a:gd name="connsiteY85-8014" fmla="*/ 964737 h 4939827"/>
              <a:gd name="connsiteX86-8015" fmla="*/ 12055766 w 12192000"/>
              <a:gd name="connsiteY86-8016" fmla="*/ 991268 h 4939827"/>
              <a:gd name="connsiteX87-8017" fmla="*/ 12171539 w 12192000"/>
              <a:gd name="connsiteY87-8018" fmla="*/ 995427 h 4939827"/>
              <a:gd name="connsiteX88-8019" fmla="*/ 12187831 w 12192000"/>
              <a:gd name="connsiteY88-8020" fmla="*/ 996580 h 4939827"/>
              <a:gd name="connsiteX89-8021" fmla="*/ 12192000 w 12192000"/>
              <a:gd name="connsiteY89-8022" fmla="*/ 996726 h 4939827"/>
              <a:gd name="connsiteX90-8023" fmla="*/ 12192000 w 12192000"/>
              <a:gd name="connsiteY90-8024" fmla="*/ 4939827 h 4939827"/>
              <a:gd name="connsiteX91-8025" fmla="*/ 0 w 12192000"/>
              <a:gd name="connsiteY91-8026" fmla="*/ 4939827 h 4939827"/>
              <a:gd name="connsiteX92-8027" fmla="*/ 0 w 12192000"/>
              <a:gd name="connsiteY92-8028" fmla="*/ 512043 h 4939827"/>
              <a:gd name="connsiteX93-8029" fmla="*/ 7381 w 12192000"/>
              <a:gd name="connsiteY93-8030" fmla="*/ 512580 h 4939827"/>
              <a:gd name="connsiteX94-8031" fmla="*/ 100029 w 12192000"/>
              <a:gd name="connsiteY94-8032" fmla="*/ 504758 h 4939827"/>
              <a:gd name="connsiteX95-8033" fmla="*/ 155244 w 12192000"/>
              <a:gd name="connsiteY95-8034" fmla="*/ 525130 h 4939827"/>
              <a:gd name="connsiteX96-8035" fmla="*/ 254366 w 12192000"/>
              <a:gd name="connsiteY96-8036" fmla="*/ 534449 h 4939827"/>
              <a:gd name="connsiteX97-8037" fmla="*/ 447292 w 12192000"/>
              <a:gd name="connsiteY97-8038" fmla="*/ 542725 h 4939827"/>
              <a:gd name="connsiteX98-8039" fmla="*/ 628105 w 12192000"/>
              <a:gd name="connsiteY98-8040" fmla="*/ 547853 h 4939827"/>
              <a:gd name="connsiteX99-8041" fmla="*/ 783146 w 12192000"/>
              <a:gd name="connsiteY99-8042" fmla="*/ 591799 h 4939827"/>
              <a:gd name="connsiteX100-8043" fmla="*/ 1043676 w 12192000"/>
              <a:gd name="connsiteY100-8044" fmla="*/ 591887 h 4939827"/>
              <a:gd name="connsiteX101-8045" fmla="*/ 1281816 w 12192000"/>
              <a:gd name="connsiteY101-8046" fmla="*/ 520946 h 4939827"/>
              <a:gd name="connsiteX102-8047" fmla="*/ 1486347 w 12192000"/>
              <a:gd name="connsiteY102-8048" fmla="*/ 487310 h 4939827"/>
              <a:gd name="connsiteX103-8049" fmla="*/ 1568079 w 12192000"/>
              <a:gd name="connsiteY103-8050" fmla="*/ 462531 h 4939827"/>
              <a:gd name="connsiteX104-8051" fmla="*/ 1622516 w 12192000"/>
              <a:gd name="connsiteY104-8052" fmla="*/ 466058 h 4939827"/>
              <a:gd name="connsiteX105-8053" fmla="*/ 1655457 w 12192000"/>
              <a:gd name="connsiteY105-8054" fmla="*/ 465359 h 4939827"/>
              <a:gd name="connsiteX106-8055" fmla="*/ 1717454 w 12192000"/>
              <a:gd name="connsiteY106-8056" fmla="*/ 417203 h 4939827"/>
              <a:gd name="connsiteX107-8057" fmla="*/ 1913794 w 12192000"/>
              <a:gd name="connsiteY107-8058" fmla="*/ 365255 h 4939827"/>
              <a:gd name="connsiteX108-8059" fmla="*/ 2129762 w 12192000"/>
              <a:gd name="connsiteY108-8060" fmla="*/ 367832 h 4939827"/>
              <a:gd name="connsiteX109-8061" fmla="*/ 2376970 w 12192000"/>
              <a:gd name="connsiteY109-8062" fmla="*/ 350129 h 4939827"/>
              <a:gd name="connsiteX110-8063" fmla="*/ 2480155 w 12192000"/>
              <a:gd name="connsiteY110-8064" fmla="*/ 359227 h 4939827"/>
              <a:gd name="connsiteX111-8065" fmla="*/ 2586782 w 12192000"/>
              <a:gd name="connsiteY111-8066" fmla="*/ 339352 h 4939827"/>
              <a:gd name="connsiteX112-8067" fmla="*/ 2679617 w 12192000"/>
              <a:gd name="connsiteY112-8068" fmla="*/ 305383 h 4939827"/>
              <a:gd name="connsiteX113-8069" fmla="*/ 2788947 w 12192000"/>
              <a:gd name="connsiteY113-8070" fmla="*/ 250375 h 4939827"/>
              <a:gd name="connsiteX114-8071" fmla="*/ 2965530 w 12192000"/>
              <a:gd name="connsiteY114-8072" fmla="*/ 245958 h 4939827"/>
              <a:gd name="connsiteX115-8073" fmla="*/ 3103677 w 12192000"/>
              <a:gd name="connsiteY115-8074" fmla="*/ 209527 h 4939827"/>
              <a:gd name="connsiteX116-8075" fmla="*/ 3126759 w 12192000"/>
              <a:gd name="connsiteY116-8076" fmla="*/ 211226 h 4939827"/>
              <a:gd name="connsiteX117-8077" fmla="*/ 3164020 w 12192000"/>
              <a:gd name="connsiteY117-8078" fmla="*/ 212779 h 4939827"/>
              <a:gd name="connsiteX118-8079" fmla="*/ 3285019 w 12192000"/>
              <a:gd name="connsiteY118-8080" fmla="*/ 220535 h 4939827"/>
              <a:gd name="connsiteX119-8081" fmla="*/ 3365154 w 12192000"/>
              <a:gd name="connsiteY119-8082" fmla="*/ 226416 h 4939827"/>
              <a:gd name="connsiteX120-8083" fmla="*/ 3367507 w 12192000"/>
              <a:gd name="connsiteY120-8084" fmla="*/ 225416 h 4939827"/>
              <a:gd name="connsiteX121-8085" fmla="*/ 3387567 w 12192000"/>
              <a:gd name="connsiteY121-8086" fmla="*/ 227103 h 4939827"/>
              <a:gd name="connsiteX122-8087" fmla="*/ 3498001 w 12192000"/>
              <a:gd name="connsiteY122-8088" fmla="*/ 231941 h 4939827"/>
              <a:gd name="connsiteX123-8089" fmla="*/ 3561557 w 12192000"/>
              <a:gd name="connsiteY123-8090" fmla="*/ 228095 h 4939827"/>
              <a:gd name="connsiteX124-8091" fmla="*/ 3611920 w 12192000"/>
              <a:gd name="connsiteY124-8092" fmla="*/ 218094 h 4939827"/>
              <a:gd name="connsiteX125-8093" fmla="*/ 3620528 w 12192000"/>
              <a:gd name="connsiteY125-8094" fmla="*/ 218788 h 4939827"/>
              <a:gd name="connsiteX126-8095" fmla="*/ 3620766 w 12192000"/>
              <a:gd name="connsiteY126-8096" fmla="*/ 218511 h 4939827"/>
              <a:gd name="connsiteX127-8097" fmla="*/ 3629977 w 12192000"/>
              <a:gd name="connsiteY127-8098" fmla="*/ 218664 h 4939827"/>
              <a:gd name="connsiteX128-8099" fmla="*/ 3636217 w 12192000"/>
              <a:gd name="connsiteY128-8100" fmla="*/ 220048 h 4939827"/>
              <a:gd name="connsiteX129-8101" fmla="*/ 3709484 w 12192000"/>
              <a:gd name="connsiteY129-8102" fmla="*/ 186927 h 4939827"/>
              <a:gd name="connsiteX130-8103" fmla="*/ 3761342 w 12192000"/>
              <a:gd name="connsiteY130-8104" fmla="*/ 177474 h 4939827"/>
              <a:gd name="connsiteX131-8105" fmla="*/ 3799748 w 12192000"/>
              <a:gd name="connsiteY131-8106" fmla="*/ 167154 h 4939827"/>
              <a:gd name="connsiteX132-8107" fmla="*/ 3922756 w 12192000"/>
              <a:gd name="connsiteY132-8108" fmla="*/ 194044 h 4939827"/>
              <a:gd name="connsiteX133-8109" fmla="*/ 4028476 w 12192000"/>
              <a:gd name="connsiteY133-8110" fmla="*/ 223679 h 4939827"/>
              <a:gd name="connsiteX134-8111" fmla="*/ 4191582 w 12192000"/>
              <a:gd name="connsiteY134-8112" fmla="*/ 238952 h 4939827"/>
              <a:gd name="connsiteX135-8113" fmla="*/ 4251024 w 12192000"/>
              <a:gd name="connsiteY135-8114" fmla="*/ 240874 h 4939827"/>
              <a:gd name="connsiteX136-8115" fmla="*/ 4355275 w 12192000"/>
              <a:gd name="connsiteY136-8116" fmla="*/ 260205 h 4939827"/>
              <a:gd name="connsiteX137-8117" fmla="*/ 4423807 w 12192000"/>
              <a:gd name="connsiteY137-8118" fmla="*/ 270366 h 4939827"/>
              <a:gd name="connsiteX138-8119" fmla="*/ 4558432 w 12192000"/>
              <a:gd name="connsiteY138-8120" fmla="*/ 269194 h 4939827"/>
              <a:gd name="connsiteX139-8121" fmla="*/ 4635061 w 12192000"/>
              <a:gd name="connsiteY139-8122" fmla="*/ 280682 h 4939827"/>
              <a:gd name="connsiteX140-8123" fmla="*/ 4807427 w 12192000"/>
              <a:gd name="connsiteY140-8124" fmla="*/ 276835 h 4939827"/>
              <a:gd name="connsiteX141-8125" fmla="*/ 5028933 w 12192000"/>
              <a:gd name="connsiteY141-8126" fmla="*/ 183887 h 4939827"/>
              <a:gd name="connsiteX142-8127" fmla="*/ 5093642 w 12192000"/>
              <a:gd name="connsiteY142-8128" fmla="*/ 177214 h 4939827"/>
              <a:gd name="connsiteX143-8129" fmla="*/ 5102642 w 12192000"/>
              <a:gd name="connsiteY143-8130" fmla="*/ 186816 h 4939827"/>
              <a:gd name="connsiteX144-8131" fmla="*/ 5193590 w 12192000"/>
              <a:gd name="connsiteY144-8132" fmla="*/ 156458 h 4939827"/>
              <a:gd name="connsiteX145-8133" fmla="*/ 5323922 w 12192000"/>
              <a:gd name="connsiteY145-8134" fmla="*/ 146332 h 4939827"/>
              <a:gd name="connsiteX146-8135" fmla="*/ 5421860 w 12192000"/>
              <a:gd name="connsiteY146-8136" fmla="*/ 167298 h 4939827"/>
              <a:gd name="connsiteX147-8137" fmla="*/ 5476948 w 12192000"/>
              <a:gd name="connsiteY147-8138" fmla="*/ 173249 h 4939827"/>
              <a:gd name="connsiteX148-8139" fmla="*/ 5516842 w 12192000"/>
              <a:gd name="connsiteY148-8140" fmla="*/ 184018 h 4939827"/>
              <a:gd name="connsiteX149-8141" fmla="*/ 5619415 w 12192000"/>
              <a:gd name="connsiteY149-8142" fmla="*/ 176781 h 4939827"/>
              <a:gd name="connsiteX150-8143" fmla="*/ 5789867 w 12192000"/>
              <a:gd name="connsiteY150-8144" fmla="*/ 150304 h 4939827"/>
              <a:gd name="connsiteX151-8145" fmla="*/ 5825953 w 12192000"/>
              <a:gd name="connsiteY151-8146" fmla="*/ 147907 h 4939827"/>
              <a:gd name="connsiteX152-8147" fmla="*/ 5856168 w 12192000"/>
              <a:gd name="connsiteY152-8148" fmla="*/ 158719 h 4939827"/>
              <a:gd name="connsiteX153-8149" fmla="*/ 5862476 w 12192000"/>
              <a:gd name="connsiteY153-8150" fmla="*/ 172447 h 4939827"/>
              <a:gd name="connsiteX154-8151" fmla="*/ 5882195 w 12192000"/>
              <a:gd name="connsiteY154-8152" fmla="*/ 173195 h 4939827"/>
              <a:gd name="connsiteX155-8153" fmla="*/ 5887271 w 12192000"/>
              <a:gd name="connsiteY155-8154" fmla="*/ 176084 h 4939827"/>
              <a:gd name="connsiteX156-8155" fmla="*/ 5921577 w 12192000"/>
              <a:gd name="connsiteY156-8156" fmla="*/ 169858 h 4939827"/>
              <a:gd name="connsiteX157-8157" fmla="*/ 5983240 w 12192000"/>
              <a:gd name="connsiteY157-8158" fmla="*/ 152755 h 4939827"/>
              <a:gd name="connsiteX158-8159" fmla="*/ 6152287 w 12192000"/>
              <a:gd name="connsiteY158-8160" fmla="*/ 116736 h 4939827"/>
              <a:gd name="connsiteX159-8161" fmla="*/ 6415830 w 12192000"/>
              <a:gd name="connsiteY159-8162" fmla="*/ 136006 h 4939827"/>
              <a:gd name="connsiteX160-8163" fmla="*/ 6756965 w 12192000"/>
              <a:gd name="connsiteY160-8164" fmla="*/ 57636 h 4939827"/>
              <a:gd name="connsiteX161-8165" fmla="*/ 6819400 w 12192000"/>
              <a:gd name="connsiteY161-8166" fmla="*/ 30742 h 4939827"/>
              <a:gd name="connsiteX162-8167" fmla="*/ 6986370 w 12192000"/>
              <a:gd name="connsiteY162-8168" fmla="*/ 12659 h 4939827"/>
              <a:gd name="connsiteX163-8169" fmla="*/ 6989536 w 12192000"/>
              <a:gd name="connsiteY163-8170" fmla="*/ 14528 h 4939827"/>
              <a:gd name="connsiteX164-8171" fmla="*/ 7015933 w 12192000"/>
              <a:gd name="connsiteY164-8172" fmla="*/ 9653 h 4939827"/>
              <a:gd name="connsiteX165-8173" fmla="*/ 7020592 w 12192000"/>
              <a:gd name="connsiteY165-8174" fmla="*/ 1651 h 4939827"/>
              <a:gd name="connsiteX166-8175" fmla="*/ 7025905 w 12192000"/>
              <a:gd name="connsiteY166-8176" fmla="*/ 0 h 4939827"/>
              <a:gd name="connsiteX0-8177" fmla="*/ 7025905 w 12192000"/>
              <a:gd name="connsiteY0-8178" fmla="*/ 0 h 4939827"/>
              <a:gd name="connsiteX1-8179" fmla="*/ 7032579 w 12192000"/>
              <a:gd name="connsiteY1-8180" fmla="*/ 2808 h 4939827"/>
              <a:gd name="connsiteX2-8181" fmla="*/ 7079505 w 12192000"/>
              <a:gd name="connsiteY2-8182" fmla="*/ 12971 h 4939827"/>
              <a:gd name="connsiteX3-8183" fmla="*/ 7158791 w 12192000"/>
              <a:gd name="connsiteY3-8184" fmla="*/ 12462 h 4939827"/>
              <a:gd name="connsiteX4-8185" fmla="*/ 7233338 w 12192000"/>
              <a:gd name="connsiteY4-8186" fmla="*/ 24846 h 4939827"/>
              <a:gd name="connsiteX5-8187" fmla="*/ 7259791 w 12192000"/>
              <a:gd name="connsiteY5-8188" fmla="*/ 29557 h 4939827"/>
              <a:gd name="connsiteX6-8189" fmla="*/ 7263923 w 12192000"/>
              <a:gd name="connsiteY6-8190" fmla="*/ 35029 h 4939827"/>
              <a:gd name="connsiteX7-8191" fmla="*/ 7281549 w 12192000"/>
              <a:gd name="connsiteY7-8192" fmla="*/ 39654 h 4939827"/>
              <a:gd name="connsiteX8-8193" fmla="*/ 7374735 w 12192000"/>
              <a:gd name="connsiteY8-8194" fmla="*/ 65326 h 4939827"/>
              <a:gd name="connsiteX9-8195" fmla="*/ 7376078 w 12192000"/>
              <a:gd name="connsiteY9-8196" fmla="*/ 63849 h 4939827"/>
              <a:gd name="connsiteX10-8197" fmla="*/ 7402026 w 12192000"/>
              <a:gd name="connsiteY10-8198" fmla="*/ 60308 h 4939827"/>
              <a:gd name="connsiteX11-8199" fmla="*/ 7415091 w 12192000"/>
              <a:gd name="connsiteY11-8200" fmla="*/ 77403 h 4939827"/>
              <a:gd name="connsiteX12-8201" fmla="*/ 7488682 w 12192000"/>
              <a:gd name="connsiteY12-8202" fmla="*/ 83440 h 4939827"/>
              <a:gd name="connsiteX13-8203" fmla="*/ 7588044 w 12192000"/>
              <a:gd name="connsiteY13-8204" fmla="*/ 110756 h 4939827"/>
              <a:gd name="connsiteX14-8205" fmla="*/ 7732750 w 12192000"/>
              <a:gd name="connsiteY14-8206" fmla="*/ 145456 h 4939827"/>
              <a:gd name="connsiteX15-8207" fmla="*/ 7785900 w 12192000"/>
              <a:gd name="connsiteY15-8208" fmla="*/ 154493 h 4939827"/>
              <a:gd name="connsiteX16-8209" fmla="*/ 7877301 w 12192000"/>
              <a:gd name="connsiteY16-8210" fmla="*/ 186153 h 4939827"/>
              <a:gd name="connsiteX17-8211" fmla="*/ 7952584 w 12192000"/>
              <a:gd name="connsiteY17-8212" fmla="*/ 170181 h 4939827"/>
              <a:gd name="connsiteX18-8213" fmla="*/ 8009534 w 12192000"/>
              <a:gd name="connsiteY18-8214" fmla="*/ 176441 h 4939827"/>
              <a:gd name="connsiteX19-8215" fmla="*/ 8058681 w 12192000"/>
              <a:gd name="connsiteY19-8216" fmla="*/ 219431 h 4939827"/>
              <a:gd name="connsiteX20-8217" fmla="*/ 8126175 w 12192000"/>
              <a:gd name="connsiteY20-8218" fmla="*/ 240005 h 4939827"/>
              <a:gd name="connsiteX21-8219" fmla="*/ 8166439 w 12192000"/>
              <a:gd name="connsiteY21-8220" fmla="*/ 252699 h 4939827"/>
              <a:gd name="connsiteX22-8221" fmla="*/ 8281371 w 12192000"/>
              <a:gd name="connsiteY22-8222" fmla="*/ 256875 h 4939827"/>
              <a:gd name="connsiteX23-8223" fmla="*/ 8381609 w 12192000"/>
              <a:gd name="connsiteY23-8224" fmla="*/ 240618 h 4939827"/>
              <a:gd name="connsiteX24-8225" fmla="*/ 8406759 w 12192000"/>
              <a:gd name="connsiteY24-8226" fmla="*/ 232517 h 4939827"/>
              <a:gd name="connsiteX25-8227" fmla="*/ 8426506 w 12192000"/>
              <a:gd name="connsiteY25-8228" fmla="*/ 241842 h 4939827"/>
              <a:gd name="connsiteX26-8229" fmla="*/ 8427949 w 12192000"/>
              <a:gd name="connsiteY26-8230" fmla="*/ 240981 h 4939827"/>
              <a:gd name="connsiteX27-8231" fmla="*/ 8441468 w 12192000"/>
              <a:gd name="connsiteY27-8232" fmla="*/ 241157 h 4939827"/>
              <a:gd name="connsiteX28-8233" fmla="*/ 8565757 w 12192000"/>
              <a:gd name="connsiteY28-8234" fmla="*/ 255317 h 4939827"/>
              <a:gd name="connsiteX29-8235" fmla="*/ 8573171 w 12192000"/>
              <a:gd name="connsiteY29-8236" fmla="*/ 258426 h 4939827"/>
              <a:gd name="connsiteX30-8237" fmla="*/ 8573548 w 12192000"/>
              <a:gd name="connsiteY30-8238" fmla="*/ 258241 h 4939827"/>
              <a:gd name="connsiteX31-8239" fmla="*/ 8581827 w 12192000"/>
              <a:gd name="connsiteY31-8240" fmla="*/ 261028 h 4939827"/>
              <a:gd name="connsiteX32-8241" fmla="*/ 8586687 w 12192000"/>
              <a:gd name="connsiteY32-8242" fmla="*/ 264089 h 4939827"/>
              <a:gd name="connsiteX33-8243" fmla="*/ 8601067 w 12192000"/>
              <a:gd name="connsiteY33-8244" fmla="*/ 270114 h 4939827"/>
              <a:gd name="connsiteX34-8245" fmla="*/ 8672650 w 12192000"/>
              <a:gd name="connsiteY34-8246" fmla="*/ 254821 h 4939827"/>
              <a:gd name="connsiteX35-8247" fmla="*/ 8785543 w 12192000"/>
              <a:gd name="connsiteY35-8248" fmla="*/ 263406 h 4939827"/>
              <a:gd name="connsiteX36-8249" fmla="*/ 8830588 w 12192000"/>
              <a:gd name="connsiteY36-8250" fmla="*/ 265483 h 4939827"/>
              <a:gd name="connsiteX37-8251" fmla="*/ 8905142 w 12192000"/>
              <a:gd name="connsiteY37-8252" fmla="*/ 264958 h 4939827"/>
              <a:gd name="connsiteX38-8253" fmla="*/ 8968582 w 12192000"/>
              <a:gd name="connsiteY38-8254" fmla="*/ 262728 h 4939827"/>
              <a:gd name="connsiteX39-8255" fmla="*/ 8972994 w 12192000"/>
              <a:gd name="connsiteY39-8256" fmla="*/ 263284 h 4939827"/>
              <a:gd name="connsiteX40-8257" fmla="*/ 9004605 w 12192000"/>
              <a:gd name="connsiteY40-8258" fmla="*/ 258041 h 4939827"/>
              <a:gd name="connsiteX41-8259" fmla="*/ 9016165 w 12192000"/>
              <a:gd name="connsiteY41-8260" fmla="*/ 261258 h 4939827"/>
              <a:gd name="connsiteX42-8261" fmla="*/ 9043297 w 12192000"/>
              <a:gd name="connsiteY42-8262" fmla="*/ 281547 h 4939827"/>
              <a:gd name="connsiteX43-8263" fmla="*/ 9048315 w 12192000"/>
              <a:gd name="connsiteY43-8264" fmla="*/ 279264 h 4939827"/>
              <a:gd name="connsiteX44-8265" fmla="*/ 9054706 w 12192000"/>
              <a:gd name="connsiteY44-8266" fmla="*/ 278538 h 4939827"/>
              <a:gd name="connsiteX45-8267" fmla="*/ 9070919 w 12192000"/>
              <a:gd name="connsiteY45-8268" fmla="*/ 281810 h 4939827"/>
              <a:gd name="connsiteX46-8269" fmla="*/ 9076813 w 12192000"/>
              <a:gd name="connsiteY46-8270" fmla="*/ 283909 h 4939827"/>
              <a:gd name="connsiteX47-8271" fmla="*/ 9085871 w 12192000"/>
              <a:gd name="connsiteY47-8272" fmla="*/ 285133 h 4939827"/>
              <a:gd name="connsiteX48-8273" fmla="*/ 9086159 w 12192000"/>
              <a:gd name="connsiteY48-8274" fmla="*/ 284887 h 4939827"/>
              <a:gd name="connsiteX49-8275" fmla="*/ 9134606 w 12192000"/>
              <a:gd name="connsiteY49-8276" fmla="*/ 288168 h 4939827"/>
              <a:gd name="connsiteX50-8277" fmla="*/ 9195590 w 12192000"/>
              <a:gd name="connsiteY50-8278" fmla="*/ 279568 h 4939827"/>
              <a:gd name="connsiteX51-8279" fmla="*/ 9219336 w 12192000"/>
              <a:gd name="connsiteY51-8280" fmla="*/ 278133 h 4939827"/>
              <a:gd name="connsiteX52-8281" fmla="*/ 9232362 w 12192000"/>
              <a:gd name="connsiteY52-8282" fmla="*/ 275894 h 4939827"/>
              <a:gd name="connsiteX53-8283" fmla="*/ 9233396 w 12192000"/>
              <a:gd name="connsiteY53-8284" fmla="*/ 274803 h 4939827"/>
              <a:gd name="connsiteX54-8285" fmla="*/ 9256213 w 12192000"/>
              <a:gd name="connsiteY54-8286" fmla="*/ 281576 h 4939827"/>
              <a:gd name="connsiteX55-8287" fmla="*/ 9262377 w 12192000"/>
              <a:gd name="connsiteY55-8288" fmla="*/ 286635 h 4939827"/>
              <a:gd name="connsiteX56-8289" fmla="*/ 9287089 w 12192000"/>
              <a:gd name="connsiteY56-8290" fmla="*/ 303891 h 4939827"/>
              <a:gd name="connsiteX57-8291" fmla="*/ 9371484 w 12192000"/>
              <a:gd name="connsiteY57-8292" fmla="*/ 329634 h 4939827"/>
              <a:gd name="connsiteX58-8293" fmla="*/ 9404829 w 12192000"/>
              <a:gd name="connsiteY58-8294" fmla="*/ 339038 h 4939827"/>
              <a:gd name="connsiteX59-8295" fmla="*/ 9427021 w 12192000"/>
              <a:gd name="connsiteY59-8296" fmla="*/ 358784 h 4939827"/>
              <a:gd name="connsiteX60-8297" fmla="*/ 9670844 w 12192000"/>
              <a:gd name="connsiteY60-8298" fmla="*/ 405128 h 4939827"/>
              <a:gd name="connsiteX61-8299" fmla="*/ 9816083 w 12192000"/>
              <a:gd name="connsiteY61-8300" fmla="*/ 416573 h 4939827"/>
              <a:gd name="connsiteX62-8301" fmla="*/ 9936741 w 12192000"/>
              <a:gd name="connsiteY62-8302" fmla="*/ 437044 h 4939827"/>
              <a:gd name="connsiteX63-8303" fmla="*/ 10050093 w 12192000"/>
              <a:gd name="connsiteY63-8304" fmla="*/ 443783 h 4939827"/>
              <a:gd name="connsiteX64-8305" fmla="*/ 10130090 w 12192000"/>
              <a:gd name="connsiteY64-8306" fmla="*/ 459520 h 4939827"/>
              <a:gd name="connsiteX65-8307" fmla="*/ 10173456 w 12192000"/>
              <a:gd name="connsiteY65-8308" fmla="*/ 457749 h 4939827"/>
              <a:gd name="connsiteX66-8309" fmla="*/ 10218232 w 12192000"/>
              <a:gd name="connsiteY66-8310" fmla="*/ 459820 h 4939827"/>
              <a:gd name="connsiteX67-8311" fmla="*/ 10354176 w 12192000"/>
              <a:gd name="connsiteY67-8312" fmla="*/ 471377 h 4939827"/>
              <a:gd name="connsiteX68-8313" fmla="*/ 10430681 w 12192000"/>
              <a:gd name="connsiteY68-8314" fmla="*/ 481226 h 4939827"/>
              <a:gd name="connsiteX69-8315" fmla="*/ 10478169 w 12192000"/>
              <a:gd name="connsiteY69-8316" fmla="*/ 481774 h 4939827"/>
              <a:gd name="connsiteX70-8317" fmla="*/ 10540907 w 12192000"/>
              <a:gd name="connsiteY70-8318" fmla="*/ 485607 h 4939827"/>
              <a:gd name="connsiteX71-8319" fmla="*/ 10614941 w 12192000"/>
              <a:gd name="connsiteY71-8320" fmla="*/ 487592 h 4939827"/>
              <a:gd name="connsiteX72-8321" fmla="*/ 10674098 w 12192000"/>
              <a:gd name="connsiteY72-8322" fmla="*/ 521656 h 4939827"/>
              <a:gd name="connsiteX73-8323" fmla="*/ 10874834 w 12192000"/>
              <a:gd name="connsiteY73-8324" fmla="*/ 574867 h 4939827"/>
              <a:gd name="connsiteX74-8325" fmla="*/ 10944981 w 12192000"/>
              <a:gd name="connsiteY74-8326" fmla="*/ 615042 h 4939827"/>
              <a:gd name="connsiteX75-8327" fmla="*/ 11006376 w 12192000"/>
              <a:gd name="connsiteY75-8328" fmla="*/ 645957 h 4939827"/>
              <a:gd name="connsiteX76-8329" fmla="*/ 11076308 w 12192000"/>
              <a:gd name="connsiteY76-8330" fmla="*/ 675698 h 4939827"/>
              <a:gd name="connsiteX77-8331" fmla="*/ 11148789 w 12192000"/>
              <a:gd name="connsiteY77-8332" fmla="*/ 685041 h 4939827"/>
              <a:gd name="connsiteX78-8333" fmla="*/ 11249129 w 12192000"/>
              <a:gd name="connsiteY78-8334" fmla="*/ 684218 h 4939827"/>
              <a:gd name="connsiteX79-8335" fmla="*/ 11299915 w 12192000"/>
              <a:gd name="connsiteY79-8336" fmla="*/ 692177 h 4939827"/>
              <a:gd name="connsiteX80-8337" fmla="*/ 11386973 w 12192000"/>
              <a:gd name="connsiteY80-8338" fmla="*/ 708209 h 4939827"/>
              <a:gd name="connsiteX81-8339" fmla="*/ 11500105 w 12192000"/>
              <a:gd name="connsiteY81-8340" fmla="*/ 735014 h 4939827"/>
              <a:gd name="connsiteX82-8341" fmla="*/ 11621735 w 12192000"/>
              <a:gd name="connsiteY82-8342" fmla="*/ 789584 h 4939827"/>
              <a:gd name="connsiteX83-8343" fmla="*/ 11691200 w 12192000"/>
              <a:gd name="connsiteY83-8344" fmla="*/ 867902 h 4939827"/>
              <a:gd name="connsiteX84-8345" fmla="*/ 11819427 w 12192000"/>
              <a:gd name="connsiteY84-8346" fmla="*/ 911634 h 4939827"/>
              <a:gd name="connsiteX85-8347" fmla="*/ 11969720 w 12192000"/>
              <a:gd name="connsiteY85-8348" fmla="*/ 964737 h 4939827"/>
              <a:gd name="connsiteX86-8349" fmla="*/ 12055766 w 12192000"/>
              <a:gd name="connsiteY86-8350" fmla="*/ 991268 h 4939827"/>
              <a:gd name="connsiteX87-8351" fmla="*/ 12171539 w 12192000"/>
              <a:gd name="connsiteY87-8352" fmla="*/ 995427 h 4939827"/>
              <a:gd name="connsiteX88-8353" fmla="*/ 12187831 w 12192000"/>
              <a:gd name="connsiteY88-8354" fmla="*/ 996580 h 4939827"/>
              <a:gd name="connsiteX89-8355" fmla="*/ 12192000 w 12192000"/>
              <a:gd name="connsiteY89-8356" fmla="*/ 996726 h 4939827"/>
              <a:gd name="connsiteX90-8357" fmla="*/ 12192000 w 12192000"/>
              <a:gd name="connsiteY90-8358" fmla="*/ 4939827 h 4939827"/>
              <a:gd name="connsiteX91-8359" fmla="*/ 0 w 12192000"/>
              <a:gd name="connsiteY91-8360" fmla="*/ 4939827 h 4939827"/>
              <a:gd name="connsiteX92-8361" fmla="*/ 0 w 12192000"/>
              <a:gd name="connsiteY92-8362" fmla="*/ 512043 h 4939827"/>
              <a:gd name="connsiteX93-8363" fmla="*/ 7381 w 12192000"/>
              <a:gd name="connsiteY93-8364" fmla="*/ 512580 h 4939827"/>
              <a:gd name="connsiteX94-8365" fmla="*/ 100029 w 12192000"/>
              <a:gd name="connsiteY94-8366" fmla="*/ 504758 h 4939827"/>
              <a:gd name="connsiteX95-8367" fmla="*/ 155244 w 12192000"/>
              <a:gd name="connsiteY95-8368" fmla="*/ 525130 h 4939827"/>
              <a:gd name="connsiteX96-8369" fmla="*/ 254366 w 12192000"/>
              <a:gd name="connsiteY96-8370" fmla="*/ 534449 h 4939827"/>
              <a:gd name="connsiteX97-8371" fmla="*/ 447292 w 12192000"/>
              <a:gd name="connsiteY97-8372" fmla="*/ 542725 h 4939827"/>
              <a:gd name="connsiteX98-8373" fmla="*/ 628105 w 12192000"/>
              <a:gd name="connsiteY98-8374" fmla="*/ 547853 h 4939827"/>
              <a:gd name="connsiteX99-8375" fmla="*/ 783146 w 12192000"/>
              <a:gd name="connsiteY99-8376" fmla="*/ 591799 h 4939827"/>
              <a:gd name="connsiteX100-8377" fmla="*/ 1043676 w 12192000"/>
              <a:gd name="connsiteY100-8378" fmla="*/ 591887 h 4939827"/>
              <a:gd name="connsiteX101-8379" fmla="*/ 1281816 w 12192000"/>
              <a:gd name="connsiteY101-8380" fmla="*/ 520946 h 4939827"/>
              <a:gd name="connsiteX102-8381" fmla="*/ 1486347 w 12192000"/>
              <a:gd name="connsiteY102-8382" fmla="*/ 487310 h 4939827"/>
              <a:gd name="connsiteX103-8383" fmla="*/ 1568079 w 12192000"/>
              <a:gd name="connsiteY103-8384" fmla="*/ 462531 h 4939827"/>
              <a:gd name="connsiteX104-8385" fmla="*/ 1622516 w 12192000"/>
              <a:gd name="connsiteY104-8386" fmla="*/ 466058 h 4939827"/>
              <a:gd name="connsiteX105-8387" fmla="*/ 1655457 w 12192000"/>
              <a:gd name="connsiteY105-8388" fmla="*/ 465359 h 4939827"/>
              <a:gd name="connsiteX106-8389" fmla="*/ 1717454 w 12192000"/>
              <a:gd name="connsiteY106-8390" fmla="*/ 417203 h 4939827"/>
              <a:gd name="connsiteX107-8391" fmla="*/ 1913794 w 12192000"/>
              <a:gd name="connsiteY107-8392" fmla="*/ 365255 h 4939827"/>
              <a:gd name="connsiteX108-8393" fmla="*/ 2129762 w 12192000"/>
              <a:gd name="connsiteY108-8394" fmla="*/ 367832 h 4939827"/>
              <a:gd name="connsiteX109-8395" fmla="*/ 2376970 w 12192000"/>
              <a:gd name="connsiteY109-8396" fmla="*/ 350129 h 4939827"/>
              <a:gd name="connsiteX110-8397" fmla="*/ 2480155 w 12192000"/>
              <a:gd name="connsiteY110-8398" fmla="*/ 359227 h 4939827"/>
              <a:gd name="connsiteX111-8399" fmla="*/ 2586782 w 12192000"/>
              <a:gd name="connsiteY111-8400" fmla="*/ 339352 h 4939827"/>
              <a:gd name="connsiteX112-8401" fmla="*/ 2679617 w 12192000"/>
              <a:gd name="connsiteY112-8402" fmla="*/ 305383 h 4939827"/>
              <a:gd name="connsiteX113-8403" fmla="*/ 2788947 w 12192000"/>
              <a:gd name="connsiteY113-8404" fmla="*/ 250375 h 4939827"/>
              <a:gd name="connsiteX114-8405" fmla="*/ 2965530 w 12192000"/>
              <a:gd name="connsiteY114-8406" fmla="*/ 245958 h 4939827"/>
              <a:gd name="connsiteX115-8407" fmla="*/ 3103677 w 12192000"/>
              <a:gd name="connsiteY115-8408" fmla="*/ 209527 h 4939827"/>
              <a:gd name="connsiteX116-8409" fmla="*/ 3126759 w 12192000"/>
              <a:gd name="connsiteY116-8410" fmla="*/ 211226 h 4939827"/>
              <a:gd name="connsiteX117-8411" fmla="*/ 3164020 w 12192000"/>
              <a:gd name="connsiteY117-8412" fmla="*/ 212779 h 4939827"/>
              <a:gd name="connsiteX118-8413" fmla="*/ 3285019 w 12192000"/>
              <a:gd name="connsiteY118-8414" fmla="*/ 220535 h 4939827"/>
              <a:gd name="connsiteX119-8415" fmla="*/ 3365154 w 12192000"/>
              <a:gd name="connsiteY119-8416" fmla="*/ 226416 h 4939827"/>
              <a:gd name="connsiteX120-8417" fmla="*/ 3367507 w 12192000"/>
              <a:gd name="connsiteY120-8418" fmla="*/ 225416 h 4939827"/>
              <a:gd name="connsiteX121-8419" fmla="*/ 3387567 w 12192000"/>
              <a:gd name="connsiteY121-8420" fmla="*/ 227103 h 4939827"/>
              <a:gd name="connsiteX122-8421" fmla="*/ 3498001 w 12192000"/>
              <a:gd name="connsiteY122-8422" fmla="*/ 231941 h 4939827"/>
              <a:gd name="connsiteX123-8423" fmla="*/ 3561557 w 12192000"/>
              <a:gd name="connsiteY123-8424" fmla="*/ 228095 h 4939827"/>
              <a:gd name="connsiteX124-8425" fmla="*/ 3611920 w 12192000"/>
              <a:gd name="connsiteY124-8426" fmla="*/ 218094 h 4939827"/>
              <a:gd name="connsiteX125-8427" fmla="*/ 3620528 w 12192000"/>
              <a:gd name="connsiteY125-8428" fmla="*/ 218788 h 4939827"/>
              <a:gd name="connsiteX126-8429" fmla="*/ 3620766 w 12192000"/>
              <a:gd name="connsiteY126-8430" fmla="*/ 218511 h 4939827"/>
              <a:gd name="connsiteX127-8431" fmla="*/ 3629977 w 12192000"/>
              <a:gd name="connsiteY127-8432" fmla="*/ 218664 h 4939827"/>
              <a:gd name="connsiteX128-8433" fmla="*/ 3636217 w 12192000"/>
              <a:gd name="connsiteY128-8434" fmla="*/ 220048 h 4939827"/>
              <a:gd name="connsiteX129-8435" fmla="*/ 3709484 w 12192000"/>
              <a:gd name="connsiteY129-8436" fmla="*/ 186927 h 4939827"/>
              <a:gd name="connsiteX130-8437" fmla="*/ 3761342 w 12192000"/>
              <a:gd name="connsiteY130-8438" fmla="*/ 177474 h 4939827"/>
              <a:gd name="connsiteX131-8439" fmla="*/ 3799748 w 12192000"/>
              <a:gd name="connsiteY131-8440" fmla="*/ 167154 h 4939827"/>
              <a:gd name="connsiteX132-8441" fmla="*/ 3922756 w 12192000"/>
              <a:gd name="connsiteY132-8442" fmla="*/ 194044 h 4939827"/>
              <a:gd name="connsiteX133-8443" fmla="*/ 4028476 w 12192000"/>
              <a:gd name="connsiteY133-8444" fmla="*/ 223679 h 4939827"/>
              <a:gd name="connsiteX134-8445" fmla="*/ 4191582 w 12192000"/>
              <a:gd name="connsiteY134-8446" fmla="*/ 238952 h 4939827"/>
              <a:gd name="connsiteX135-8447" fmla="*/ 4251024 w 12192000"/>
              <a:gd name="connsiteY135-8448" fmla="*/ 240874 h 4939827"/>
              <a:gd name="connsiteX136-8449" fmla="*/ 4355275 w 12192000"/>
              <a:gd name="connsiteY136-8450" fmla="*/ 260205 h 4939827"/>
              <a:gd name="connsiteX137-8451" fmla="*/ 4423807 w 12192000"/>
              <a:gd name="connsiteY137-8452" fmla="*/ 270366 h 4939827"/>
              <a:gd name="connsiteX138-8453" fmla="*/ 4558432 w 12192000"/>
              <a:gd name="connsiteY138-8454" fmla="*/ 269194 h 4939827"/>
              <a:gd name="connsiteX139-8455" fmla="*/ 4635061 w 12192000"/>
              <a:gd name="connsiteY139-8456" fmla="*/ 280682 h 4939827"/>
              <a:gd name="connsiteX140-8457" fmla="*/ 4807427 w 12192000"/>
              <a:gd name="connsiteY140-8458" fmla="*/ 276835 h 4939827"/>
              <a:gd name="connsiteX141-8459" fmla="*/ 5028933 w 12192000"/>
              <a:gd name="connsiteY141-8460" fmla="*/ 183887 h 4939827"/>
              <a:gd name="connsiteX142-8461" fmla="*/ 5093642 w 12192000"/>
              <a:gd name="connsiteY142-8462" fmla="*/ 177214 h 4939827"/>
              <a:gd name="connsiteX143-8463" fmla="*/ 5102642 w 12192000"/>
              <a:gd name="connsiteY143-8464" fmla="*/ 186816 h 4939827"/>
              <a:gd name="connsiteX144-8465" fmla="*/ 5193590 w 12192000"/>
              <a:gd name="connsiteY144-8466" fmla="*/ 156458 h 4939827"/>
              <a:gd name="connsiteX145-8467" fmla="*/ 5323922 w 12192000"/>
              <a:gd name="connsiteY145-8468" fmla="*/ 146332 h 4939827"/>
              <a:gd name="connsiteX146-8469" fmla="*/ 5421860 w 12192000"/>
              <a:gd name="connsiteY146-8470" fmla="*/ 167298 h 4939827"/>
              <a:gd name="connsiteX147-8471" fmla="*/ 5476948 w 12192000"/>
              <a:gd name="connsiteY147-8472" fmla="*/ 173249 h 4939827"/>
              <a:gd name="connsiteX148-8473" fmla="*/ 5516842 w 12192000"/>
              <a:gd name="connsiteY148-8474" fmla="*/ 184018 h 4939827"/>
              <a:gd name="connsiteX149-8475" fmla="*/ 5619415 w 12192000"/>
              <a:gd name="connsiteY149-8476" fmla="*/ 176781 h 4939827"/>
              <a:gd name="connsiteX150-8477" fmla="*/ 5789867 w 12192000"/>
              <a:gd name="connsiteY150-8478" fmla="*/ 150304 h 4939827"/>
              <a:gd name="connsiteX151-8479" fmla="*/ 5825953 w 12192000"/>
              <a:gd name="connsiteY151-8480" fmla="*/ 147907 h 4939827"/>
              <a:gd name="connsiteX152-8481" fmla="*/ 5856168 w 12192000"/>
              <a:gd name="connsiteY152-8482" fmla="*/ 158719 h 4939827"/>
              <a:gd name="connsiteX153-8483" fmla="*/ 5862476 w 12192000"/>
              <a:gd name="connsiteY153-8484" fmla="*/ 172447 h 4939827"/>
              <a:gd name="connsiteX154-8485" fmla="*/ 5882195 w 12192000"/>
              <a:gd name="connsiteY154-8486" fmla="*/ 173195 h 4939827"/>
              <a:gd name="connsiteX155-8487" fmla="*/ 5887271 w 12192000"/>
              <a:gd name="connsiteY155-8488" fmla="*/ 176084 h 4939827"/>
              <a:gd name="connsiteX156-8489" fmla="*/ 5921577 w 12192000"/>
              <a:gd name="connsiteY156-8490" fmla="*/ 169858 h 4939827"/>
              <a:gd name="connsiteX157-8491" fmla="*/ 5983240 w 12192000"/>
              <a:gd name="connsiteY157-8492" fmla="*/ 152755 h 4939827"/>
              <a:gd name="connsiteX158-8493" fmla="*/ 6152287 w 12192000"/>
              <a:gd name="connsiteY158-8494" fmla="*/ 116736 h 4939827"/>
              <a:gd name="connsiteX159-8495" fmla="*/ 6415830 w 12192000"/>
              <a:gd name="connsiteY159-8496" fmla="*/ 136006 h 4939827"/>
              <a:gd name="connsiteX160-8497" fmla="*/ 6756965 w 12192000"/>
              <a:gd name="connsiteY160-8498" fmla="*/ 57636 h 4939827"/>
              <a:gd name="connsiteX161-8499" fmla="*/ 6819400 w 12192000"/>
              <a:gd name="connsiteY161-8500" fmla="*/ 30742 h 4939827"/>
              <a:gd name="connsiteX162-8501" fmla="*/ 6986370 w 12192000"/>
              <a:gd name="connsiteY162-8502" fmla="*/ 12659 h 4939827"/>
              <a:gd name="connsiteX163-8503" fmla="*/ 6989536 w 12192000"/>
              <a:gd name="connsiteY163-8504" fmla="*/ 14528 h 4939827"/>
              <a:gd name="connsiteX164-8505" fmla="*/ 7015933 w 12192000"/>
              <a:gd name="connsiteY164-8506" fmla="*/ 9653 h 4939827"/>
              <a:gd name="connsiteX165-8507" fmla="*/ 7020592 w 12192000"/>
              <a:gd name="connsiteY165-8508" fmla="*/ 1651 h 4939827"/>
              <a:gd name="connsiteX166-8509" fmla="*/ 7025905 w 12192000"/>
              <a:gd name="connsiteY166-8510" fmla="*/ 0 h 4939827"/>
              <a:gd name="connsiteX0-8511" fmla="*/ 7025905 w 12192000"/>
              <a:gd name="connsiteY0-8512" fmla="*/ 0 h 4939827"/>
              <a:gd name="connsiteX1-8513" fmla="*/ 7032579 w 12192000"/>
              <a:gd name="connsiteY1-8514" fmla="*/ 2808 h 4939827"/>
              <a:gd name="connsiteX2-8515" fmla="*/ 7079505 w 12192000"/>
              <a:gd name="connsiteY2-8516" fmla="*/ 12971 h 4939827"/>
              <a:gd name="connsiteX3-8517" fmla="*/ 7158791 w 12192000"/>
              <a:gd name="connsiteY3-8518" fmla="*/ 12462 h 4939827"/>
              <a:gd name="connsiteX4-8519" fmla="*/ 7233338 w 12192000"/>
              <a:gd name="connsiteY4-8520" fmla="*/ 24846 h 4939827"/>
              <a:gd name="connsiteX5-8521" fmla="*/ 7259791 w 12192000"/>
              <a:gd name="connsiteY5-8522" fmla="*/ 29557 h 4939827"/>
              <a:gd name="connsiteX6-8523" fmla="*/ 7263923 w 12192000"/>
              <a:gd name="connsiteY6-8524" fmla="*/ 35029 h 4939827"/>
              <a:gd name="connsiteX7-8525" fmla="*/ 7281549 w 12192000"/>
              <a:gd name="connsiteY7-8526" fmla="*/ 39654 h 4939827"/>
              <a:gd name="connsiteX8-8527" fmla="*/ 7374735 w 12192000"/>
              <a:gd name="connsiteY8-8528" fmla="*/ 65326 h 4939827"/>
              <a:gd name="connsiteX9-8529" fmla="*/ 7376078 w 12192000"/>
              <a:gd name="connsiteY9-8530" fmla="*/ 63849 h 4939827"/>
              <a:gd name="connsiteX10-8531" fmla="*/ 7402026 w 12192000"/>
              <a:gd name="connsiteY10-8532" fmla="*/ 60308 h 4939827"/>
              <a:gd name="connsiteX11-8533" fmla="*/ 7415091 w 12192000"/>
              <a:gd name="connsiteY11-8534" fmla="*/ 77403 h 4939827"/>
              <a:gd name="connsiteX12-8535" fmla="*/ 7488682 w 12192000"/>
              <a:gd name="connsiteY12-8536" fmla="*/ 83440 h 4939827"/>
              <a:gd name="connsiteX13-8537" fmla="*/ 7588044 w 12192000"/>
              <a:gd name="connsiteY13-8538" fmla="*/ 110756 h 4939827"/>
              <a:gd name="connsiteX14-8539" fmla="*/ 7732750 w 12192000"/>
              <a:gd name="connsiteY14-8540" fmla="*/ 145456 h 4939827"/>
              <a:gd name="connsiteX15-8541" fmla="*/ 7785900 w 12192000"/>
              <a:gd name="connsiteY15-8542" fmla="*/ 154493 h 4939827"/>
              <a:gd name="connsiteX16-8543" fmla="*/ 7877301 w 12192000"/>
              <a:gd name="connsiteY16-8544" fmla="*/ 186153 h 4939827"/>
              <a:gd name="connsiteX17-8545" fmla="*/ 7952584 w 12192000"/>
              <a:gd name="connsiteY17-8546" fmla="*/ 170181 h 4939827"/>
              <a:gd name="connsiteX18-8547" fmla="*/ 8009534 w 12192000"/>
              <a:gd name="connsiteY18-8548" fmla="*/ 176441 h 4939827"/>
              <a:gd name="connsiteX19-8549" fmla="*/ 8058681 w 12192000"/>
              <a:gd name="connsiteY19-8550" fmla="*/ 219431 h 4939827"/>
              <a:gd name="connsiteX20-8551" fmla="*/ 8126175 w 12192000"/>
              <a:gd name="connsiteY20-8552" fmla="*/ 240005 h 4939827"/>
              <a:gd name="connsiteX21-8553" fmla="*/ 8166439 w 12192000"/>
              <a:gd name="connsiteY21-8554" fmla="*/ 252699 h 4939827"/>
              <a:gd name="connsiteX22-8555" fmla="*/ 8281371 w 12192000"/>
              <a:gd name="connsiteY22-8556" fmla="*/ 256875 h 4939827"/>
              <a:gd name="connsiteX23-8557" fmla="*/ 8381609 w 12192000"/>
              <a:gd name="connsiteY23-8558" fmla="*/ 240618 h 4939827"/>
              <a:gd name="connsiteX24-8559" fmla="*/ 8406759 w 12192000"/>
              <a:gd name="connsiteY24-8560" fmla="*/ 232517 h 4939827"/>
              <a:gd name="connsiteX25-8561" fmla="*/ 8426506 w 12192000"/>
              <a:gd name="connsiteY25-8562" fmla="*/ 241842 h 4939827"/>
              <a:gd name="connsiteX26-8563" fmla="*/ 8427949 w 12192000"/>
              <a:gd name="connsiteY26-8564" fmla="*/ 240981 h 4939827"/>
              <a:gd name="connsiteX27-8565" fmla="*/ 8441468 w 12192000"/>
              <a:gd name="connsiteY27-8566" fmla="*/ 241157 h 4939827"/>
              <a:gd name="connsiteX28-8567" fmla="*/ 8565757 w 12192000"/>
              <a:gd name="connsiteY28-8568" fmla="*/ 255317 h 4939827"/>
              <a:gd name="connsiteX29-8569" fmla="*/ 8573171 w 12192000"/>
              <a:gd name="connsiteY29-8570" fmla="*/ 258426 h 4939827"/>
              <a:gd name="connsiteX30-8571" fmla="*/ 8573548 w 12192000"/>
              <a:gd name="connsiteY30-8572" fmla="*/ 258241 h 4939827"/>
              <a:gd name="connsiteX31-8573" fmla="*/ 8581827 w 12192000"/>
              <a:gd name="connsiteY31-8574" fmla="*/ 261028 h 4939827"/>
              <a:gd name="connsiteX32-8575" fmla="*/ 8586687 w 12192000"/>
              <a:gd name="connsiteY32-8576" fmla="*/ 264089 h 4939827"/>
              <a:gd name="connsiteX33-8577" fmla="*/ 8601067 w 12192000"/>
              <a:gd name="connsiteY33-8578" fmla="*/ 270114 h 4939827"/>
              <a:gd name="connsiteX34-8579" fmla="*/ 8672650 w 12192000"/>
              <a:gd name="connsiteY34-8580" fmla="*/ 254821 h 4939827"/>
              <a:gd name="connsiteX35-8581" fmla="*/ 8785543 w 12192000"/>
              <a:gd name="connsiteY35-8582" fmla="*/ 263406 h 4939827"/>
              <a:gd name="connsiteX36-8583" fmla="*/ 8830588 w 12192000"/>
              <a:gd name="connsiteY36-8584" fmla="*/ 265483 h 4939827"/>
              <a:gd name="connsiteX37-8585" fmla="*/ 8905142 w 12192000"/>
              <a:gd name="connsiteY37-8586" fmla="*/ 264958 h 4939827"/>
              <a:gd name="connsiteX38-8587" fmla="*/ 8968582 w 12192000"/>
              <a:gd name="connsiteY38-8588" fmla="*/ 262728 h 4939827"/>
              <a:gd name="connsiteX39-8589" fmla="*/ 8972994 w 12192000"/>
              <a:gd name="connsiteY39-8590" fmla="*/ 263284 h 4939827"/>
              <a:gd name="connsiteX40-8591" fmla="*/ 9004605 w 12192000"/>
              <a:gd name="connsiteY40-8592" fmla="*/ 258041 h 4939827"/>
              <a:gd name="connsiteX41-8593" fmla="*/ 9016165 w 12192000"/>
              <a:gd name="connsiteY41-8594" fmla="*/ 261258 h 4939827"/>
              <a:gd name="connsiteX42-8595" fmla="*/ 9043297 w 12192000"/>
              <a:gd name="connsiteY42-8596" fmla="*/ 281547 h 4939827"/>
              <a:gd name="connsiteX43-8597" fmla="*/ 9048315 w 12192000"/>
              <a:gd name="connsiteY43-8598" fmla="*/ 279264 h 4939827"/>
              <a:gd name="connsiteX44-8599" fmla="*/ 9054706 w 12192000"/>
              <a:gd name="connsiteY44-8600" fmla="*/ 278538 h 4939827"/>
              <a:gd name="connsiteX45-8601" fmla="*/ 9070919 w 12192000"/>
              <a:gd name="connsiteY45-8602" fmla="*/ 281810 h 4939827"/>
              <a:gd name="connsiteX46-8603" fmla="*/ 9076813 w 12192000"/>
              <a:gd name="connsiteY46-8604" fmla="*/ 283909 h 4939827"/>
              <a:gd name="connsiteX47-8605" fmla="*/ 9085871 w 12192000"/>
              <a:gd name="connsiteY47-8606" fmla="*/ 285133 h 4939827"/>
              <a:gd name="connsiteX48-8607" fmla="*/ 9086159 w 12192000"/>
              <a:gd name="connsiteY48-8608" fmla="*/ 284887 h 4939827"/>
              <a:gd name="connsiteX49-8609" fmla="*/ 9134606 w 12192000"/>
              <a:gd name="connsiteY49-8610" fmla="*/ 288168 h 4939827"/>
              <a:gd name="connsiteX50-8611" fmla="*/ 9195590 w 12192000"/>
              <a:gd name="connsiteY50-8612" fmla="*/ 279568 h 4939827"/>
              <a:gd name="connsiteX51-8613" fmla="*/ 9219336 w 12192000"/>
              <a:gd name="connsiteY51-8614" fmla="*/ 278133 h 4939827"/>
              <a:gd name="connsiteX52-8615" fmla="*/ 9232362 w 12192000"/>
              <a:gd name="connsiteY52-8616" fmla="*/ 275894 h 4939827"/>
              <a:gd name="connsiteX53-8617" fmla="*/ 9233396 w 12192000"/>
              <a:gd name="connsiteY53-8618" fmla="*/ 274803 h 4939827"/>
              <a:gd name="connsiteX54-8619" fmla="*/ 9256213 w 12192000"/>
              <a:gd name="connsiteY54-8620" fmla="*/ 281576 h 4939827"/>
              <a:gd name="connsiteX55-8621" fmla="*/ 9287089 w 12192000"/>
              <a:gd name="connsiteY55-8622" fmla="*/ 303891 h 4939827"/>
              <a:gd name="connsiteX56-8623" fmla="*/ 9371484 w 12192000"/>
              <a:gd name="connsiteY56-8624" fmla="*/ 329634 h 4939827"/>
              <a:gd name="connsiteX57-8625" fmla="*/ 9404829 w 12192000"/>
              <a:gd name="connsiteY57-8626" fmla="*/ 339038 h 4939827"/>
              <a:gd name="connsiteX58-8627" fmla="*/ 9427021 w 12192000"/>
              <a:gd name="connsiteY58-8628" fmla="*/ 358784 h 4939827"/>
              <a:gd name="connsiteX59-8629" fmla="*/ 9670844 w 12192000"/>
              <a:gd name="connsiteY59-8630" fmla="*/ 405128 h 4939827"/>
              <a:gd name="connsiteX60-8631" fmla="*/ 9816083 w 12192000"/>
              <a:gd name="connsiteY60-8632" fmla="*/ 416573 h 4939827"/>
              <a:gd name="connsiteX61-8633" fmla="*/ 9936741 w 12192000"/>
              <a:gd name="connsiteY61-8634" fmla="*/ 437044 h 4939827"/>
              <a:gd name="connsiteX62-8635" fmla="*/ 10050093 w 12192000"/>
              <a:gd name="connsiteY62-8636" fmla="*/ 443783 h 4939827"/>
              <a:gd name="connsiteX63-8637" fmla="*/ 10130090 w 12192000"/>
              <a:gd name="connsiteY63-8638" fmla="*/ 459520 h 4939827"/>
              <a:gd name="connsiteX64-8639" fmla="*/ 10173456 w 12192000"/>
              <a:gd name="connsiteY64-8640" fmla="*/ 457749 h 4939827"/>
              <a:gd name="connsiteX65-8641" fmla="*/ 10218232 w 12192000"/>
              <a:gd name="connsiteY65-8642" fmla="*/ 459820 h 4939827"/>
              <a:gd name="connsiteX66-8643" fmla="*/ 10354176 w 12192000"/>
              <a:gd name="connsiteY66-8644" fmla="*/ 471377 h 4939827"/>
              <a:gd name="connsiteX67-8645" fmla="*/ 10430681 w 12192000"/>
              <a:gd name="connsiteY67-8646" fmla="*/ 481226 h 4939827"/>
              <a:gd name="connsiteX68-8647" fmla="*/ 10478169 w 12192000"/>
              <a:gd name="connsiteY68-8648" fmla="*/ 481774 h 4939827"/>
              <a:gd name="connsiteX69-8649" fmla="*/ 10540907 w 12192000"/>
              <a:gd name="connsiteY69-8650" fmla="*/ 485607 h 4939827"/>
              <a:gd name="connsiteX70-8651" fmla="*/ 10614941 w 12192000"/>
              <a:gd name="connsiteY70-8652" fmla="*/ 487592 h 4939827"/>
              <a:gd name="connsiteX71-8653" fmla="*/ 10674098 w 12192000"/>
              <a:gd name="connsiteY71-8654" fmla="*/ 521656 h 4939827"/>
              <a:gd name="connsiteX72-8655" fmla="*/ 10874834 w 12192000"/>
              <a:gd name="connsiteY72-8656" fmla="*/ 574867 h 4939827"/>
              <a:gd name="connsiteX73-8657" fmla="*/ 10944981 w 12192000"/>
              <a:gd name="connsiteY73-8658" fmla="*/ 615042 h 4939827"/>
              <a:gd name="connsiteX74-8659" fmla="*/ 11006376 w 12192000"/>
              <a:gd name="connsiteY74-8660" fmla="*/ 645957 h 4939827"/>
              <a:gd name="connsiteX75-8661" fmla="*/ 11076308 w 12192000"/>
              <a:gd name="connsiteY75-8662" fmla="*/ 675698 h 4939827"/>
              <a:gd name="connsiteX76-8663" fmla="*/ 11148789 w 12192000"/>
              <a:gd name="connsiteY76-8664" fmla="*/ 685041 h 4939827"/>
              <a:gd name="connsiteX77-8665" fmla="*/ 11249129 w 12192000"/>
              <a:gd name="connsiteY77-8666" fmla="*/ 684218 h 4939827"/>
              <a:gd name="connsiteX78-8667" fmla="*/ 11299915 w 12192000"/>
              <a:gd name="connsiteY78-8668" fmla="*/ 692177 h 4939827"/>
              <a:gd name="connsiteX79-8669" fmla="*/ 11386973 w 12192000"/>
              <a:gd name="connsiteY79-8670" fmla="*/ 708209 h 4939827"/>
              <a:gd name="connsiteX80-8671" fmla="*/ 11500105 w 12192000"/>
              <a:gd name="connsiteY80-8672" fmla="*/ 735014 h 4939827"/>
              <a:gd name="connsiteX81-8673" fmla="*/ 11621735 w 12192000"/>
              <a:gd name="connsiteY81-8674" fmla="*/ 789584 h 4939827"/>
              <a:gd name="connsiteX82-8675" fmla="*/ 11691200 w 12192000"/>
              <a:gd name="connsiteY82-8676" fmla="*/ 867902 h 4939827"/>
              <a:gd name="connsiteX83-8677" fmla="*/ 11819427 w 12192000"/>
              <a:gd name="connsiteY83-8678" fmla="*/ 911634 h 4939827"/>
              <a:gd name="connsiteX84-8679" fmla="*/ 11969720 w 12192000"/>
              <a:gd name="connsiteY84-8680" fmla="*/ 964737 h 4939827"/>
              <a:gd name="connsiteX85-8681" fmla="*/ 12055766 w 12192000"/>
              <a:gd name="connsiteY85-8682" fmla="*/ 991268 h 4939827"/>
              <a:gd name="connsiteX86-8683" fmla="*/ 12171539 w 12192000"/>
              <a:gd name="connsiteY86-8684" fmla="*/ 995427 h 4939827"/>
              <a:gd name="connsiteX87-8685" fmla="*/ 12187831 w 12192000"/>
              <a:gd name="connsiteY87-8686" fmla="*/ 996580 h 4939827"/>
              <a:gd name="connsiteX88-8687" fmla="*/ 12192000 w 12192000"/>
              <a:gd name="connsiteY88-8688" fmla="*/ 996726 h 4939827"/>
              <a:gd name="connsiteX89-8689" fmla="*/ 12192000 w 12192000"/>
              <a:gd name="connsiteY89-8690" fmla="*/ 4939827 h 4939827"/>
              <a:gd name="connsiteX90-8691" fmla="*/ 0 w 12192000"/>
              <a:gd name="connsiteY90-8692" fmla="*/ 4939827 h 4939827"/>
              <a:gd name="connsiteX91-8693" fmla="*/ 0 w 12192000"/>
              <a:gd name="connsiteY91-8694" fmla="*/ 512043 h 4939827"/>
              <a:gd name="connsiteX92-8695" fmla="*/ 7381 w 12192000"/>
              <a:gd name="connsiteY92-8696" fmla="*/ 512580 h 4939827"/>
              <a:gd name="connsiteX93-8697" fmla="*/ 100029 w 12192000"/>
              <a:gd name="connsiteY93-8698" fmla="*/ 504758 h 4939827"/>
              <a:gd name="connsiteX94-8699" fmla="*/ 155244 w 12192000"/>
              <a:gd name="connsiteY94-8700" fmla="*/ 525130 h 4939827"/>
              <a:gd name="connsiteX95-8701" fmla="*/ 254366 w 12192000"/>
              <a:gd name="connsiteY95-8702" fmla="*/ 534449 h 4939827"/>
              <a:gd name="connsiteX96-8703" fmla="*/ 447292 w 12192000"/>
              <a:gd name="connsiteY96-8704" fmla="*/ 542725 h 4939827"/>
              <a:gd name="connsiteX97-8705" fmla="*/ 628105 w 12192000"/>
              <a:gd name="connsiteY97-8706" fmla="*/ 547853 h 4939827"/>
              <a:gd name="connsiteX98-8707" fmla="*/ 783146 w 12192000"/>
              <a:gd name="connsiteY98-8708" fmla="*/ 591799 h 4939827"/>
              <a:gd name="connsiteX99-8709" fmla="*/ 1043676 w 12192000"/>
              <a:gd name="connsiteY99-8710" fmla="*/ 591887 h 4939827"/>
              <a:gd name="connsiteX100-8711" fmla="*/ 1281816 w 12192000"/>
              <a:gd name="connsiteY100-8712" fmla="*/ 520946 h 4939827"/>
              <a:gd name="connsiteX101-8713" fmla="*/ 1486347 w 12192000"/>
              <a:gd name="connsiteY101-8714" fmla="*/ 487310 h 4939827"/>
              <a:gd name="connsiteX102-8715" fmla="*/ 1568079 w 12192000"/>
              <a:gd name="connsiteY102-8716" fmla="*/ 462531 h 4939827"/>
              <a:gd name="connsiteX103-8717" fmla="*/ 1622516 w 12192000"/>
              <a:gd name="connsiteY103-8718" fmla="*/ 466058 h 4939827"/>
              <a:gd name="connsiteX104-8719" fmla="*/ 1655457 w 12192000"/>
              <a:gd name="connsiteY104-8720" fmla="*/ 465359 h 4939827"/>
              <a:gd name="connsiteX105-8721" fmla="*/ 1717454 w 12192000"/>
              <a:gd name="connsiteY105-8722" fmla="*/ 417203 h 4939827"/>
              <a:gd name="connsiteX106-8723" fmla="*/ 1913794 w 12192000"/>
              <a:gd name="connsiteY106-8724" fmla="*/ 365255 h 4939827"/>
              <a:gd name="connsiteX107-8725" fmla="*/ 2129762 w 12192000"/>
              <a:gd name="connsiteY107-8726" fmla="*/ 367832 h 4939827"/>
              <a:gd name="connsiteX108-8727" fmla="*/ 2376970 w 12192000"/>
              <a:gd name="connsiteY108-8728" fmla="*/ 350129 h 4939827"/>
              <a:gd name="connsiteX109-8729" fmla="*/ 2480155 w 12192000"/>
              <a:gd name="connsiteY109-8730" fmla="*/ 359227 h 4939827"/>
              <a:gd name="connsiteX110-8731" fmla="*/ 2586782 w 12192000"/>
              <a:gd name="connsiteY110-8732" fmla="*/ 339352 h 4939827"/>
              <a:gd name="connsiteX111-8733" fmla="*/ 2679617 w 12192000"/>
              <a:gd name="connsiteY111-8734" fmla="*/ 305383 h 4939827"/>
              <a:gd name="connsiteX112-8735" fmla="*/ 2788947 w 12192000"/>
              <a:gd name="connsiteY112-8736" fmla="*/ 250375 h 4939827"/>
              <a:gd name="connsiteX113-8737" fmla="*/ 2965530 w 12192000"/>
              <a:gd name="connsiteY113-8738" fmla="*/ 245958 h 4939827"/>
              <a:gd name="connsiteX114-8739" fmla="*/ 3103677 w 12192000"/>
              <a:gd name="connsiteY114-8740" fmla="*/ 209527 h 4939827"/>
              <a:gd name="connsiteX115-8741" fmla="*/ 3126759 w 12192000"/>
              <a:gd name="connsiteY115-8742" fmla="*/ 211226 h 4939827"/>
              <a:gd name="connsiteX116-8743" fmla="*/ 3164020 w 12192000"/>
              <a:gd name="connsiteY116-8744" fmla="*/ 212779 h 4939827"/>
              <a:gd name="connsiteX117-8745" fmla="*/ 3285019 w 12192000"/>
              <a:gd name="connsiteY117-8746" fmla="*/ 220535 h 4939827"/>
              <a:gd name="connsiteX118-8747" fmla="*/ 3365154 w 12192000"/>
              <a:gd name="connsiteY118-8748" fmla="*/ 226416 h 4939827"/>
              <a:gd name="connsiteX119-8749" fmla="*/ 3367507 w 12192000"/>
              <a:gd name="connsiteY119-8750" fmla="*/ 225416 h 4939827"/>
              <a:gd name="connsiteX120-8751" fmla="*/ 3387567 w 12192000"/>
              <a:gd name="connsiteY120-8752" fmla="*/ 227103 h 4939827"/>
              <a:gd name="connsiteX121-8753" fmla="*/ 3498001 w 12192000"/>
              <a:gd name="connsiteY121-8754" fmla="*/ 231941 h 4939827"/>
              <a:gd name="connsiteX122-8755" fmla="*/ 3561557 w 12192000"/>
              <a:gd name="connsiteY122-8756" fmla="*/ 228095 h 4939827"/>
              <a:gd name="connsiteX123-8757" fmla="*/ 3611920 w 12192000"/>
              <a:gd name="connsiteY123-8758" fmla="*/ 218094 h 4939827"/>
              <a:gd name="connsiteX124-8759" fmla="*/ 3620528 w 12192000"/>
              <a:gd name="connsiteY124-8760" fmla="*/ 218788 h 4939827"/>
              <a:gd name="connsiteX125-8761" fmla="*/ 3620766 w 12192000"/>
              <a:gd name="connsiteY125-8762" fmla="*/ 218511 h 4939827"/>
              <a:gd name="connsiteX126-8763" fmla="*/ 3629977 w 12192000"/>
              <a:gd name="connsiteY126-8764" fmla="*/ 218664 h 4939827"/>
              <a:gd name="connsiteX127-8765" fmla="*/ 3636217 w 12192000"/>
              <a:gd name="connsiteY127-8766" fmla="*/ 220048 h 4939827"/>
              <a:gd name="connsiteX128-8767" fmla="*/ 3709484 w 12192000"/>
              <a:gd name="connsiteY128-8768" fmla="*/ 186927 h 4939827"/>
              <a:gd name="connsiteX129-8769" fmla="*/ 3761342 w 12192000"/>
              <a:gd name="connsiteY129-8770" fmla="*/ 177474 h 4939827"/>
              <a:gd name="connsiteX130-8771" fmla="*/ 3799748 w 12192000"/>
              <a:gd name="connsiteY130-8772" fmla="*/ 167154 h 4939827"/>
              <a:gd name="connsiteX131-8773" fmla="*/ 3922756 w 12192000"/>
              <a:gd name="connsiteY131-8774" fmla="*/ 194044 h 4939827"/>
              <a:gd name="connsiteX132-8775" fmla="*/ 4028476 w 12192000"/>
              <a:gd name="connsiteY132-8776" fmla="*/ 223679 h 4939827"/>
              <a:gd name="connsiteX133-8777" fmla="*/ 4191582 w 12192000"/>
              <a:gd name="connsiteY133-8778" fmla="*/ 238952 h 4939827"/>
              <a:gd name="connsiteX134-8779" fmla="*/ 4251024 w 12192000"/>
              <a:gd name="connsiteY134-8780" fmla="*/ 240874 h 4939827"/>
              <a:gd name="connsiteX135-8781" fmla="*/ 4355275 w 12192000"/>
              <a:gd name="connsiteY135-8782" fmla="*/ 260205 h 4939827"/>
              <a:gd name="connsiteX136-8783" fmla="*/ 4423807 w 12192000"/>
              <a:gd name="connsiteY136-8784" fmla="*/ 270366 h 4939827"/>
              <a:gd name="connsiteX137-8785" fmla="*/ 4558432 w 12192000"/>
              <a:gd name="connsiteY137-8786" fmla="*/ 269194 h 4939827"/>
              <a:gd name="connsiteX138-8787" fmla="*/ 4635061 w 12192000"/>
              <a:gd name="connsiteY138-8788" fmla="*/ 280682 h 4939827"/>
              <a:gd name="connsiteX139-8789" fmla="*/ 4807427 w 12192000"/>
              <a:gd name="connsiteY139-8790" fmla="*/ 276835 h 4939827"/>
              <a:gd name="connsiteX140-8791" fmla="*/ 5028933 w 12192000"/>
              <a:gd name="connsiteY140-8792" fmla="*/ 183887 h 4939827"/>
              <a:gd name="connsiteX141-8793" fmla="*/ 5093642 w 12192000"/>
              <a:gd name="connsiteY141-8794" fmla="*/ 177214 h 4939827"/>
              <a:gd name="connsiteX142-8795" fmla="*/ 5102642 w 12192000"/>
              <a:gd name="connsiteY142-8796" fmla="*/ 186816 h 4939827"/>
              <a:gd name="connsiteX143-8797" fmla="*/ 5193590 w 12192000"/>
              <a:gd name="connsiteY143-8798" fmla="*/ 156458 h 4939827"/>
              <a:gd name="connsiteX144-8799" fmla="*/ 5323922 w 12192000"/>
              <a:gd name="connsiteY144-8800" fmla="*/ 146332 h 4939827"/>
              <a:gd name="connsiteX145-8801" fmla="*/ 5421860 w 12192000"/>
              <a:gd name="connsiteY145-8802" fmla="*/ 167298 h 4939827"/>
              <a:gd name="connsiteX146-8803" fmla="*/ 5476948 w 12192000"/>
              <a:gd name="connsiteY146-8804" fmla="*/ 173249 h 4939827"/>
              <a:gd name="connsiteX147-8805" fmla="*/ 5516842 w 12192000"/>
              <a:gd name="connsiteY147-8806" fmla="*/ 184018 h 4939827"/>
              <a:gd name="connsiteX148-8807" fmla="*/ 5619415 w 12192000"/>
              <a:gd name="connsiteY148-8808" fmla="*/ 176781 h 4939827"/>
              <a:gd name="connsiteX149-8809" fmla="*/ 5789867 w 12192000"/>
              <a:gd name="connsiteY149-8810" fmla="*/ 150304 h 4939827"/>
              <a:gd name="connsiteX150-8811" fmla="*/ 5825953 w 12192000"/>
              <a:gd name="connsiteY150-8812" fmla="*/ 147907 h 4939827"/>
              <a:gd name="connsiteX151-8813" fmla="*/ 5856168 w 12192000"/>
              <a:gd name="connsiteY151-8814" fmla="*/ 158719 h 4939827"/>
              <a:gd name="connsiteX152-8815" fmla="*/ 5862476 w 12192000"/>
              <a:gd name="connsiteY152-8816" fmla="*/ 172447 h 4939827"/>
              <a:gd name="connsiteX153-8817" fmla="*/ 5882195 w 12192000"/>
              <a:gd name="connsiteY153-8818" fmla="*/ 173195 h 4939827"/>
              <a:gd name="connsiteX154-8819" fmla="*/ 5887271 w 12192000"/>
              <a:gd name="connsiteY154-8820" fmla="*/ 176084 h 4939827"/>
              <a:gd name="connsiteX155-8821" fmla="*/ 5921577 w 12192000"/>
              <a:gd name="connsiteY155-8822" fmla="*/ 169858 h 4939827"/>
              <a:gd name="connsiteX156-8823" fmla="*/ 5983240 w 12192000"/>
              <a:gd name="connsiteY156-8824" fmla="*/ 152755 h 4939827"/>
              <a:gd name="connsiteX157-8825" fmla="*/ 6152287 w 12192000"/>
              <a:gd name="connsiteY157-8826" fmla="*/ 116736 h 4939827"/>
              <a:gd name="connsiteX158-8827" fmla="*/ 6415830 w 12192000"/>
              <a:gd name="connsiteY158-8828" fmla="*/ 136006 h 4939827"/>
              <a:gd name="connsiteX159-8829" fmla="*/ 6756965 w 12192000"/>
              <a:gd name="connsiteY159-8830" fmla="*/ 57636 h 4939827"/>
              <a:gd name="connsiteX160-8831" fmla="*/ 6819400 w 12192000"/>
              <a:gd name="connsiteY160-8832" fmla="*/ 30742 h 4939827"/>
              <a:gd name="connsiteX161-8833" fmla="*/ 6986370 w 12192000"/>
              <a:gd name="connsiteY161-8834" fmla="*/ 12659 h 4939827"/>
              <a:gd name="connsiteX162-8835" fmla="*/ 6989536 w 12192000"/>
              <a:gd name="connsiteY162-8836" fmla="*/ 14528 h 4939827"/>
              <a:gd name="connsiteX163-8837" fmla="*/ 7015933 w 12192000"/>
              <a:gd name="connsiteY163-8838" fmla="*/ 9653 h 4939827"/>
              <a:gd name="connsiteX164-8839" fmla="*/ 7020592 w 12192000"/>
              <a:gd name="connsiteY164-8840" fmla="*/ 1651 h 4939827"/>
              <a:gd name="connsiteX165-8841" fmla="*/ 7025905 w 12192000"/>
              <a:gd name="connsiteY165-8842" fmla="*/ 0 h 4939827"/>
              <a:gd name="connsiteX0-8843" fmla="*/ 7025905 w 12192000"/>
              <a:gd name="connsiteY0-8844" fmla="*/ 0 h 4939827"/>
              <a:gd name="connsiteX1-8845" fmla="*/ 7032579 w 12192000"/>
              <a:gd name="connsiteY1-8846" fmla="*/ 2808 h 4939827"/>
              <a:gd name="connsiteX2-8847" fmla="*/ 7079505 w 12192000"/>
              <a:gd name="connsiteY2-8848" fmla="*/ 12971 h 4939827"/>
              <a:gd name="connsiteX3-8849" fmla="*/ 7158791 w 12192000"/>
              <a:gd name="connsiteY3-8850" fmla="*/ 12462 h 4939827"/>
              <a:gd name="connsiteX4-8851" fmla="*/ 7233338 w 12192000"/>
              <a:gd name="connsiteY4-8852" fmla="*/ 24846 h 4939827"/>
              <a:gd name="connsiteX5-8853" fmla="*/ 7259791 w 12192000"/>
              <a:gd name="connsiteY5-8854" fmla="*/ 29557 h 4939827"/>
              <a:gd name="connsiteX6-8855" fmla="*/ 7263923 w 12192000"/>
              <a:gd name="connsiteY6-8856" fmla="*/ 35029 h 4939827"/>
              <a:gd name="connsiteX7-8857" fmla="*/ 7281549 w 12192000"/>
              <a:gd name="connsiteY7-8858" fmla="*/ 39654 h 4939827"/>
              <a:gd name="connsiteX8-8859" fmla="*/ 7374735 w 12192000"/>
              <a:gd name="connsiteY8-8860" fmla="*/ 65326 h 4939827"/>
              <a:gd name="connsiteX9-8861" fmla="*/ 7376078 w 12192000"/>
              <a:gd name="connsiteY9-8862" fmla="*/ 63849 h 4939827"/>
              <a:gd name="connsiteX10-8863" fmla="*/ 7402026 w 12192000"/>
              <a:gd name="connsiteY10-8864" fmla="*/ 60308 h 4939827"/>
              <a:gd name="connsiteX11-8865" fmla="*/ 7415091 w 12192000"/>
              <a:gd name="connsiteY11-8866" fmla="*/ 77403 h 4939827"/>
              <a:gd name="connsiteX12-8867" fmla="*/ 7488682 w 12192000"/>
              <a:gd name="connsiteY12-8868" fmla="*/ 83440 h 4939827"/>
              <a:gd name="connsiteX13-8869" fmla="*/ 7588044 w 12192000"/>
              <a:gd name="connsiteY13-8870" fmla="*/ 110756 h 4939827"/>
              <a:gd name="connsiteX14-8871" fmla="*/ 7732750 w 12192000"/>
              <a:gd name="connsiteY14-8872" fmla="*/ 145456 h 4939827"/>
              <a:gd name="connsiteX15-8873" fmla="*/ 7785900 w 12192000"/>
              <a:gd name="connsiteY15-8874" fmla="*/ 154493 h 4939827"/>
              <a:gd name="connsiteX16-8875" fmla="*/ 7877301 w 12192000"/>
              <a:gd name="connsiteY16-8876" fmla="*/ 186153 h 4939827"/>
              <a:gd name="connsiteX17-8877" fmla="*/ 7952584 w 12192000"/>
              <a:gd name="connsiteY17-8878" fmla="*/ 170181 h 4939827"/>
              <a:gd name="connsiteX18-8879" fmla="*/ 8009534 w 12192000"/>
              <a:gd name="connsiteY18-8880" fmla="*/ 176441 h 4939827"/>
              <a:gd name="connsiteX19-8881" fmla="*/ 8058681 w 12192000"/>
              <a:gd name="connsiteY19-8882" fmla="*/ 219431 h 4939827"/>
              <a:gd name="connsiteX20-8883" fmla="*/ 8126175 w 12192000"/>
              <a:gd name="connsiteY20-8884" fmla="*/ 240005 h 4939827"/>
              <a:gd name="connsiteX21-8885" fmla="*/ 8166439 w 12192000"/>
              <a:gd name="connsiteY21-8886" fmla="*/ 252699 h 4939827"/>
              <a:gd name="connsiteX22-8887" fmla="*/ 8281371 w 12192000"/>
              <a:gd name="connsiteY22-8888" fmla="*/ 256875 h 4939827"/>
              <a:gd name="connsiteX23-8889" fmla="*/ 8381609 w 12192000"/>
              <a:gd name="connsiteY23-8890" fmla="*/ 240618 h 4939827"/>
              <a:gd name="connsiteX24-8891" fmla="*/ 8406759 w 12192000"/>
              <a:gd name="connsiteY24-8892" fmla="*/ 232517 h 4939827"/>
              <a:gd name="connsiteX25-8893" fmla="*/ 8426506 w 12192000"/>
              <a:gd name="connsiteY25-8894" fmla="*/ 241842 h 4939827"/>
              <a:gd name="connsiteX26-8895" fmla="*/ 8427949 w 12192000"/>
              <a:gd name="connsiteY26-8896" fmla="*/ 240981 h 4939827"/>
              <a:gd name="connsiteX27-8897" fmla="*/ 8441468 w 12192000"/>
              <a:gd name="connsiteY27-8898" fmla="*/ 241157 h 4939827"/>
              <a:gd name="connsiteX28-8899" fmla="*/ 8565757 w 12192000"/>
              <a:gd name="connsiteY28-8900" fmla="*/ 255317 h 4939827"/>
              <a:gd name="connsiteX29-8901" fmla="*/ 8573171 w 12192000"/>
              <a:gd name="connsiteY29-8902" fmla="*/ 258426 h 4939827"/>
              <a:gd name="connsiteX30-8903" fmla="*/ 8573548 w 12192000"/>
              <a:gd name="connsiteY30-8904" fmla="*/ 258241 h 4939827"/>
              <a:gd name="connsiteX31-8905" fmla="*/ 8581827 w 12192000"/>
              <a:gd name="connsiteY31-8906" fmla="*/ 261028 h 4939827"/>
              <a:gd name="connsiteX32-8907" fmla="*/ 8586687 w 12192000"/>
              <a:gd name="connsiteY32-8908" fmla="*/ 264089 h 4939827"/>
              <a:gd name="connsiteX33-8909" fmla="*/ 8601067 w 12192000"/>
              <a:gd name="connsiteY33-8910" fmla="*/ 270114 h 4939827"/>
              <a:gd name="connsiteX34-8911" fmla="*/ 8672650 w 12192000"/>
              <a:gd name="connsiteY34-8912" fmla="*/ 254821 h 4939827"/>
              <a:gd name="connsiteX35-8913" fmla="*/ 8785543 w 12192000"/>
              <a:gd name="connsiteY35-8914" fmla="*/ 263406 h 4939827"/>
              <a:gd name="connsiteX36-8915" fmla="*/ 8830588 w 12192000"/>
              <a:gd name="connsiteY36-8916" fmla="*/ 265483 h 4939827"/>
              <a:gd name="connsiteX37-8917" fmla="*/ 8905142 w 12192000"/>
              <a:gd name="connsiteY37-8918" fmla="*/ 264958 h 4939827"/>
              <a:gd name="connsiteX38-8919" fmla="*/ 8968582 w 12192000"/>
              <a:gd name="connsiteY38-8920" fmla="*/ 262728 h 4939827"/>
              <a:gd name="connsiteX39-8921" fmla="*/ 8972994 w 12192000"/>
              <a:gd name="connsiteY39-8922" fmla="*/ 263284 h 4939827"/>
              <a:gd name="connsiteX40-8923" fmla="*/ 9004605 w 12192000"/>
              <a:gd name="connsiteY40-8924" fmla="*/ 258041 h 4939827"/>
              <a:gd name="connsiteX41-8925" fmla="*/ 9016165 w 12192000"/>
              <a:gd name="connsiteY41-8926" fmla="*/ 261258 h 4939827"/>
              <a:gd name="connsiteX42-8927" fmla="*/ 9043297 w 12192000"/>
              <a:gd name="connsiteY42-8928" fmla="*/ 281547 h 4939827"/>
              <a:gd name="connsiteX43-8929" fmla="*/ 9048315 w 12192000"/>
              <a:gd name="connsiteY43-8930" fmla="*/ 279264 h 4939827"/>
              <a:gd name="connsiteX44-8931" fmla="*/ 9054706 w 12192000"/>
              <a:gd name="connsiteY44-8932" fmla="*/ 278538 h 4939827"/>
              <a:gd name="connsiteX45-8933" fmla="*/ 9070919 w 12192000"/>
              <a:gd name="connsiteY45-8934" fmla="*/ 281810 h 4939827"/>
              <a:gd name="connsiteX46-8935" fmla="*/ 9076813 w 12192000"/>
              <a:gd name="connsiteY46-8936" fmla="*/ 283909 h 4939827"/>
              <a:gd name="connsiteX47-8937" fmla="*/ 9085871 w 12192000"/>
              <a:gd name="connsiteY47-8938" fmla="*/ 285133 h 4939827"/>
              <a:gd name="connsiteX48-8939" fmla="*/ 9086159 w 12192000"/>
              <a:gd name="connsiteY48-8940" fmla="*/ 284887 h 4939827"/>
              <a:gd name="connsiteX49-8941" fmla="*/ 9134606 w 12192000"/>
              <a:gd name="connsiteY49-8942" fmla="*/ 288168 h 4939827"/>
              <a:gd name="connsiteX50-8943" fmla="*/ 9195590 w 12192000"/>
              <a:gd name="connsiteY50-8944" fmla="*/ 279568 h 4939827"/>
              <a:gd name="connsiteX51-8945" fmla="*/ 9219336 w 12192000"/>
              <a:gd name="connsiteY51-8946" fmla="*/ 278133 h 4939827"/>
              <a:gd name="connsiteX52-8947" fmla="*/ 9232362 w 12192000"/>
              <a:gd name="connsiteY52-8948" fmla="*/ 275894 h 4939827"/>
              <a:gd name="connsiteX53-8949" fmla="*/ 9233396 w 12192000"/>
              <a:gd name="connsiteY53-8950" fmla="*/ 274803 h 4939827"/>
              <a:gd name="connsiteX54-8951" fmla="*/ 9256213 w 12192000"/>
              <a:gd name="connsiteY54-8952" fmla="*/ 281576 h 4939827"/>
              <a:gd name="connsiteX55-8953" fmla="*/ 9371484 w 12192000"/>
              <a:gd name="connsiteY55-8954" fmla="*/ 329634 h 4939827"/>
              <a:gd name="connsiteX56-8955" fmla="*/ 9404829 w 12192000"/>
              <a:gd name="connsiteY56-8956" fmla="*/ 339038 h 4939827"/>
              <a:gd name="connsiteX57-8957" fmla="*/ 9427021 w 12192000"/>
              <a:gd name="connsiteY57-8958" fmla="*/ 358784 h 4939827"/>
              <a:gd name="connsiteX58-8959" fmla="*/ 9670844 w 12192000"/>
              <a:gd name="connsiteY58-8960" fmla="*/ 405128 h 4939827"/>
              <a:gd name="connsiteX59-8961" fmla="*/ 9816083 w 12192000"/>
              <a:gd name="connsiteY59-8962" fmla="*/ 416573 h 4939827"/>
              <a:gd name="connsiteX60-8963" fmla="*/ 9936741 w 12192000"/>
              <a:gd name="connsiteY60-8964" fmla="*/ 437044 h 4939827"/>
              <a:gd name="connsiteX61-8965" fmla="*/ 10050093 w 12192000"/>
              <a:gd name="connsiteY61-8966" fmla="*/ 443783 h 4939827"/>
              <a:gd name="connsiteX62-8967" fmla="*/ 10130090 w 12192000"/>
              <a:gd name="connsiteY62-8968" fmla="*/ 459520 h 4939827"/>
              <a:gd name="connsiteX63-8969" fmla="*/ 10173456 w 12192000"/>
              <a:gd name="connsiteY63-8970" fmla="*/ 457749 h 4939827"/>
              <a:gd name="connsiteX64-8971" fmla="*/ 10218232 w 12192000"/>
              <a:gd name="connsiteY64-8972" fmla="*/ 459820 h 4939827"/>
              <a:gd name="connsiteX65-8973" fmla="*/ 10354176 w 12192000"/>
              <a:gd name="connsiteY65-8974" fmla="*/ 471377 h 4939827"/>
              <a:gd name="connsiteX66-8975" fmla="*/ 10430681 w 12192000"/>
              <a:gd name="connsiteY66-8976" fmla="*/ 481226 h 4939827"/>
              <a:gd name="connsiteX67-8977" fmla="*/ 10478169 w 12192000"/>
              <a:gd name="connsiteY67-8978" fmla="*/ 481774 h 4939827"/>
              <a:gd name="connsiteX68-8979" fmla="*/ 10540907 w 12192000"/>
              <a:gd name="connsiteY68-8980" fmla="*/ 485607 h 4939827"/>
              <a:gd name="connsiteX69-8981" fmla="*/ 10614941 w 12192000"/>
              <a:gd name="connsiteY69-8982" fmla="*/ 487592 h 4939827"/>
              <a:gd name="connsiteX70-8983" fmla="*/ 10674098 w 12192000"/>
              <a:gd name="connsiteY70-8984" fmla="*/ 521656 h 4939827"/>
              <a:gd name="connsiteX71-8985" fmla="*/ 10874834 w 12192000"/>
              <a:gd name="connsiteY71-8986" fmla="*/ 574867 h 4939827"/>
              <a:gd name="connsiteX72-8987" fmla="*/ 10944981 w 12192000"/>
              <a:gd name="connsiteY72-8988" fmla="*/ 615042 h 4939827"/>
              <a:gd name="connsiteX73-8989" fmla="*/ 11006376 w 12192000"/>
              <a:gd name="connsiteY73-8990" fmla="*/ 645957 h 4939827"/>
              <a:gd name="connsiteX74-8991" fmla="*/ 11076308 w 12192000"/>
              <a:gd name="connsiteY74-8992" fmla="*/ 675698 h 4939827"/>
              <a:gd name="connsiteX75-8993" fmla="*/ 11148789 w 12192000"/>
              <a:gd name="connsiteY75-8994" fmla="*/ 685041 h 4939827"/>
              <a:gd name="connsiteX76-8995" fmla="*/ 11249129 w 12192000"/>
              <a:gd name="connsiteY76-8996" fmla="*/ 684218 h 4939827"/>
              <a:gd name="connsiteX77-8997" fmla="*/ 11299915 w 12192000"/>
              <a:gd name="connsiteY77-8998" fmla="*/ 692177 h 4939827"/>
              <a:gd name="connsiteX78-8999" fmla="*/ 11386973 w 12192000"/>
              <a:gd name="connsiteY78-9000" fmla="*/ 708209 h 4939827"/>
              <a:gd name="connsiteX79-9001" fmla="*/ 11500105 w 12192000"/>
              <a:gd name="connsiteY79-9002" fmla="*/ 735014 h 4939827"/>
              <a:gd name="connsiteX80-9003" fmla="*/ 11621735 w 12192000"/>
              <a:gd name="connsiteY80-9004" fmla="*/ 789584 h 4939827"/>
              <a:gd name="connsiteX81-9005" fmla="*/ 11691200 w 12192000"/>
              <a:gd name="connsiteY81-9006" fmla="*/ 867902 h 4939827"/>
              <a:gd name="connsiteX82-9007" fmla="*/ 11819427 w 12192000"/>
              <a:gd name="connsiteY82-9008" fmla="*/ 911634 h 4939827"/>
              <a:gd name="connsiteX83-9009" fmla="*/ 11969720 w 12192000"/>
              <a:gd name="connsiteY83-9010" fmla="*/ 964737 h 4939827"/>
              <a:gd name="connsiteX84-9011" fmla="*/ 12055766 w 12192000"/>
              <a:gd name="connsiteY84-9012" fmla="*/ 991268 h 4939827"/>
              <a:gd name="connsiteX85-9013" fmla="*/ 12171539 w 12192000"/>
              <a:gd name="connsiteY85-9014" fmla="*/ 995427 h 4939827"/>
              <a:gd name="connsiteX86-9015" fmla="*/ 12187831 w 12192000"/>
              <a:gd name="connsiteY86-9016" fmla="*/ 996580 h 4939827"/>
              <a:gd name="connsiteX87-9017" fmla="*/ 12192000 w 12192000"/>
              <a:gd name="connsiteY87-9018" fmla="*/ 996726 h 4939827"/>
              <a:gd name="connsiteX88-9019" fmla="*/ 12192000 w 12192000"/>
              <a:gd name="connsiteY88-9020" fmla="*/ 4939827 h 4939827"/>
              <a:gd name="connsiteX89-9021" fmla="*/ 0 w 12192000"/>
              <a:gd name="connsiteY89-9022" fmla="*/ 4939827 h 4939827"/>
              <a:gd name="connsiteX90-9023" fmla="*/ 0 w 12192000"/>
              <a:gd name="connsiteY90-9024" fmla="*/ 512043 h 4939827"/>
              <a:gd name="connsiteX91-9025" fmla="*/ 7381 w 12192000"/>
              <a:gd name="connsiteY91-9026" fmla="*/ 512580 h 4939827"/>
              <a:gd name="connsiteX92-9027" fmla="*/ 100029 w 12192000"/>
              <a:gd name="connsiteY92-9028" fmla="*/ 504758 h 4939827"/>
              <a:gd name="connsiteX93-9029" fmla="*/ 155244 w 12192000"/>
              <a:gd name="connsiteY93-9030" fmla="*/ 525130 h 4939827"/>
              <a:gd name="connsiteX94-9031" fmla="*/ 254366 w 12192000"/>
              <a:gd name="connsiteY94-9032" fmla="*/ 534449 h 4939827"/>
              <a:gd name="connsiteX95-9033" fmla="*/ 447292 w 12192000"/>
              <a:gd name="connsiteY95-9034" fmla="*/ 542725 h 4939827"/>
              <a:gd name="connsiteX96-9035" fmla="*/ 628105 w 12192000"/>
              <a:gd name="connsiteY96-9036" fmla="*/ 547853 h 4939827"/>
              <a:gd name="connsiteX97-9037" fmla="*/ 783146 w 12192000"/>
              <a:gd name="connsiteY97-9038" fmla="*/ 591799 h 4939827"/>
              <a:gd name="connsiteX98-9039" fmla="*/ 1043676 w 12192000"/>
              <a:gd name="connsiteY98-9040" fmla="*/ 591887 h 4939827"/>
              <a:gd name="connsiteX99-9041" fmla="*/ 1281816 w 12192000"/>
              <a:gd name="connsiteY99-9042" fmla="*/ 520946 h 4939827"/>
              <a:gd name="connsiteX100-9043" fmla="*/ 1486347 w 12192000"/>
              <a:gd name="connsiteY100-9044" fmla="*/ 487310 h 4939827"/>
              <a:gd name="connsiteX101-9045" fmla="*/ 1568079 w 12192000"/>
              <a:gd name="connsiteY101-9046" fmla="*/ 462531 h 4939827"/>
              <a:gd name="connsiteX102-9047" fmla="*/ 1622516 w 12192000"/>
              <a:gd name="connsiteY102-9048" fmla="*/ 466058 h 4939827"/>
              <a:gd name="connsiteX103-9049" fmla="*/ 1655457 w 12192000"/>
              <a:gd name="connsiteY103-9050" fmla="*/ 465359 h 4939827"/>
              <a:gd name="connsiteX104-9051" fmla="*/ 1717454 w 12192000"/>
              <a:gd name="connsiteY104-9052" fmla="*/ 417203 h 4939827"/>
              <a:gd name="connsiteX105-9053" fmla="*/ 1913794 w 12192000"/>
              <a:gd name="connsiteY105-9054" fmla="*/ 365255 h 4939827"/>
              <a:gd name="connsiteX106-9055" fmla="*/ 2129762 w 12192000"/>
              <a:gd name="connsiteY106-9056" fmla="*/ 367832 h 4939827"/>
              <a:gd name="connsiteX107-9057" fmla="*/ 2376970 w 12192000"/>
              <a:gd name="connsiteY107-9058" fmla="*/ 350129 h 4939827"/>
              <a:gd name="connsiteX108-9059" fmla="*/ 2480155 w 12192000"/>
              <a:gd name="connsiteY108-9060" fmla="*/ 359227 h 4939827"/>
              <a:gd name="connsiteX109-9061" fmla="*/ 2586782 w 12192000"/>
              <a:gd name="connsiteY109-9062" fmla="*/ 339352 h 4939827"/>
              <a:gd name="connsiteX110-9063" fmla="*/ 2679617 w 12192000"/>
              <a:gd name="connsiteY110-9064" fmla="*/ 305383 h 4939827"/>
              <a:gd name="connsiteX111-9065" fmla="*/ 2788947 w 12192000"/>
              <a:gd name="connsiteY111-9066" fmla="*/ 250375 h 4939827"/>
              <a:gd name="connsiteX112-9067" fmla="*/ 2965530 w 12192000"/>
              <a:gd name="connsiteY112-9068" fmla="*/ 245958 h 4939827"/>
              <a:gd name="connsiteX113-9069" fmla="*/ 3103677 w 12192000"/>
              <a:gd name="connsiteY113-9070" fmla="*/ 209527 h 4939827"/>
              <a:gd name="connsiteX114-9071" fmla="*/ 3126759 w 12192000"/>
              <a:gd name="connsiteY114-9072" fmla="*/ 211226 h 4939827"/>
              <a:gd name="connsiteX115-9073" fmla="*/ 3164020 w 12192000"/>
              <a:gd name="connsiteY115-9074" fmla="*/ 212779 h 4939827"/>
              <a:gd name="connsiteX116-9075" fmla="*/ 3285019 w 12192000"/>
              <a:gd name="connsiteY116-9076" fmla="*/ 220535 h 4939827"/>
              <a:gd name="connsiteX117-9077" fmla="*/ 3365154 w 12192000"/>
              <a:gd name="connsiteY117-9078" fmla="*/ 226416 h 4939827"/>
              <a:gd name="connsiteX118-9079" fmla="*/ 3367507 w 12192000"/>
              <a:gd name="connsiteY118-9080" fmla="*/ 225416 h 4939827"/>
              <a:gd name="connsiteX119-9081" fmla="*/ 3387567 w 12192000"/>
              <a:gd name="connsiteY119-9082" fmla="*/ 227103 h 4939827"/>
              <a:gd name="connsiteX120-9083" fmla="*/ 3498001 w 12192000"/>
              <a:gd name="connsiteY120-9084" fmla="*/ 231941 h 4939827"/>
              <a:gd name="connsiteX121-9085" fmla="*/ 3561557 w 12192000"/>
              <a:gd name="connsiteY121-9086" fmla="*/ 228095 h 4939827"/>
              <a:gd name="connsiteX122-9087" fmla="*/ 3611920 w 12192000"/>
              <a:gd name="connsiteY122-9088" fmla="*/ 218094 h 4939827"/>
              <a:gd name="connsiteX123-9089" fmla="*/ 3620528 w 12192000"/>
              <a:gd name="connsiteY123-9090" fmla="*/ 218788 h 4939827"/>
              <a:gd name="connsiteX124-9091" fmla="*/ 3620766 w 12192000"/>
              <a:gd name="connsiteY124-9092" fmla="*/ 218511 h 4939827"/>
              <a:gd name="connsiteX125-9093" fmla="*/ 3629977 w 12192000"/>
              <a:gd name="connsiteY125-9094" fmla="*/ 218664 h 4939827"/>
              <a:gd name="connsiteX126-9095" fmla="*/ 3636217 w 12192000"/>
              <a:gd name="connsiteY126-9096" fmla="*/ 220048 h 4939827"/>
              <a:gd name="connsiteX127-9097" fmla="*/ 3709484 w 12192000"/>
              <a:gd name="connsiteY127-9098" fmla="*/ 186927 h 4939827"/>
              <a:gd name="connsiteX128-9099" fmla="*/ 3761342 w 12192000"/>
              <a:gd name="connsiteY128-9100" fmla="*/ 177474 h 4939827"/>
              <a:gd name="connsiteX129-9101" fmla="*/ 3799748 w 12192000"/>
              <a:gd name="connsiteY129-9102" fmla="*/ 167154 h 4939827"/>
              <a:gd name="connsiteX130-9103" fmla="*/ 3922756 w 12192000"/>
              <a:gd name="connsiteY130-9104" fmla="*/ 194044 h 4939827"/>
              <a:gd name="connsiteX131-9105" fmla="*/ 4028476 w 12192000"/>
              <a:gd name="connsiteY131-9106" fmla="*/ 223679 h 4939827"/>
              <a:gd name="connsiteX132-9107" fmla="*/ 4191582 w 12192000"/>
              <a:gd name="connsiteY132-9108" fmla="*/ 238952 h 4939827"/>
              <a:gd name="connsiteX133-9109" fmla="*/ 4251024 w 12192000"/>
              <a:gd name="connsiteY133-9110" fmla="*/ 240874 h 4939827"/>
              <a:gd name="connsiteX134-9111" fmla="*/ 4355275 w 12192000"/>
              <a:gd name="connsiteY134-9112" fmla="*/ 260205 h 4939827"/>
              <a:gd name="connsiteX135-9113" fmla="*/ 4423807 w 12192000"/>
              <a:gd name="connsiteY135-9114" fmla="*/ 270366 h 4939827"/>
              <a:gd name="connsiteX136-9115" fmla="*/ 4558432 w 12192000"/>
              <a:gd name="connsiteY136-9116" fmla="*/ 269194 h 4939827"/>
              <a:gd name="connsiteX137-9117" fmla="*/ 4635061 w 12192000"/>
              <a:gd name="connsiteY137-9118" fmla="*/ 280682 h 4939827"/>
              <a:gd name="connsiteX138-9119" fmla="*/ 4807427 w 12192000"/>
              <a:gd name="connsiteY138-9120" fmla="*/ 276835 h 4939827"/>
              <a:gd name="connsiteX139-9121" fmla="*/ 5028933 w 12192000"/>
              <a:gd name="connsiteY139-9122" fmla="*/ 183887 h 4939827"/>
              <a:gd name="connsiteX140-9123" fmla="*/ 5093642 w 12192000"/>
              <a:gd name="connsiteY140-9124" fmla="*/ 177214 h 4939827"/>
              <a:gd name="connsiteX141-9125" fmla="*/ 5102642 w 12192000"/>
              <a:gd name="connsiteY141-9126" fmla="*/ 186816 h 4939827"/>
              <a:gd name="connsiteX142-9127" fmla="*/ 5193590 w 12192000"/>
              <a:gd name="connsiteY142-9128" fmla="*/ 156458 h 4939827"/>
              <a:gd name="connsiteX143-9129" fmla="*/ 5323922 w 12192000"/>
              <a:gd name="connsiteY143-9130" fmla="*/ 146332 h 4939827"/>
              <a:gd name="connsiteX144-9131" fmla="*/ 5421860 w 12192000"/>
              <a:gd name="connsiteY144-9132" fmla="*/ 167298 h 4939827"/>
              <a:gd name="connsiteX145-9133" fmla="*/ 5476948 w 12192000"/>
              <a:gd name="connsiteY145-9134" fmla="*/ 173249 h 4939827"/>
              <a:gd name="connsiteX146-9135" fmla="*/ 5516842 w 12192000"/>
              <a:gd name="connsiteY146-9136" fmla="*/ 184018 h 4939827"/>
              <a:gd name="connsiteX147-9137" fmla="*/ 5619415 w 12192000"/>
              <a:gd name="connsiteY147-9138" fmla="*/ 176781 h 4939827"/>
              <a:gd name="connsiteX148-9139" fmla="*/ 5789867 w 12192000"/>
              <a:gd name="connsiteY148-9140" fmla="*/ 150304 h 4939827"/>
              <a:gd name="connsiteX149-9141" fmla="*/ 5825953 w 12192000"/>
              <a:gd name="connsiteY149-9142" fmla="*/ 147907 h 4939827"/>
              <a:gd name="connsiteX150-9143" fmla="*/ 5856168 w 12192000"/>
              <a:gd name="connsiteY150-9144" fmla="*/ 158719 h 4939827"/>
              <a:gd name="connsiteX151-9145" fmla="*/ 5862476 w 12192000"/>
              <a:gd name="connsiteY151-9146" fmla="*/ 172447 h 4939827"/>
              <a:gd name="connsiteX152-9147" fmla="*/ 5882195 w 12192000"/>
              <a:gd name="connsiteY152-9148" fmla="*/ 173195 h 4939827"/>
              <a:gd name="connsiteX153-9149" fmla="*/ 5887271 w 12192000"/>
              <a:gd name="connsiteY153-9150" fmla="*/ 176084 h 4939827"/>
              <a:gd name="connsiteX154-9151" fmla="*/ 5921577 w 12192000"/>
              <a:gd name="connsiteY154-9152" fmla="*/ 169858 h 4939827"/>
              <a:gd name="connsiteX155-9153" fmla="*/ 5983240 w 12192000"/>
              <a:gd name="connsiteY155-9154" fmla="*/ 152755 h 4939827"/>
              <a:gd name="connsiteX156-9155" fmla="*/ 6152287 w 12192000"/>
              <a:gd name="connsiteY156-9156" fmla="*/ 116736 h 4939827"/>
              <a:gd name="connsiteX157-9157" fmla="*/ 6415830 w 12192000"/>
              <a:gd name="connsiteY157-9158" fmla="*/ 136006 h 4939827"/>
              <a:gd name="connsiteX158-9159" fmla="*/ 6756965 w 12192000"/>
              <a:gd name="connsiteY158-9160" fmla="*/ 57636 h 4939827"/>
              <a:gd name="connsiteX159-9161" fmla="*/ 6819400 w 12192000"/>
              <a:gd name="connsiteY159-9162" fmla="*/ 30742 h 4939827"/>
              <a:gd name="connsiteX160-9163" fmla="*/ 6986370 w 12192000"/>
              <a:gd name="connsiteY160-9164" fmla="*/ 12659 h 4939827"/>
              <a:gd name="connsiteX161-9165" fmla="*/ 6989536 w 12192000"/>
              <a:gd name="connsiteY161-9166" fmla="*/ 14528 h 4939827"/>
              <a:gd name="connsiteX162-9167" fmla="*/ 7015933 w 12192000"/>
              <a:gd name="connsiteY162-9168" fmla="*/ 9653 h 4939827"/>
              <a:gd name="connsiteX163-9169" fmla="*/ 7020592 w 12192000"/>
              <a:gd name="connsiteY163-9170" fmla="*/ 1651 h 4939827"/>
              <a:gd name="connsiteX164-9171" fmla="*/ 7025905 w 12192000"/>
              <a:gd name="connsiteY164-9172" fmla="*/ 0 h 4939827"/>
              <a:gd name="connsiteX0-9173" fmla="*/ 7025905 w 12192000"/>
              <a:gd name="connsiteY0-9174" fmla="*/ 0 h 4939827"/>
              <a:gd name="connsiteX1-9175" fmla="*/ 7032579 w 12192000"/>
              <a:gd name="connsiteY1-9176" fmla="*/ 2808 h 4939827"/>
              <a:gd name="connsiteX2-9177" fmla="*/ 7079505 w 12192000"/>
              <a:gd name="connsiteY2-9178" fmla="*/ 12971 h 4939827"/>
              <a:gd name="connsiteX3-9179" fmla="*/ 7158791 w 12192000"/>
              <a:gd name="connsiteY3-9180" fmla="*/ 12462 h 4939827"/>
              <a:gd name="connsiteX4-9181" fmla="*/ 7233338 w 12192000"/>
              <a:gd name="connsiteY4-9182" fmla="*/ 24846 h 4939827"/>
              <a:gd name="connsiteX5-9183" fmla="*/ 7259791 w 12192000"/>
              <a:gd name="connsiteY5-9184" fmla="*/ 29557 h 4939827"/>
              <a:gd name="connsiteX6-9185" fmla="*/ 7263923 w 12192000"/>
              <a:gd name="connsiteY6-9186" fmla="*/ 35029 h 4939827"/>
              <a:gd name="connsiteX7-9187" fmla="*/ 7281549 w 12192000"/>
              <a:gd name="connsiteY7-9188" fmla="*/ 39654 h 4939827"/>
              <a:gd name="connsiteX8-9189" fmla="*/ 7374735 w 12192000"/>
              <a:gd name="connsiteY8-9190" fmla="*/ 65326 h 4939827"/>
              <a:gd name="connsiteX9-9191" fmla="*/ 7376078 w 12192000"/>
              <a:gd name="connsiteY9-9192" fmla="*/ 63849 h 4939827"/>
              <a:gd name="connsiteX10-9193" fmla="*/ 7402026 w 12192000"/>
              <a:gd name="connsiteY10-9194" fmla="*/ 60308 h 4939827"/>
              <a:gd name="connsiteX11-9195" fmla="*/ 7415091 w 12192000"/>
              <a:gd name="connsiteY11-9196" fmla="*/ 77403 h 4939827"/>
              <a:gd name="connsiteX12-9197" fmla="*/ 7488682 w 12192000"/>
              <a:gd name="connsiteY12-9198" fmla="*/ 83440 h 4939827"/>
              <a:gd name="connsiteX13-9199" fmla="*/ 7732750 w 12192000"/>
              <a:gd name="connsiteY13-9200" fmla="*/ 145456 h 4939827"/>
              <a:gd name="connsiteX14-9201" fmla="*/ 7785900 w 12192000"/>
              <a:gd name="connsiteY14-9202" fmla="*/ 154493 h 4939827"/>
              <a:gd name="connsiteX15-9203" fmla="*/ 7877301 w 12192000"/>
              <a:gd name="connsiteY15-9204" fmla="*/ 186153 h 4939827"/>
              <a:gd name="connsiteX16-9205" fmla="*/ 7952584 w 12192000"/>
              <a:gd name="connsiteY16-9206" fmla="*/ 170181 h 4939827"/>
              <a:gd name="connsiteX17-9207" fmla="*/ 8009534 w 12192000"/>
              <a:gd name="connsiteY17-9208" fmla="*/ 176441 h 4939827"/>
              <a:gd name="connsiteX18-9209" fmla="*/ 8058681 w 12192000"/>
              <a:gd name="connsiteY18-9210" fmla="*/ 219431 h 4939827"/>
              <a:gd name="connsiteX19-9211" fmla="*/ 8126175 w 12192000"/>
              <a:gd name="connsiteY19-9212" fmla="*/ 240005 h 4939827"/>
              <a:gd name="connsiteX20-9213" fmla="*/ 8166439 w 12192000"/>
              <a:gd name="connsiteY20-9214" fmla="*/ 252699 h 4939827"/>
              <a:gd name="connsiteX21-9215" fmla="*/ 8281371 w 12192000"/>
              <a:gd name="connsiteY21-9216" fmla="*/ 256875 h 4939827"/>
              <a:gd name="connsiteX22-9217" fmla="*/ 8381609 w 12192000"/>
              <a:gd name="connsiteY22-9218" fmla="*/ 240618 h 4939827"/>
              <a:gd name="connsiteX23-9219" fmla="*/ 8406759 w 12192000"/>
              <a:gd name="connsiteY23-9220" fmla="*/ 232517 h 4939827"/>
              <a:gd name="connsiteX24-9221" fmla="*/ 8426506 w 12192000"/>
              <a:gd name="connsiteY24-9222" fmla="*/ 241842 h 4939827"/>
              <a:gd name="connsiteX25-9223" fmla="*/ 8427949 w 12192000"/>
              <a:gd name="connsiteY25-9224" fmla="*/ 240981 h 4939827"/>
              <a:gd name="connsiteX26-9225" fmla="*/ 8441468 w 12192000"/>
              <a:gd name="connsiteY26-9226" fmla="*/ 241157 h 4939827"/>
              <a:gd name="connsiteX27-9227" fmla="*/ 8565757 w 12192000"/>
              <a:gd name="connsiteY27-9228" fmla="*/ 255317 h 4939827"/>
              <a:gd name="connsiteX28-9229" fmla="*/ 8573171 w 12192000"/>
              <a:gd name="connsiteY28-9230" fmla="*/ 258426 h 4939827"/>
              <a:gd name="connsiteX29-9231" fmla="*/ 8573548 w 12192000"/>
              <a:gd name="connsiteY29-9232" fmla="*/ 258241 h 4939827"/>
              <a:gd name="connsiteX30-9233" fmla="*/ 8581827 w 12192000"/>
              <a:gd name="connsiteY30-9234" fmla="*/ 261028 h 4939827"/>
              <a:gd name="connsiteX31-9235" fmla="*/ 8586687 w 12192000"/>
              <a:gd name="connsiteY31-9236" fmla="*/ 264089 h 4939827"/>
              <a:gd name="connsiteX32-9237" fmla="*/ 8601067 w 12192000"/>
              <a:gd name="connsiteY32-9238" fmla="*/ 270114 h 4939827"/>
              <a:gd name="connsiteX33-9239" fmla="*/ 8672650 w 12192000"/>
              <a:gd name="connsiteY33-9240" fmla="*/ 254821 h 4939827"/>
              <a:gd name="connsiteX34-9241" fmla="*/ 8785543 w 12192000"/>
              <a:gd name="connsiteY34-9242" fmla="*/ 263406 h 4939827"/>
              <a:gd name="connsiteX35-9243" fmla="*/ 8830588 w 12192000"/>
              <a:gd name="connsiteY35-9244" fmla="*/ 265483 h 4939827"/>
              <a:gd name="connsiteX36-9245" fmla="*/ 8905142 w 12192000"/>
              <a:gd name="connsiteY36-9246" fmla="*/ 264958 h 4939827"/>
              <a:gd name="connsiteX37-9247" fmla="*/ 8968582 w 12192000"/>
              <a:gd name="connsiteY37-9248" fmla="*/ 262728 h 4939827"/>
              <a:gd name="connsiteX38-9249" fmla="*/ 8972994 w 12192000"/>
              <a:gd name="connsiteY38-9250" fmla="*/ 263284 h 4939827"/>
              <a:gd name="connsiteX39-9251" fmla="*/ 9004605 w 12192000"/>
              <a:gd name="connsiteY39-9252" fmla="*/ 258041 h 4939827"/>
              <a:gd name="connsiteX40-9253" fmla="*/ 9016165 w 12192000"/>
              <a:gd name="connsiteY40-9254" fmla="*/ 261258 h 4939827"/>
              <a:gd name="connsiteX41-9255" fmla="*/ 9043297 w 12192000"/>
              <a:gd name="connsiteY41-9256" fmla="*/ 281547 h 4939827"/>
              <a:gd name="connsiteX42-9257" fmla="*/ 9048315 w 12192000"/>
              <a:gd name="connsiteY42-9258" fmla="*/ 279264 h 4939827"/>
              <a:gd name="connsiteX43-9259" fmla="*/ 9054706 w 12192000"/>
              <a:gd name="connsiteY43-9260" fmla="*/ 278538 h 4939827"/>
              <a:gd name="connsiteX44-9261" fmla="*/ 9070919 w 12192000"/>
              <a:gd name="connsiteY44-9262" fmla="*/ 281810 h 4939827"/>
              <a:gd name="connsiteX45-9263" fmla="*/ 9076813 w 12192000"/>
              <a:gd name="connsiteY45-9264" fmla="*/ 283909 h 4939827"/>
              <a:gd name="connsiteX46-9265" fmla="*/ 9085871 w 12192000"/>
              <a:gd name="connsiteY46-9266" fmla="*/ 285133 h 4939827"/>
              <a:gd name="connsiteX47-9267" fmla="*/ 9086159 w 12192000"/>
              <a:gd name="connsiteY47-9268" fmla="*/ 284887 h 4939827"/>
              <a:gd name="connsiteX48-9269" fmla="*/ 9134606 w 12192000"/>
              <a:gd name="connsiteY48-9270" fmla="*/ 288168 h 4939827"/>
              <a:gd name="connsiteX49-9271" fmla="*/ 9195590 w 12192000"/>
              <a:gd name="connsiteY49-9272" fmla="*/ 279568 h 4939827"/>
              <a:gd name="connsiteX50-9273" fmla="*/ 9219336 w 12192000"/>
              <a:gd name="connsiteY50-9274" fmla="*/ 278133 h 4939827"/>
              <a:gd name="connsiteX51-9275" fmla="*/ 9232362 w 12192000"/>
              <a:gd name="connsiteY51-9276" fmla="*/ 275894 h 4939827"/>
              <a:gd name="connsiteX52-9277" fmla="*/ 9233396 w 12192000"/>
              <a:gd name="connsiteY52-9278" fmla="*/ 274803 h 4939827"/>
              <a:gd name="connsiteX53-9279" fmla="*/ 9256213 w 12192000"/>
              <a:gd name="connsiteY53-9280" fmla="*/ 281576 h 4939827"/>
              <a:gd name="connsiteX54-9281" fmla="*/ 9371484 w 12192000"/>
              <a:gd name="connsiteY54-9282" fmla="*/ 329634 h 4939827"/>
              <a:gd name="connsiteX55-9283" fmla="*/ 9404829 w 12192000"/>
              <a:gd name="connsiteY55-9284" fmla="*/ 339038 h 4939827"/>
              <a:gd name="connsiteX56-9285" fmla="*/ 9427021 w 12192000"/>
              <a:gd name="connsiteY56-9286" fmla="*/ 358784 h 4939827"/>
              <a:gd name="connsiteX57-9287" fmla="*/ 9670844 w 12192000"/>
              <a:gd name="connsiteY57-9288" fmla="*/ 405128 h 4939827"/>
              <a:gd name="connsiteX58-9289" fmla="*/ 9816083 w 12192000"/>
              <a:gd name="connsiteY58-9290" fmla="*/ 416573 h 4939827"/>
              <a:gd name="connsiteX59-9291" fmla="*/ 9936741 w 12192000"/>
              <a:gd name="connsiteY59-9292" fmla="*/ 437044 h 4939827"/>
              <a:gd name="connsiteX60-9293" fmla="*/ 10050093 w 12192000"/>
              <a:gd name="connsiteY60-9294" fmla="*/ 443783 h 4939827"/>
              <a:gd name="connsiteX61-9295" fmla="*/ 10130090 w 12192000"/>
              <a:gd name="connsiteY61-9296" fmla="*/ 459520 h 4939827"/>
              <a:gd name="connsiteX62-9297" fmla="*/ 10173456 w 12192000"/>
              <a:gd name="connsiteY62-9298" fmla="*/ 457749 h 4939827"/>
              <a:gd name="connsiteX63-9299" fmla="*/ 10218232 w 12192000"/>
              <a:gd name="connsiteY63-9300" fmla="*/ 459820 h 4939827"/>
              <a:gd name="connsiteX64-9301" fmla="*/ 10354176 w 12192000"/>
              <a:gd name="connsiteY64-9302" fmla="*/ 471377 h 4939827"/>
              <a:gd name="connsiteX65-9303" fmla="*/ 10430681 w 12192000"/>
              <a:gd name="connsiteY65-9304" fmla="*/ 481226 h 4939827"/>
              <a:gd name="connsiteX66-9305" fmla="*/ 10478169 w 12192000"/>
              <a:gd name="connsiteY66-9306" fmla="*/ 481774 h 4939827"/>
              <a:gd name="connsiteX67-9307" fmla="*/ 10540907 w 12192000"/>
              <a:gd name="connsiteY67-9308" fmla="*/ 485607 h 4939827"/>
              <a:gd name="connsiteX68-9309" fmla="*/ 10614941 w 12192000"/>
              <a:gd name="connsiteY68-9310" fmla="*/ 487592 h 4939827"/>
              <a:gd name="connsiteX69-9311" fmla="*/ 10674098 w 12192000"/>
              <a:gd name="connsiteY69-9312" fmla="*/ 521656 h 4939827"/>
              <a:gd name="connsiteX70-9313" fmla="*/ 10874834 w 12192000"/>
              <a:gd name="connsiteY70-9314" fmla="*/ 574867 h 4939827"/>
              <a:gd name="connsiteX71-9315" fmla="*/ 10944981 w 12192000"/>
              <a:gd name="connsiteY71-9316" fmla="*/ 615042 h 4939827"/>
              <a:gd name="connsiteX72-9317" fmla="*/ 11006376 w 12192000"/>
              <a:gd name="connsiteY72-9318" fmla="*/ 645957 h 4939827"/>
              <a:gd name="connsiteX73-9319" fmla="*/ 11076308 w 12192000"/>
              <a:gd name="connsiteY73-9320" fmla="*/ 675698 h 4939827"/>
              <a:gd name="connsiteX74-9321" fmla="*/ 11148789 w 12192000"/>
              <a:gd name="connsiteY74-9322" fmla="*/ 685041 h 4939827"/>
              <a:gd name="connsiteX75-9323" fmla="*/ 11249129 w 12192000"/>
              <a:gd name="connsiteY75-9324" fmla="*/ 684218 h 4939827"/>
              <a:gd name="connsiteX76-9325" fmla="*/ 11299915 w 12192000"/>
              <a:gd name="connsiteY76-9326" fmla="*/ 692177 h 4939827"/>
              <a:gd name="connsiteX77-9327" fmla="*/ 11386973 w 12192000"/>
              <a:gd name="connsiteY77-9328" fmla="*/ 708209 h 4939827"/>
              <a:gd name="connsiteX78-9329" fmla="*/ 11500105 w 12192000"/>
              <a:gd name="connsiteY78-9330" fmla="*/ 735014 h 4939827"/>
              <a:gd name="connsiteX79-9331" fmla="*/ 11621735 w 12192000"/>
              <a:gd name="connsiteY79-9332" fmla="*/ 789584 h 4939827"/>
              <a:gd name="connsiteX80-9333" fmla="*/ 11691200 w 12192000"/>
              <a:gd name="connsiteY80-9334" fmla="*/ 867902 h 4939827"/>
              <a:gd name="connsiteX81-9335" fmla="*/ 11819427 w 12192000"/>
              <a:gd name="connsiteY81-9336" fmla="*/ 911634 h 4939827"/>
              <a:gd name="connsiteX82-9337" fmla="*/ 11969720 w 12192000"/>
              <a:gd name="connsiteY82-9338" fmla="*/ 964737 h 4939827"/>
              <a:gd name="connsiteX83-9339" fmla="*/ 12055766 w 12192000"/>
              <a:gd name="connsiteY83-9340" fmla="*/ 991268 h 4939827"/>
              <a:gd name="connsiteX84-9341" fmla="*/ 12171539 w 12192000"/>
              <a:gd name="connsiteY84-9342" fmla="*/ 995427 h 4939827"/>
              <a:gd name="connsiteX85-9343" fmla="*/ 12187831 w 12192000"/>
              <a:gd name="connsiteY85-9344" fmla="*/ 996580 h 4939827"/>
              <a:gd name="connsiteX86-9345" fmla="*/ 12192000 w 12192000"/>
              <a:gd name="connsiteY86-9346" fmla="*/ 996726 h 4939827"/>
              <a:gd name="connsiteX87-9347" fmla="*/ 12192000 w 12192000"/>
              <a:gd name="connsiteY87-9348" fmla="*/ 4939827 h 4939827"/>
              <a:gd name="connsiteX88-9349" fmla="*/ 0 w 12192000"/>
              <a:gd name="connsiteY88-9350" fmla="*/ 4939827 h 4939827"/>
              <a:gd name="connsiteX89-9351" fmla="*/ 0 w 12192000"/>
              <a:gd name="connsiteY89-9352" fmla="*/ 512043 h 4939827"/>
              <a:gd name="connsiteX90-9353" fmla="*/ 7381 w 12192000"/>
              <a:gd name="connsiteY90-9354" fmla="*/ 512580 h 4939827"/>
              <a:gd name="connsiteX91-9355" fmla="*/ 100029 w 12192000"/>
              <a:gd name="connsiteY91-9356" fmla="*/ 504758 h 4939827"/>
              <a:gd name="connsiteX92-9357" fmla="*/ 155244 w 12192000"/>
              <a:gd name="connsiteY92-9358" fmla="*/ 525130 h 4939827"/>
              <a:gd name="connsiteX93-9359" fmla="*/ 254366 w 12192000"/>
              <a:gd name="connsiteY93-9360" fmla="*/ 534449 h 4939827"/>
              <a:gd name="connsiteX94-9361" fmla="*/ 447292 w 12192000"/>
              <a:gd name="connsiteY94-9362" fmla="*/ 542725 h 4939827"/>
              <a:gd name="connsiteX95-9363" fmla="*/ 628105 w 12192000"/>
              <a:gd name="connsiteY95-9364" fmla="*/ 547853 h 4939827"/>
              <a:gd name="connsiteX96-9365" fmla="*/ 783146 w 12192000"/>
              <a:gd name="connsiteY96-9366" fmla="*/ 591799 h 4939827"/>
              <a:gd name="connsiteX97-9367" fmla="*/ 1043676 w 12192000"/>
              <a:gd name="connsiteY97-9368" fmla="*/ 591887 h 4939827"/>
              <a:gd name="connsiteX98-9369" fmla="*/ 1281816 w 12192000"/>
              <a:gd name="connsiteY98-9370" fmla="*/ 520946 h 4939827"/>
              <a:gd name="connsiteX99-9371" fmla="*/ 1486347 w 12192000"/>
              <a:gd name="connsiteY99-9372" fmla="*/ 487310 h 4939827"/>
              <a:gd name="connsiteX100-9373" fmla="*/ 1568079 w 12192000"/>
              <a:gd name="connsiteY100-9374" fmla="*/ 462531 h 4939827"/>
              <a:gd name="connsiteX101-9375" fmla="*/ 1622516 w 12192000"/>
              <a:gd name="connsiteY101-9376" fmla="*/ 466058 h 4939827"/>
              <a:gd name="connsiteX102-9377" fmla="*/ 1655457 w 12192000"/>
              <a:gd name="connsiteY102-9378" fmla="*/ 465359 h 4939827"/>
              <a:gd name="connsiteX103-9379" fmla="*/ 1717454 w 12192000"/>
              <a:gd name="connsiteY103-9380" fmla="*/ 417203 h 4939827"/>
              <a:gd name="connsiteX104-9381" fmla="*/ 1913794 w 12192000"/>
              <a:gd name="connsiteY104-9382" fmla="*/ 365255 h 4939827"/>
              <a:gd name="connsiteX105-9383" fmla="*/ 2129762 w 12192000"/>
              <a:gd name="connsiteY105-9384" fmla="*/ 367832 h 4939827"/>
              <a:gd name="connsiteX106-9385" fmla="*/ 2376970 w 12192000"/>
              <a:gd name="connsiteY106-9386" fmla="*/ 350129 h 4939827"/>
              <a:gd name="connsiteX107-9387" fmla="*/ 2480155 w 12192000"/>
              <a:gd name="connsiteY107-9388" fmla="*/ 359227 h 4939827"/>
              <a:gd name="connsiteX108-9389" fmla="*/ 2586782 w 12192000"/>
              <a:gd name="connsiteY108-9390" fmla="*/ 339352 h 4939827"/>
              <a:gd name="connsiteX109-9391" fmla="*/ 2679617 w 12192000"/>
              <a:gd name="connsiteY109-9392" fmla="*/ 305383 h 4939827"/>
              <a:gd name="connsiteX110-9393" fmla="*/ 2788947 w 12192000"/>
              <a:gd name="connsiteY110-9394" fmla="*/ 250375 h 4939827"/>
              <a:gd name="connsiteX111-9395" fmla="*/ 2965530 w 12192000"/>
              <a:gd name="connsiteY111-9396" fmla="*/ 245958 h 4939827"/>
              <a:gd name="connsiteX112-9397" fmla="*/ 3103677 w 12192000"/>
              <a:gd name="connsiteY112-9398" fmla="*/ 209527 h 4939827"/>
              <a:gd name="connsiteX113-9399" fmla="*/ 3126759 w 12192000"/>
              <a:gd name="connsiteY113-9400" fmla="*/ 211226 h 4939827"/>
              <a:gd name="connsiteX114-9401" fmla="*/ 3164020 w 12192000"/>
              <a:gd name="connsiteY114-9402" fmla="*/ 212779 h 4939827"/>
              <a:gd name="connsiteX115-9403" fmla="*/ 3285019 w 12192000"/>
              <a:gd name="connsiteY115-9404" fmla="*/ 220535 h 4939827"/>
              <a:gd name="connsiteX116-9405" fmla="*/ 3365154 w 12192000"/>
              <a:gd name="connsiteY116-9406" fmla="*/ 226416 h 4939827"/>
              <a:gd name="connsiteX117-9407" fmla="*/ 3367507 w 12192000"/>
              <a:gd name="connsiteY117-9408" fmla="*/ 225416 h 4939827"/>
              <a:gd name="connsiteX118-9409" fmla="*/ 3387567 w 12192000"/>
              <a:gd name="connsiteY118-9410" fmla="*/ 227103 h 4939827"/>
              <a:gd name="connsiteX119-9411" fmla="*/ 3498001 w 12192000"/>
              <a:gd name="connsiteY119-9412" fmla="*/ 231941 h 4939827"/>
              <a:gd name="connsiteX120-9413" fmla="*/ 3561557 w 12192000"/>
              <a:gd name="connsiteY120-9414" fmla="*/ 228095 h 4939827"/>
              <a:gd name="connsiteX121-9415" fmla="*/ 3611920 w 12192000"/>
              <a:gd name="connsiteY121-9416" fmla="*/ 218094 h 4939827"/>
              <a:gd name="connsiteX122-9417" fmla="*/ 3620528 w 12192000"/>
              <a:gd name="connsiteY122-9418" fmla="*/ 218788 h 4939827"/>
              <a:gd name="connsiteX123-9419" fmla="*/ 3620766 w 12192000"/>
              <a:gd name="connsiteY123-9420" fmla="*/ 218511 h 4939827"/>
              <a:gd name="connsiteX124-9421" fmla="*/ 3629977 w 12192000"/>
              <a:gd name="connsiteY124-9422" fmla="*/ 218664 h 4939827"/>
              <a:gd name="connsiteX125-9423" fmla="*/ 3636217 w 12192000"/>
              <a:gd name="connsiteY125-9424" fmla="*/ 220048 h 4939827"/>
              <a:gd name="connsiteX126-9425" fmla="*/ 3709484 w 12192000"/>
              <a:gd name="connsiteY126-9426" fmla="*/ 186927 h 4939827"/>
              <a:gd name="connsiteX127-9427" fmla="*/ 3761342 w 12192000"/>
              <a:gd name="connsiteY127-9428" fmla="*/ 177474 h 4939827"/>
              <a:gd name="connsiteX128-9429" fmla="*/ 3799748 w 12192000"/>
              <a:gd name="connsiteY128-9430" fmla="*/ 167154 h 4939827"/>
              <a:gd name="connsiteX129-9431" fmla="*/ 3922756 w 12192000"/>
              <a:gd name="connsiteY129-9432" fmla="*/ 194044 h 4939827"/>
              <a:gd name="connsiteX130-9433" fmla="*/ 4028476 w 12192000"/>
              <a:gd name="connsiteY130-9434" fmla="*/ 223679 h 4939827"/>
              <a:gd name="connsiteX131-9435" fmla="*/ 4191582 w 12192000"/>
              <a:gd name="connsiteY131-9436" fmla="*/ 238952 h 4939827"/>
              <a:gd name="connsiteX132-9437" fmla="*/ 4251024 w 12192000"/>
              <a:gd name="connsiteY132-9438" fmla="*/ 240874 h 4939827"/>
              <a:gd name="connsiteX133-9439" fmla="*/ 4355275 w 12192000"/>
              <a:gd name="connsiteY133-9440" fmla="*/ 260205 h 4939827"/>
              <a:gd name="connsiteX134-9441" fmla="*/ 4423807 w 12192000"/>
              <a:gd name="connsiteY134-9442" fmla="*/ 270366 h 4939827"/>
              <a:gd name="connsiteX135-9443" fmla="*/ 4558432 w 12192000"/>
              <a:gd name="connsiteY135-9444" fmla="*/ 269194 h 4939827"/>
              <a:gd name="connsiteX136-9445" fmla="*/ 4635061 w 12192000"/>
              <a:gd name="connsiteY136-9446" fmla="*/ 280682 h 4939827"/>
              <a:gd name="connsiteX137-9447" fmla="*/ 4807427 w 12192000"/>
              <a:gd name="connsiteY137-9448" fmla="*/ 276835 h 4939827"/>
              <a:gd name="connsiteX138-9449" fmla="*/ 5028933 w 12192000"/>
              <a:gd name="connsiteY138-9450" fmla="*/ 183887 h 4939827"/>
              <a:gd name="connsiteX139-9451" fmla="*/ 5093642 w 12192000"/>
              <a:gd name="connsiteY139-9452" fmla="*/ 177214 h 4939827"/>
              <a:gd name="connsiteX140-9453" fmla="*/ 5102642 w 12192000"/>
              <a:gd name="connsiteY140-9454" fmla="*/ 186816 h 4939827"/>
              <a:gd name="connsiteX141-9455" fmla="*/ 5193590 w 12192000"/>
              <a:gd name="connsiteY141-9456" fmla="*/ 156458 h 4939827"/>
              <a:gd name="connsiteX142-9457" fmla="*/ 5323922 w 12192000"/>
              <a:gd name="connsiteY142-9458" fmla="*/ 146332 h 4939827"/>
              <a:gd name="connsiteX143-9459" fmla="*/ 5421860 w 12192000"/>
              <a:gd name="connsiteY143-9460" fmla="*/ 167298 h 4939827"/>
              <a:gd name="connsiteX144-9461" fmla="*/ 5476948 w 12192000"/>
              <a:gd name="connsiteY144-9462" fmla="*/ 173249 h 4939827"/>
              <a:gd name="connsiteX145-9463" fmla="*/ 5516842 w 12192000"/>
              <a:gd name="connsiteY145-9464" fmla="*/ 184018 h 4939827"/>
              <a:gd name="connsiteX146-9465" fmla="*/ 5619415 w 12192000"/>
              <a:gd name="connsiteY146-9466" fmla="*/ 176781 h 4939827"/>
              <a:gd name="connsiteX147-9467" fmla="*/ 5789867 w 12192000"/>
              <a:gd name="connsiteY147-9468" fmla="*/ 150304 h 4939827"/>
              <a:gd name="connsiteX148-9469" fmla="*/ 5825953 w 12192000"/>
              <a:gd name="connsiteY148-9470" fmla="*/ 147907 h 4939827"/>
              <a:gd name="connsiteX149-9471" fmla="*/ 5856168 w 12192000"/>
              <a:gd name="connsiteY149-9472" fmla="*/ 158719 h 4939827"/>
              <a:gd name="connsiteX150-9473" fmla="*/ 5862476 w 12192000"/>
              <a:gd name="connsiteY150-9474" fmla="*/ 172447 h 4939827"/>
              <a:gd name="connsiteX151-9475" fmla="*/ 5882195 w 12192000"/>
              <a:gd name="connsiteY151-9476" fmla="*/ 173195 h 4939827"/>
              <a:gd name="connsiteX152-9477" fmla="*/ 5887271 w 12192000"/>
              <a:gd name="connsiteY152-9478" fmla="*/ 176084 h 4939827"/>
              <a:gd name="connsiteX153-9479" fmla="*/ 5921577 w 12192000"/>
              <a:gd name="connsiteY153-9480" fmla="*/ 169858 h 4939827"/>
              <a:gd name="connsiteX154-9481" fmla="*/ 5983240 w 12192000"/>
              <a:gd name="connsiteY154-9482" fmla="*/ 152755 h 4939827"/>
              <a:gd name="connsiteX155-9483" fmla="*/ 6152287 w 12192000"/>
              <a:gd name="connsiteY155-9484" fmla="*/ 116736 h 4939827"/>
              <a:gd name="connsiteX156-9485" fmla="*/ 6415830 w 12192000"/>
              <a:gd name="connsiteY156-9486" fmla="*/ 136006 h 4939827"/>
              <a:gd name="connsiteX157-9487" fmla="*/ 6756965 w 12192000"/>
              <a:gd name="connsiteY157-9488" fmla="*/ 57636 h 4939827"/>
              <a:gd name="connsiteX158-9489" fmla="*/ 6819400 w 12192000"/>
              <a:gd name="connsiteY158-9490" fmla="*/ 30742 h 4939827"/>
              <a:gd name="connsiteX159-9491" fmla="*/ 6986370 w 12192000"/>
              <a:gd name="connsiteY159-9492" fmla="*/ 12659 h 4939827"/>
              <a:gd name="connsiteX160-9493" fmla="*/ 6989536 w 12192000"/>
              <a:gd name="connsiteY160-9494" fmla="*/ 14528 h 4939827"/>
              <a:gd name="connsiteX161-9495" fmla="*/ 7015933 w 12192000"/>
              <a:gd name="connsiteY161-9496" fmla="*/ 9653 h 4939827"/>
              <a:gd name="connsiteX162-9497" fmla="*/ 7020592 w 12192000"/>
              <a:gd name="connsiteY162-9498" fmla="*/ 1651 h 4939827"/>
              <a:gd name="connsiteX163-9499" fmla="*/ 7025905 w 12192000"/>
              <a:gd name="connsiteY163-9500" fmla="*/ 0 h 4939827"/>
              <a:gd name="connsiteX0-9501" fmla="*/ 7025905 w 12192000"/>
              <a:gd name="connsiteY0-9502" fmla="*/ 0 h 4939827"/>
              <a:gd name="connsiteX1-9503" fmla="*/ 7032579 w 12192000"/>
              <a:gd name="connsiteY1-9504" fmla="*/ 2808 h 4939827"/>
              <a:gd name="connsiteX2-9505" fmla="*/ 7079505 w 12192000"/>
              <a:gd name="connsiteY2-9506" fmla="*/ 12971 h 4939827"/>
              <a:gd name="connsiteX3-9507" fmla="*/ 7158791 w 12192000"/>
              <a:gd name="connsiteY3-9508" fmla="*/ 12462 h 4939827"/>
              <a:gd name="connsiteX4-9509" fmla="*/ 7233338 w 12192000"/>
              <a:gd name="connsiteY4-9510" fmla="*/ 24846 h 4939827"/>
              <a:gd name="connsiteX5-9511" fmla="*/ 7259791 w 12192000"/>
              <a:gd name="connsiteY5-9512" fmla="*/ 29557 h 4939827"/>
              <a:gd name="connsiteX6-9513" fmla="*/ 7263923 w 12192000"/>
              <a:gd name="connsiteY6-9514" fmla="*/ 35029 h 4939827"/>
              <a:gd name="connsiteX7-9515" fmla="*/ 7281549 w 12192000"/>
              <a:gd name="connsiteY7-9516" fmla="*/ 39654 h 4939827"/>
              <a:gd name="connsiteX8-9517" fmla="*/ 7374735 w 12192000"/>
              <a:gd name="connsiteY8-9518" fmla="*/ 65326 h 4939827"/>
              <a:gd name="connsiteX9-9519" fmla="*/ 7376078 w 12192000"/>
              <a:gd name="connsiteY9-9520" fmla="*/ 63849 h 4939827"/>
              <a:gd name="connsiteX10-9521" fmla="*/ 7402026 w 12192000"/>
              <a:gd name="connsiteY10-9522" fmla="*/ 60308 h 4939827"/>
              <a:gd name="connsiteX11-9523" fmla="*/ 7415091 w 12192000"/>
              <a:gd name="connsiteY11-9524" fmla="*/ 77403 h 4939827"/>
              <a:gd name="connsiteX12-9525" fmla="*/ 7488682 w 12192000"/>
              <a:gd name="connsiteY12-9526" fmla="*/ 83440 h 4939827"/>
              <a:gd name="connsiteX13-9527" fmla="*/ 7732750 w 12192000"/>
              <a:gd name="connsiteY13-9528" fmla="*/ 145456 h 4939827"/>
              <a:gd name="connsiteX14-9529" fmla="*/ 7785900 w 12192000"/>
              <a:gd name="connsiteY14-9530" fmla="*/ 154493 h 4939827"/>
              <a:gd name="connsiteX15-9531" fmla="*/ 7952584 w 12192000"/>
              <a:gd name="connsiteY15-9532" fmla="*/ 170181 h 4939827"/>
              <a:gd name="connsiteX16-9533" fmla="*/ 8009534 w 12192000"/>
              <a:gd name="connsiteY16-9534" fmla="*/ 176441 h 4939827"/>
              <a:gd name="connsiteX17-9535" fmla="*/ 8058681 w 12192000"/>
              <a:gd name="connsiteY17-9536" fmla="*/ 219431 h 4939827"/>
              <a:gd name="connsiteX18-9537" fmla="*/ 8126175 w 12192000"/>
              <a:gd name="connsiteY18-9538" fmla="*/ 240005 h 4939827"/>
              <a:gd name="connsiteX19-9539" fmla="*/ 8166439 w 12192000"/>
              <a:gd name="connsiteY19-9540" fmla="*/ 252699 h 4939827"/>
              <a:gd name="connsiteX20-9541" fmla="*/ 8281371 w 12192000"/>
              <a:gd name="connsiteY20-9542" fmla="*/ 256875 h 4939827"/>
              <a:gd name="connsiteX21-9543" fmla="*/ 8381609 w 12192000"/>
              <a:gd name="connsiteY21-9544" fmla="*/ 240618 h 4939827"/>
              <a:gd name="connsiteX22-9545" fmla="*/ 8406759 w 12192000"/>
              <a:gd name="connsiteY22-9546" fmla="*/ 232517 h 4939827"/>
              <a:gd name="connsiteX23-9547" fmla="*/ 8426506 w 12192000"/>
              <a:gd name="connsiteY23-9548" fmla="*/ 241842 h 4939827"/>
              <a:gd name="connsiteX24-9549" fmla="*/ 8427949 w 12192000"/>
              <a:gd name="connsiteY24-9550" fmla="*/ 240981 h 4939827"/>
              <a:gd name="connsiteX25-9551" fmla="*/ 8441468 w 12192000"/>
              <a:gd name="connsiteY25-9552" fmla="*/ 241157 h 4939827"/>
              <a:gd name="connsiteX26-9553" fmla="*/ 8565757 w 12192000"/>
              <a:gd name="connsiteY26-9554" fmla="*/ 255317 h 4939827"/>
              <a:gd name="connsiteX27-9555" fmla="*/ 8573171 w 12192000"/>
              <a:gd name="connsiteY27-9556" fmla="*/ 258426 h 4939827"/>
              <a:gd name="connsiteX28-9557" fmla="*/ 8573548 w 12192000"/>
              <a:gd name="connsiteY28-9558" fmla="*/ 258241 h 4939827"/>
              <a:gd name="connsiteX29-9559" fmla="*/ 8581827 w 12192000"/>
              <a:gd name="connsiteY29-9560" fmla="*/ 261028 h 4939827"/>
              <a:gd name="connsiteX30-9561" fmla="*/ 8586687 w 12192000"/>
              <a:gd name="connsiteY30-9562" fmla="*/ 264089 h 4939827"/>
              <a:gd name="connsiteX31-9563" fmla="*/ 8601067 w 12192000"/>
              <a:gd name="connsiteY31-9564" fmla="*/ 270114 h 4939827"/>
              <a:gd name="connsiteX32-9565" fmla="*/ 8672650 w 12192000"/>
              <a:gd name="connsiteY32-9566" fmla="*/ 254821 h 4939827"/>
              <a:gd name="connsiteX33-9567" fmla="*/ 8785543 w 12192000"/>
              <a:gd name="connsiteY33-9568" fmla="*/ 263406 h 4939827"/>
              <a:gd name="connsiteX34-9569" fmla="*/ 8830588 w 12192000"/>
              <a:gd name="connsiteY34-9570" fmla="*/ 265483 h 4939827"/>
              <a:gd name="connsiteX35-9571" fmla="*/ 8905142 w 12192000"/>
              <a:gd name="connsiteY35-9572" fmla="*/ 264958 h 4939827"/>
              <a:gd name="connsiteX36-9573" fmla="*/ 8968582 w 12192000"/>
              <a:gd name="connsiteY36-9574" fmla="*/ 262728 h 4939827"/>
              <a:gd name="connsiteX37-9575" fmla="*/ 8972994 w 12192000"/>
              <a:gd name="connsiteY37-9576" fmla="*/ 263284 h 4939827"/>
              <a:gd name="connsiteX38-9577" fmla="*/ 9004605 w 12192000"/>
              <a:gd name="connsiteY38-9578" fmla="*/ 258041 h 4939827"/>
              <a:gd name="connsiteX39-9579" fmla="*/ 9016165 w 12192000"/>
              <a:gd name="connsiteY39-9580" fmla="*/ 261258 h 4939827"/>
              <a:gd name="connsiteX40-9581" fmla="*/ 9043297 w 12192000"/>
              <a:gd name="connsiteY40-9582" fmla="*/ 281547 h 4939827"/>
              <a:gd name="connsiteX41-9583" fmla="*/ 9048315 w 12192000"/>
              <a:gd name="connsiteY41-9584" fmla="*/ 279264 h 4939827"/>
              <a:gd name="connsiteX42-9585" fmla="*/ 9054706 w 12192000"/>
              <a:gd name="connsiteY42-9586" fmla="*/ 278538 h 4939827"/>
              <a:gd name="connsiteX43-9587" fmla="*/ 9070919 w 12192000"/>
              <a:gd name="connsiteY43-9588" fmla="*/ 281810 h 4939827"/>
              <a:gd name="connsiteX44-9589" fmla="*/ 9076813 w 12192000"/>
              <a:gd name="connsiteY44-9590" fmla="*/ 283909 h 4939827"/>
              <a:gd name="connsiteX45-9591" fmla="*/ 9085871 w 12192000"/>
              <a:gd name="connsiteY45-9592" fmla="*/ 285133 h 4939827"/>
              <a:gd name="connsiteX46-9593" fmla="*/ 9086159 w 12192000"/>
              <a:gd name="connsiteY46-9594" fmla="*/ 284887 h 4939827"/>
              <a:gd name="connsiteX47-9595" fmla="*/ 9134606 w 12192000"/>
              <a:gd name="connsiteY47-9596" fmla="*/ 288168 h 4939827"/>
              <a:gd name="connsiteX48-9597" fmla="*/ 9195590 w 12192000"/>
              <a:gd name="connsiteY48-9598" fmla="*/ 279568 h 4939827"/>
              <a:gd name="connsiteX49-9599" fmla="*/ 9219336 w 12192000"/>
              <a:gd name="connsiteY49-9600" fmla="*/ 278133 h 4939827"/>
              <a:gd name="connsiteX50-9601" fmla="*/ 9232362 w 12192000"/>
              <a:gd name="connsiteY50-9602" fmla="*/ 275894 h 4939827"/>
              <a:gd name="connsiteX51-9603" fmla="*/ 9233396 w 12192000"/>
              <a:gd name="connsiteY51-9604" fmla="*/ 274803 h 4939827"/>
              <a:gd name="connsiteX52-9605" fmla="*/ 9256213 w 12192000"/>
              <a:gd name="connsiteY52-9606" fmla="*/ 281576 h 4939827"/>
              <a:gd name="connsiteX53-9607" fmla="*/ 9371484 w 12192000"/>
              <a:gd name="connsiteY53-9608" fmla="*/ 329634 h 4939827"/>
              <a:gd name="connsiteX54-9609" fmla="*/ 9404829 w 12192000"/>
              <a:gd name="connsiteY54-9610" fmla="*/ 339038 h 4939827"/>
              <a:gd name="connsiteX55-9611" fmla="*/ 9427021 w 12192000"/>
              <a:gd name="connsiteY55-9612" fmla="*/ 358784 h 4939827"/>
              <a:gd name="connsiteX56-9613" fmla="*/ 9670844 w 12192000"/>
              <a:gd name="connsiteY56-9614" fmla="*/ 405128 h 4939827"/>
              <a:gd name="connsiteX57-9615" fmla="*/ 9816083 w 12192000"/>
              <a:gd name="connsiteY57-9616" fmla="*/ 416573 h 4939827"/>
              <a:gd name="connsiteX58-9617" fmla="*/ 9936741 w 12192000"/>
              <a:gd name="connsiteY58-9618" fmla="*/ 437044 h 4939827"/>
              <a:gd name="connsiteX59-9619" fmla="*/ 10050093 w 12192000"/>
              <a:gd name="connsiteY59-9620" fmla="*/ 443783 h 4939827"/>
              <a:gd name="connsiteX60-9621" fmla="*/ 10130090 w 12192000"/>
              <a:gd name="connsiteY60-9622" fmla="*/ 459520 h 4939827"/>
              <a:gd name="connsiteX61-9623" fmla="*/ 10173456 w 12192000"/>
              <a:gd name="connsiteY61-9624" fmla="*/ 457749 h 4939827"/>
              <a:gd name="connsiteX62-9625" fmla="*/ 10218232 w 12192000"/>
              <a:gd name="connsiteY62-9626" fmla="*/ 459820 h 4939827"/>
              <a:gd name="connsiteX63-9627" fmla="*/ 10354176 w 12192000"/>
              <a:gd name="connsiteY63-9628" fmla="*/ 471377 h 4939827"/>
              <a:gd name="connsiteX64-9629" fmla="*/ 10430681 w 12192000"/>
              <a:gd name="connsiteY64-9630" fmla="*/ 481226 h 4939827"/>
              <a:gd name="connsiteX65-9631" fmla="*/ 10478169 w 12192000"/>
              <a:gd name="connsiteY65-9632" fmla="*/ 481774 h 4939827"/>
              <a:gd name="connsiteX66-9633" fmla="*/ 10540907 w 12192000"/>
              <a:gd name="connsiteY66-9634" fmla="*/ 485607 h 4939827"/>
              <a:gd name="connsiteX67-9635" fmla="*/ 10614941 w 12192000"/>
              <a:gd name="connsiteY67-9636" fmla="*/ 487592 h 4939827"/>
              <a:gd name="connsiteX68-9637" fmla="*/ 10674098 w 12192000"/>
              <a:gd name="connsiteY68-9638" fmla="*/ 521656 h 4939827"/>
              <a:gd name="connsiteX69-9639" fmla="*/ 10874834 w 12192000"/>
              <a:gd name="connsiteY69-9640" fmla="*/ 574867 h 4939827"/>
              <a:gd name="connsiteX70-9641" fmla="*/ 10944981 w 12192000"/>
              <a:gd name="connsiteY70-9642" fmla="*/ 615042 h 4939827"/>
              <a:gd name="connsiteX71-9643" fmla="*/ 11006376 w 12192000"/>
              <a:gd name="connsiteY71-9644" fmla="*/ 645957 h 4939827"/>
              <a:gd name="connsiteX72-9645" fmla="*/ 11076308 w 12192000"/>
              <a:gd name="connsiteY72-9646" fmla="*/ 675698 h 4939827"/>
              <a:gd name="connsiteX73-9647" fmla="*/ 11148789 w 12192000"/>
              <a:gd name="connsiteY73-9648" fmla="*/ 685041 h 4939827"/>
              <a:gd name="connsiteX74-9649" fmla="*/ 11249129 w 12192000"/>
              <a:gd name="connsiteY74-9650" fmla="*/ 684218 h 4939827"/>
              <a:gd name="connsiteX75-9651" fmla="*/ 11299915 w 12192000"/>
              <a:gd name="connsiteY75-9652" fmla="*/ 692177 h 4939827"/>
              <a:gd name="connsiteX76-9653" fmla="*/ 11386973 w 12192000"/>
              <a:gd name="connsiteY76-9654" fmla="*/ 708209 h 4939827"/>
              <a:gd name="connsiteX77-9655" fmla="*/ 11500105 w 12192000"/>
              <a:gd name="connsiteY77-9656" fmla="*/ 735014 h 4939827"/>
              <a:gd name="connsiteX78-9657" fmla="*/ 11621735 w 12192000"/>
              <a:gd name="connsiteY78-9658" fmla="*/ 789584 h 4939827"/>
              <a:gd name="connsiteX79-9659" fmla="*/ 11691200 w 12192000"/>
              <a:gd name="connsiteY79-9660" fmla="*/ 867902 h 4939827"/>
              <a:gd name="connsiteX80-9661" fmla="*/ 11819427 w 12192000"/>
              <a:gd name="connsiteY80-9662" fmla="*/ 911634 h 4939827"/>
              <a:gd name="connsiteX81-9663" fmla="*/ 11969720 w 12192000"/>
              <a:gd name="connsiteY81-9664" fmla="*/ 964737 h 4939827"/>
              <a:gd name="connsiteX82-9665" fmla="*/ 12055766 w 12192000"/>
              <a:gd name="connsiteY82-9666" fmla="*/ 991268 h 4939827"/>
              <a:gd name="connsiteX83-9667" fmla="*/ 12171539 w 12192000"/>
              <a:gd name="connsiteY83-9668" fmla="*/ 995427 h 4939827"/>
              <a:gd name="connsiteX84-9669" fmla="*/ 12187831 w 12192000"/>
              <a:gd name="connsiteY84-9670" fmla="*/ 996580 h 4939827"/>
              <a:gd name="connsiteX85-9671" fmla="*/ 12192000 w 12192000"/>
              <a:gd name="connsiteY85-9672" fmla="*/ 996726 h 4939827"/>
              <a:gd name="connsiteX86-9673" fmla="*/ 12192000 w 12192000"/>
              <a:gd name="connsiteY86-9674" fmla="*/ 4939827 h 4939827"/>
              <a:gd name="connsiteX87-9675" fmla="*/ 0 w 12192000"/>
              <a:gd name="connsiteY87-9676" fmla="*/ 4939827 h 4939827"/>
              <a:gd name="connsiteX88-9677" fmla="*/ 0 w 12192000"/>
              <a:gd name="connsiteY88-9678" fmla="*/ 512043 h 4939827"/>
              <a:gd name="connsiteX89-9679" fmla="*/ 7381 w 12192000"/>
              <a:gd name="connsiteY89-9680" fmla="*/ 512580 h 4939827"/>
              <a:gd name="connsiteX90-9681" fmla="*/ 100029 w 12192000"/>
              <a:gd name="connsiteY90-9682" fmla="*/ 504758 h 4939827"/>
              <a:gd name="connsiteX91-9683" fmla="*/ 155244 w 12192000"/>
              <a:gd name="connsiteY91-9684" fmla="*/ 525130 h 4939827"/>
              <a:gd name="connsiteX92-9685" fmla="*/ 254366 w 12192000"/>
              <a:gd name="connsiteY92-9686" fmla="*/ 534449 h 4939827"/>
              <a:gd name="connsiteX93-9687" fmla="*/ 447292 w 12192000"/>
              <a:gd name="connsiteY93-9688" fmla="*/ 542725 h 4939827"/>
              <a:gd name="connsiteX94-9689" fmla="*/ 628105 w 12192000"/>
              <a:gd name="connsiteY94-9690" fmla="*/ 547853 h 4939827"/>
              <a:gd name="connsiteX95-9691" fmla="*/ 783146 w 12192000"/>
              <a:gd name="connsiteY95-9692" fmla="*/ 591799 h 4939827"/>
              <a:gd name="connsiteX96-9693" fmla="*/ 1043676 w 12192000"/>
              <a:gd name="connsiteY96-9694" fmla="*/ 591887 h 4939827"/>
              <a:gd name="connsiteX97-9695" fmla="*/ 1281816 w 12192000"/>
              <a:gd name="connsiteY97-9696" fmla="*/ 520946 h 4939827"/>
              <a:gd name="connsiteX98-9697" fmla="*/ 1486347 w 12192000"/>
              <a:gd name="connsiteY98-9698" fmla="*/ 487310 h 4939827"/>
              <a:gd name="connsiteX99-9699" fmla="*/ 1568079 w 12192000"/>
              <a:gd name="connsiteY99-9700" fmla="*/ 462531 h 4939827"/>
              <a:gd name="connsiteX100-9701" fmla="*/ 1622516 w 12192000"/>
              <a:gd name="connsiteY100-9702" fmla="*/ 466058 h 4939827"/>
              <a:gd name="connsiteX101-9703" fmla="*/ 1655457 w 12192000"/>
              <a:gd name="connsiteY101-9704" fmla="*/ 465359 h 4939827"/>
              <a:gd name="connsiteX102-9705" fmla="*/ 1717454 w 12192000"/>
              <a:gd name="connsiteY102-9706" fmla="*/ 417203 h 4939827"/>
              <a:gd name="connsiteX103-9707" fmla="*/ 1913794 w 12192000"/>
              <a:gd name="connsiteY103-9708" fmla="*/ 365255 h 4939827"/>
              <a:gd name="connsiteX104-9709" fmla="*/ 2129762 w 12192000"/>
              <a:gd name="connsiteY104-9710" fmla="*/ 367832 h 4939827"/>
              <a:gd name="connsiteX105-9711" fmla="*/ 2376970 w 12192000"/>
              <a:gd name="connsiteY105-9712" fmla="*/ 350129 h 4939827"/>
              <a:gd name="connsiteX106-9713" fmla="*/ 2480155 w 12192000"/>
              <a:gd name="connsiteY106-9714" fmla="*/ 359227 h 4939827"/>
              <a:gd name="connsiteX107-9715" fmla="*/ 2586782 w 12192000"/>
              <a:gd name="connsiteY107-9716" fmla="*/ 339352 h 4939827"/>
              <a:gd name="connsiteX108-9717" fmla="*/ 2679617 w 12192000"/>
              <a:gd name="connsiteY108-9718" fmla="*/ 305383 h 4939827"/>
              <a:gd name="connsiteX109-9719" fmla="*/ 2788947 w 12192000"/>
              <a:gd name="connsiteY109-9720" fmla="*/ 250375 h 4939827"/>
              <a:gd name="connsiteX110-9721" fmla="*/ 2965530 w 12192000"/>
              <a:gd name="connsiteY110-9722" fmla="*/ 245958 h 4939827"/>
              <a:gd name="connsiteX111-9723" fmla="*/ 3103677 w 12192000"/>
              <a:gd name="connsiteY111-9724" fmla="*/ 209527 h 4939827"/>
              <a:gd name="connsiteX112-9725" fmla="*/ 3126759 w 12192000"/>
              <a:gd name="connsiteY112-9726" fmla="*/ 211226 h 4939827"/>
              <a:gd name="connsiteX113-9727" fmla="*/ 3164020 w 12192000"/>
              <a:gd name="connsiteY113-9728" fmla="*/ 212779 h 4939827"/>
              <a:gd name="connsiteX114-9729" fmla="*/ 3285019 w 12192000"/>
              <a:gd name="connsiteY114-9730" fmla="*/ 220535 h 4939827"/>
              <a:gd name="connsiteX115-9731" fmla="*/ 3365154 w 12192000"/>
              <a:gd name="connsiteY115-9732" fmla="*/ 226416 h 4939827"/>
              <a:gd name="connsiteX116-9733" fmla="*/ 3367507 w 12192000"/>
              <a:gd name="connsiteY116-9734" fmla="*/ 225416 h 4939827"/>
              <a:gd name="connsiteX117-9735" fmla="*/ 3387567 w 12192000"/>
              <a:gd name="connsiteY117-9736" fmla="*/ 227103 h 4939827"/>
              <a:gd name="connsiteX118-9737" fmla="*/ 3498001 w 12192000"/>
              <a:gd name="connsiteY118-9738" fmla="*/ 231941 h 4939827"/>
              <a:gd name="connsiteX119-9739" fmla="*/ 3561557 w 12192000"/>
              <a:gd name="connsiteY119-9740" fmla="*/ 228095 h 4939827"/>
              <a:gd name="connsiteX120-9741" fmla="*/ 3611920 w 12192000"/>
              <a:gd name="connsiteY120-9742" fmla="*/ 218094 h 4939827"/>
              <a:gd name="connsiteX121-9743" fmla="*/ 3620528 w 12192000"/>
              <a:gd name="connsiteY121-9744" fmla="*/ 218788 h 4939827"/>
              <a:gd name="connsiteX122-9745" fmla="*/ 3620766 w 12192000"/>
              <a:gd name="connsiteY122-9746" fmla="*/ 218511 h 4939827"/>
              <a:gd name="connsiteX123-9747" fmla="*/ 3629977 w 12192000"/>
              <a:gd name="connsiteY123-9748" fmla="*/ 218664 h 4939827"/>
              <a:gd name="connsiteX124-9749" fmla="*/ 3636217 w 12192000"/>
              <a:gd name="connsiteY124-9750" fmla="*/ 220048 h 4939827"/>
              <a:gd name="connsiteX125-9751" fmla="*/ 3709484 w 12192000"/>
              <a:gd name="connsiteY125-9752" fmla="*/ 186927 h 4939827"/>
              <a:gd name="connsiteX126-9753" fmla="*/ 3761342 w 12192000"/>
              <a:gd name="connsiteY126-9754" fmla="*/ 177474 h 4939827"/>
              <a:gd name="connsiteX127-9755" fmla="*/ 3799748 w 12192000"/>
              <a:gd name="connsiteY127-9756" fmla="*/ 167154 h 4939827"/>
              <a:gd name="connsiteX128-9757" fmla="*/ 3922756 w 12192000"/>
              <a:gd name="connsiteY128-9758" fmla="*/ 194044 h 4939827"/>
              <a:gd name="connsiteX129-9759" fmla="*/ 4028476 w 12192000"/>
              <a:gd name="connsiteY129-9760" fmla="*/ 223679 h 4939827"/>
              <a:gd name="connsiteX130-9761" fmla="*/ 4191582 w 12192000"/>
              <a:gd name="connsiteY130-9762" fmla="*/ 238952 h 4939827"/>
              <a:gd name="connsiteX131-9763" fmla="*/ 4251024 w 12192000"/>
              <a:gd name="connsiteY131-9764" fmla="*/ 240874 h 4939827"/>
              <a:gd name="connsiteX132-9765" fmla="*/ 4355275 w 12192000"/>
              <a:gd name="connsiteY132-9766" fmla="*/ 260205 h 4939827"/>
              <a:gd name="connsiteX133-9767" fmla="*/ 4423807 w 12192000"/>
              <a:gd name="connsiteY133-9768" fmla="*/ 270366 h 4939827"/>
              <a:gd name="connsiteX134-9769" fmla="*/ 4558432 w 12192000"/>
              <a:gd name="connsiteY134-9770" fmla="*/ 269194 h 4939827"/>
              <a:gd name="connsiteX135-9771" fmla="*/ 4635061 w 12192000"/>
              <a:gd name="connsiteY135-9772" fmla="*/ 280682 h 4939827"/>
              <a:gd name="connsiteX136-9773" fmla="*/ 4807427 w 12192000"/>
              <a:gd name="connsiteY136-9774" fmla="*/ 276835 h 4939827"/>
              <a:gd name="connsiteX137-9775" fmla="*/ 5028933 w 12192000"/>
              <a:gd name="connsiteY137-9776" fmla="*/ 183887 h 4939827"/>
              <a:gd name="connsiteX138-9777" fmla="*/ 5093642 w 12192000"/>
              <a:gd name="connsiteY138-9778" fmla="*/ 177214 h 4939827"/>
              <a:gd name="connsiteX139-9779" fmla="*/ 5102642 w 12192000"/>
              <a:gd name="connsiteY139-9780" fmla="*/ 186816 h 4939827"/>
              <a:gd name="connsiteX140-9781" fmla="*/ 5193590 w 12192000"/>
              <a:gd name="connsiteY140-9782" fmla="*/ 156458 h 4939827"/>
              <a:gd name="connsiteX141-9783" fmla="*/ 5323922 w 12192000"/>
              <a:gd name="connsiteY141-9784" fmla="*/ 146332 h 4939827"/>
              <a:gd name="connsiteX142-9785" fmla="*/ 5421860 w 12192000"/>
              <a:gd name="connsiteY142-9786" fmla="*/ 167298 h 4939827"/>
              <a:gd name="connsiteX143-9787" fmla="*/ 5476948 w 12192000"/>
              <a:gd name="connsiteY143-9788" fmla="*/ 173249 h 4939827"/>
              <a:gd name="connsiteX144-9789" fmla="*/ 5516842 w 12192000"/>
              <a:gd name="connsiteY144-9790" fmla="*/ 184018 h 4939827"/>
              <a:gd name="connsiteX145-9791" fmla="*/ 5619415 w 12192000"/>
              <a:gd name="connsiteY145-9792" fmla="*/ 176781 h 4939827"/>
              <a:gd name="connsiteX146-9793" fmla="*/ 5789867 w 12192000"/>
              <a:gd name="connsiteY146-9794" fmla="*/ 150304 h 4939827"/>
              <a:gd name="connsiteX147-9795" fmla="*/ 5825953 w 12192000"/>
              <a:gd name="connsiteY147-9796" fmla="*/ 147907 h 4939827"/>
              <a:gd name="connsiteX148-9797" fmla="*/ 5856168 w 12192000"/>
              <a:gd name="connsiteY148-9798" fmla="*/ 158719 h 4939827"/>
              <a:gd name="connsiteX149-9799" fmla="*/ 5862476 w 12192000"/>
              <a:gd name="connsiteY149-9800" fmla="*/ 172447 h 4939827"/>
              <a:gd name="connsiteX150-9801" fmla="*/ 5882195 w 12192000"/>
              <a:gd name="connsiteY150-9802" fmla="*/ 173195 h 4939827"/>
              <a:gd name="connsiteX151-9803" fmla="*/ 5887271 w 12192000"/>
              <a:gd name="connsiteY151-9804" fmla="*/ 176084 h 4939827"/>
              <a:gd name="connsiteX152-9805" fmla="*/ 5921577 w 12192000"/>
              <a:gd name="connsiteY152-9806" fmla="*/ 169858 h 4939827"/>
              <a:gd name="connsiteX153-9807" fmla="*/ 5983240 w 12192000"/>
              <a:gd name="connsiteY153-9808" fmla="*/ 152755 h 4939827"/>
              <a:gd name="connsiteX154-9809" fmla="*/ 6152287 w 12192000"/>
              <a:gd name="connsiteY154-9810" fmla="*/ 116736 h 4939827"/>
              <a:gd name="connsiteX155-9811" fmla="*/ 6415830 w 12192000"/>
              <a:gd name="connsiteY155-9812" fmla="*/ 136006 h 4939827"/>
              <a:gd name="connsiteX156-9813" fmla="*/ 6756965 w 12192000"/>
              <a:gd name="connsiteY156-9814" fmla="*/ 57636 h 4939827"/>
              <a:gd name="connsiteX157-9815" fmla="*/ 6819400 w 12192000"/>
              <a:gd name="connsiteY157-9816" fmla="*/ 30742 h 4939827"/>
              <a:gd name="connsiteX158-9817" fmla="*/ 6986370 w 12192000"/>
              <a:gd name="connsiteY158-9818" fmla="*/ 12659 h 4939827"/>
              <a:gd name="connsiteX159-9819" fmla="*/ 6989536 w 12192000"/>
              <a:gd name="connsiteY159-9820" fmla="*/ 14528 h 4939827"/>
              <a:gd name="connsiteX160-9821" fmla="*/ 7015933 w 12192000"/>
              <a:gd name="connsiteY160-9822" fmla="*/ 9653 h 4939827"/>
              <a:gd name="connsiteX161-9823" fmla="*/ 7020592 w 12192000"/>
              <a:gd name="connsiteY161-9824" fmla="*/ 1651 h 4939827"/>
              <a:gd name="connsiteX162-9825" fmla="*/ 7025905 w 12192000"/>
              <a:gd name="connsiteY162-9826" fmla="*/ 0 h 4939827"/>
              <a:gd name="connsiteX0-9827" fmla="*/ 7025905 w 12192000"/>
              <a:gd name="connsiteY0-9828" fmla="*/ 0 h 4939827"/>
              <a:gd name="connsiteX1-9829" fmla="*/ 7032579 w 12192000"/>
              <a:gd name="connsiteY1-9830" fmla="*/ 2808 h 4939827"/>
              <a:gd name="connsiteX2-9831" fmla="*/ 7079505 w 12192000"/>
              <a:gd name="connsiteY2-9832" fmla="*/ 12971 h 4939827"/>
              <a:gd name="connsiteX3-9833" fmla="*/ 7158791 w 12192000"/>
              <a:gd name="connsiteY3-9834" fmla="*/ 12462 h 4939827"/>
              <a:gd name="connsiteX4-9835" fmla="*/ 7233338 w 12192000"/>
              <a:gd name="connsiteY4-9836" fmla="*/ 24846 h 4939827"/>
              <a:gd name="connsiteX5-9837" fmla="*/ 7259791 w 12192000"/>
              <a:gd name="connsiteY5-9838" fmla="*/ 29557 h 4939827"/>
              <a:gd name="connsiteX6-9839" fmla="*/ 7263923 w 12192000"/>
              <a:gd name="connsiteY6-9840" fmla="*/ 35029 h 4939827"/>
              <a:gd name="connsiteX7-9841" fmla="*/ 7281549 w 12192000"/>
              <a:gd name="connsiteY7-9842" fmla="*/ 39654 h 4939827"/>
              <a:gd name="connsiteX8-9843" fmla="*/ 7374735 w 12192000"/>
              <a:gd name="connsiteY8-9844" fmla="*/ 65326 h 4939827"/>
              <a:gd name="connsiteX9-9845" fmla="*/ 7376078 w 12192000"/>
              <a:gd name="connsiteY9-9846" fmla="*/ 63849 h 4939827"/>
              <a:gd name="connsiteX10-9847" fmla="*/ 7402026 w 12192000"/>
              <a:gd name="connsiteY10-9848" fmla="*/ 60308 h 4939827"/>
              <a:gd name="connsiteX11-9849" fmla="*/ 7415091 w 12192000"/>
              <a:gd name="connsiteY11-9850" fmla="*/ 77403 h 4939827"/>
              <a:gd name="connsiteX12-9851" fmla="*/ 7488682 w 12192000"/>
              <a:gd name="connsiteY12-9852" fmla="*/ 83440 h 4939827"/>
              <a:gd name="connsiteX13-9853" fmla="*/ 7732750 w 12192000"/>
              <a:gd name="connsiteY13-9854" fmla="*/ 145456 h 4939827"/>
              <a:gd name="connsiteX14-9855" fmla="*/ 7785900 w 12192000"/>
              <a:gd name="connsiteY14-9856" fmla="*/ 154493 h 4939827"/>
              <a:gd name="connsiteX15-9857" fmla="*/ 7952584 w 12192000"/>
              <a:gd name="connsiteY15-9858" fmla="*/ 170181 h 4939827"/>
              <a:gd name="connsiteX16-9859" fmla="*/ 8009534 w 12192000"/>
              <a:gd name="connsiteY16-9860" fmla="*/ 176441 h 4939827"/>
              <a:gd name="connsiteX17-9861" fmla="*/ 8058681 w 12192000"/>
              <a:gd name="connsiteY17-9862" fmla="*/ 219431 h 4939827"/>
              <a:gd name="connsiteX18-9863" fmla="*/ 8126175 w 12192000"/>
              <a:gd name="connsiteY18-9864" fmla="*/ 240005 h 4939827"/>
              <a:gd name="connsiteX19-9865" fmla="*/ 8166439 w 12192000"/>
              <a:gd name="connsiteY19-9866" fmla="*/ 252699 h 4939827"/>
              <a:gd name="connsiteX20-9867" fmla="*/ 8281371 w 12192000"/>
              <a:gd name="connsiteY20-9868" fmla="*/ 256875 h 4939827"/>
              <a:gd name="connsiteX21-9869" fmla="*/ 8381609 w 12192000"/>
              <a:gd name="connsiteY21-9870" fmla="*/ 240618 h 4939827"/>
              <a:gd name="connsiteX22-9871" fmla="*/ 8406759 w 12192000"/>
              <a:gd name="connsiteY22-9872" fmla="*/ 232517 h 4939827"/>
              <a:gd name="connsiteX23-9873" fmla="*/ 8426506 w 12192000"/>
              <a:gd name="connsiteY23-9874" fmla="*/ 241842 h 4939827"/>
              <a:gd name="connsiteX24-9875" fmla="*/ 8427949 w 12192000"/>
              <a:gd name="connsiteY24-9876" fmla="*/ 240981 h 4939827"/>
              <a:gd name="connsiteX25-9877" fmla="*/ 8441468 w 12192000"/>
              <a:gd name="connsiteY25-9878" fmla="*/ 241157 h 4939827"/>
              <a:gd name="connsiteX26-9879" fmla="*/ 8565757 w 12192000"/>
              <a:gd name="connsiteY26-9880" fmla="*/ 255317 h 4939827"/>
              <a:gd name="connsiteX27-9881" fmla="*/ 8573171 w 12192000"/>
              <a:gd name="connsiteY27-9882" fmla="*/ 258426 h 4939827"/>
              <a:gd name="connsiteX28-9883" fmla="*/ 8573548 w 12192000"/>
              <a:gd name="connsiteY28-9884" fmla="*/ 258241 h 4939827"/>
              <a:gd name="connsiteX29-9885" fmla="*/ 8581827 w 12192000"/>
              <a:gd name="connsiteY29-9886" fmla="*/ 261028 h 4939827"/>
              <a:gd name="connsiteX30-9887" fmla="*/ 8586687 w 12192000"/>
              <a:gd name="connsiteY30-9888" fmla="*/ 264089 h 4939827"/>
              <a:gd name="connsiteX31-9889" fmla="*/ 8601067 w 12192000"/>
              <a:gd name="connsiteY31-9890" fmla="*/ 270114 h 4939827"/>
              <a:gd name="connsiteX32-9891" fmla="*/ 8672650 w 12192000"/>
              <a:gd name="connsiteY32-9892" fmla="*/ 254821 h 4939827"/>
              <a:gd name="connsiteX33-9893" fmla="*/ 8785543 w 12192000"/>
              <a:gd name="connsiteY33-9894" fmla="*/ 263406 h 4939827"/>
              <a:gd name="connsiteX34-9895" fmla="*/ 8830588 w 12192000"/>
              <a:gd name="connsiteY34-9896" fmla="*/ 265483 h 4939827"/>
              <a:gd name="connsiteX35-9897" fmla="*/ 8905142 w 12192000"/>
              <a:gd name="connsiteY35-9898" fmla="*/ 264958 h 4939827"/>
              <a:gd name="connsiteX36-9899" fmla="*/ 8968582 w 12192000"/>
              <a:gd name="connsiteY36-9900" fmla="*/ 262728 h 4939827"/>
              <a:gd name="connsiteX37-9901" fmla="*/ 8972994 w 12192000"/>
              <a:gd name="connsiteY37-9902" fmla="*/ 263284 h 4939827"/>
              <a:gd name="connsiteX38-9903" fmla="*/ 9004605 w 12192000"/>
              <a:gd name="connsiteY38-9904" fmla="*/ 258041 h 4939827"/>
              <a:gd name="connsiteX39-9905" fmla="*/ 9016165 w 12192000"/>
              <a:gd name="connsiteY39-9906" fmla="*/ 261258 h 4939827"/>
              <a:gd name="connsiteX40-9907" fmla="*/ 9043297 w 12192000"/>
              <a:gd name="connsiteY40-9908" fmla="*/ 281547 h 4939827"/>
              <a:gd name="connsiteX41-9909" fmla="*/ 9048315 w 12192000"/>
              <a:gd name="connsiteY41-9910" fmla="*/ 279264 h 4939827"/>
              <a:gd name="connsiteX42-9911" fmla="*/ 9054706 w 12192000"/>
              <a:gd name="connsiteY42-9912" fmla="*/ 278538 h 4939827"/>
              <a:gd name="connsiteX43-9913" fmla="*/ 9070919 w 12192000"/>
              <a:gd name="connsiteY43-9914" fmla="*/ 281810 h 4939827"/>
              <a:gd name="connsiteX44-9915" fmla="*/ 9076813 w 12192000"/>
              <a:gd name="connsiteY44-9916" fmla="*/ 283909 h 4939827"/>
              <a:gd name="connsiteX45-9917" fmla="*/ 9085871 w 12192000"/>
              <a:gd name="connsiteY45-9918" fmla="*/ 285133 h 4939827"/>
              <a:gd name="connsiteX46-9919" fmla="*/ 9086159 w 12192000"/>
              <a:gd name="connsiteY46-9920" fmla="*/ 284887 h 4939827"/>
              <a:gd name="connsiteX47-9921" fmla="*/ 9134606 w 12192000"/>
              <a:gd name="connsiteY47-9922" fmla="*/ 288168 h 4939827"/>
              <a:gd name="connsiteX48-9923" fmla="*/ 9195590 w 12192000"/>
              <a:gd name="connsiteY48-9924" fmla="*/ 279568 h 4939827"/>
              <a:gd name="connsiteX49-9925" fmla="*/ 9219336 w 12192000"/>
              <a:gd name="connsiteY49-9926" fmla="*/ 278133 h 4939827"/>
              <a:gd name="connsiteX50-9927" fmla="*/ 9232362 w 12192000"/>
              <a:gd name="connsiteY50-9928" fmla="*/ 275894 h 4939827"/>
              <a:gd name="connsiteX51-9929" fmla="*/ 9233396 w 12192000"/>
              <a:gd name="connsiteY51-9930" fmla="*/ 274803 h 4939827"/>
              <a:gd name="connsiteX52-9931" fmla="*/ 9256213 w 12192000"/>
              <a:gd name="connsiteY52-9932" fmla="*/ 281576 h 4939827"/>
              <a:gd name="connsiteX53-9933" fmla="*/ 9371484 w 12192000"/>
              <a:gd name="connsiteY53-9934" fmla="*/ 329634 h 4939827"/>
              <a:gd name="connsiteX54-9935" fmla="*/ 9404829 w 12192000"/>
              <a:gd name="connsiteY54-9936" fmla="*/ 339038 h 4939827"/>
              <a:gd name="connsiteX55-9937" fmla="*/ 9427021 w 12192000"/>
              <a:gd name="connsiteY55-9938" fmla="*/ 358784 h 4939827"/>
              <a:gd name="connsiteX56-9939" fmla="*/ 9670844 w 12192000"/>
              <a:gd name="connsiteY56-9940" fmla="*/ 405128 h 4939827"/>
              <a:gd name="connsiteX57-9941" fmla="*/ 9816083 w 12192000"/>
              <a:gd name="connsiteY57-9942" fmla="*/ 416573 h 4939827"/>
              <a:gd name="connsiteX58-9943" fmla="*/ 9936741 w 12192000"/>
              <a:gd name="connsiteY58-9944" fmla="*/ 437044 h 4939827"/>
              <a:gd name="connsiteX59-9945" fmla="*/ 10050093 w 12192000"/>
              <a:gd name="connsiteY59-9946" fmla="*/ 443783 h 4939827"/>
              <a:gd name="connsiteX60-9947" fmla="*/ 10130090 w 12192000"/>
              <a:gd name="connsiteY60-9948" fmla="*/ 459520 h 4939827"/>
              <a:gd name="connsiteX61-9949" fmla="*/ 10173456 w 12192000"/>
              <a:gd name="connsiteY61-9950" fmla="*/ 457749 h 4939827"/>
              <a:gd name="connsiteX62-9951" fmla="*/ 10218232 w 12192000"/>
              <a:gd name="connsiteY62-9952" fmla="*/ 459820 h 4939827"/>
              <a:gd name="connsiteX63-9953" fmla="*/ 10354176 w 12192000"/>
              <a:gd name="connsiteY63-9954" fmla="*/ 471377 h 4939827"/>
              <a:gd name="connsiteX64-9955" fmla="*/ 10430681 w 12192000"/>
              <a:gd name="connsiteY64-9956" fmla="*/ 481226 h 4939827"/>
              <a:gd name="connsiteX65-9957" fmla="*/ 10478169 w 12192000"/>
              <a:gd name="connsiteY65-9958" fmla="*/ 481774 h 4939827"/>
              <a:gd name="connsiteX66-9959" fmla="*/ 10540907 w 12192000"/>
              <a:gd name="connsiteY66-9960" fmla="*/ 485607 h 4939827"/>
              <a:gd name="connsiteX67-9961" fmla="*/ 10614941 w 12192000"/>
              <a:gd name="connsiteY67-9962" fmla="*/ 487592 h 4939827"/>
              <a:gd name="connsiteX68-9963" fmla="*/ 10674098 w 12192000"/>
              <a:gd name="connsiteY68-9964" fmla="*/ 521656 h 4939827"/>
              <a:gd name="connsiteX69-9965" fmla="*/ 10874834 w 12192000"/>
              <a:gd name="connsiteY69-9966" fmla="*/ 574867 h 4939827"/>
              <a:gd name="connsiteX70-9967" fmla="*/ 10944981 w 12192000"/>
              <a:gd name="connsiteY70-9968" fmla="*/ 615042 h 4939827"/>
              <a:gd name="connsiteX71-9969" fmla="*/ 11006376 w 12192000"/>
              <a:gd name="connsiteY71-9970" fmla="*/ 645957 h 4939827"/>
              <a:gd name="connsiteX72-9971" fmla="*/ 11076308 w 12192000"/>
              <a:gd name="connsiteY72-9972" fmla="*/ 675698 h 4939827"/>
              <a:gd name="connsiteX73-9973" fmla="*/ 11148789 w 12192000"/>
              <a:gd name="connsiteY73-9974" fmla="*/ 685041 h 4939827"/>
              <a:gd name="connsiteX74-9975" fmla="*/ 11249129 w 12192000"/>
              <a:gd name="connsiteY74-9976" fmla="*/ 684218 h 4939827"/>
              <a:gd name="connsiteX75-9977" fmla="*/ 11299915 w 12192000"/>
              <a:gd name="connsiteY75-9978" fmla="*/ 692177 h 4939827"/>
              <a:gd name="connsiteX76-9979" fmla="*/ 11386973 w 12192000"/>
              <a:gd name="connsiteY76-9980" fmla="*/ 708209 h 4939827"/>
              <a:gd name="connsiteX77-9981" fmla="*/ 11500105 w 12192000"/>
              <a:gd name="connsiteY77-9982" fmla="*/ 735014 h 4939827"/>
              <a:gd name="connsiteX78-9983" fmla="*/ 11621735 w 12192000"/>
              <a:gd name="connsiteY78-9984" fmla="*/ 789584 h 4939827"/>
              <a:gd name="connsiteX79-9985" fmla="*/ 11691200 w 12192000"/>
              <a:gd name="connsiteY79-9986" fmla="*/ 867902 h 4939827"/>
              <a:gd name="connsiteX80-9987" fmla="*/ 11819427 w 12192000"/>
              <a:gd name="connsiteY80-9988" fmla="*/ 911634 h 4939827"/>
              <a:gd name="connsiteX81-9989" fmla="*/ 11969720 w 12192000"/>
              <a:gd name="connsiteY81-9990" fmla="*/ 964737 h 4939827"/>
              <a:gd name="connsiteX82-9991" fmla="*/ 12055766 w 12192000"/>
              <a:gd name="connsiteY82-9992" fmla="*/ 991268 h 4939827"/>
              <a:gd name="connsiteX83-9993" fmla="*/ 12171539 w 12192000"/>
              <a:gd name="connsiteY83-9994" fmla="*/ 995427 h 4939827"/>
              <a:gd name="connsiteX84-9995" fmla="*/ 12187831 w 12192000"/>
              <a:gd name="connsiteY84-9996" fmla="*/ 996580 h 4939827"/>
              <a:gd name="connsiteX85-9997" fmla="*/ 12192000 w 12192000"/>
              <a:gd name="connsiteY85-9998" fmla="*/ 996726 h 4939827"/>
              <a:gd name="connsiteX86-9999" fmla="*/ 12192000 w 12192000"/>
              <a:gd name="connsiteY86-10000" fmla="*/ 4939827 h 4939827"/>
              <a:gd name="connsiteX87-10001" fmla="*/ 0 w 12192000"/>
              <a:gd name="connsiteY87-10002" fmla="*/ 4939827 h 4939827"/>
              <a:gd name="connsiteX88-10003" fmla="*/ 0 w 12192000"/>
              <a:gd name="connsiteY88-10004" fmla="*/ 512043 h 4939827"/>
              <a:gd name="connsiteX89-10005" fmla="*/ 7381 w 12192000"/>
              <a:gd name="connsiteY89-10006" fmla="*/ 512580 h 4939827"/>
              <a:gd name="connsiteX90-10007" fmla="*/ 100029 w 12192000"/>
              <a:gd name="connsiteY90-10008" fmla="*/ 504758 h 4939827"/>
              <a:gd name="connsiteX91-10009" fmla="*/ 155244 w 12192000"/>
              <a:gd name="connsiteY91-10010" fmla="*/ 525130 h 4939827"/>
              <a:gd name="connsiteX92-10011" fmla="*/ 254366 w 12192000"/>
              <a:gd name="connsiteY92-10012" fmla="*/ 534449 h 4939827"/>
              <a:gd name="connsiteX93-10013" fmla="*/ 447292 w 12192000"/>
              <a:gd name="connsiteY93-10014" fmla="*/ 542725 h 4939827"/>
              <a:gd name="connsiteX94-10015" fmla="*/ 628105 w 12192000"/>
              <a:gd name="connsiteY94-10016" fmla="*/ 547853 h 4939827"/>
              <a:gd name="connsiteX95-10017" fmla="*/ 783146 w 12192000"/>
              <a:gd name="connsiteY95-10018" fmla="*/ 591799 h 4939827"/>
              <a:gd name="connsiteX96-10019" fmla="*/ 1043676 w 12192000"/>
              <a:gd name="connsiteY96-10020" fmla="*/ 591887 h 4939827"/>
              <a:gd name="connsiteX97-10021" fmla="*/ 1281816 w 12192000"/>
              <a:gd name="connsiteY97-10022" fmla="*/ 520946 h 4939827"/>
              <a:gd name="connsiteX98-10023" fmla="*/ 1486347 w 12192000"/>
              <a:gd name="connsiteY98-10024" fmla="*/ 487310 h 4939827"/>
              <a:gd name="connsiteX99-10025" fmla="*/ 1568079 w 12192000"/>
              <a:gd name="connsiteY99-10026" fmla="*/ 462531 h 4939827"/>
              <a:gd name="connsiteX100-10027" fmla="*/ 1622516 w 12192000"/>
              <a:gd name="connsiteY100-10028" fmla="*/ 466058 h 4939827"/>
              <a:gd name="connsiteX101-10029" fmla="*/ 1655457 w 12192000"/>
              <a:gd name="connsiteY101-10030" fmla="*/ 465359 h 4939827"/>
              <a:gd name="connsiteX102-10031" fmla="*/ 1717454 w 12192000"/>
              <a:gd name="connsiteY102-10032" fmla="*/ 417203 h 4939827"/>
              <a:gd name="connsiteX103-10033" fmla="*/ 1913794 w 12192000"/>
              <a:gd name="connsiteY103-10034" fmla="*/ 365255 h 4939827"/>
              <a:gd name="connsiteX104-10035" fmla="*/ 2129762 w 12192000"/>
              <a:gd name="connsiteY104-10036" fmla="*/ 367832 h 4939827"/>
              <a:gd name="connsiteX105-10037" fmla="*/ 2376970 w 12192000"/>
              <a:gd name="connsiteY105-10038" fmla="*/ 350129 h 4939827"/>
              <a:gd name="connsiteX106-10039" fmla="*/ 2480155 w 12192000"/>
              <a:gd name="connsiteY106-10040" fmla="*/ 359227 h 4939827"/>
              <a:gd name="connsiteX107-10041" fmla="*/ 2586782 w 12192000"/>
              <a:gd name="connsiteY107-10042" fmla="*/ 339352 h 4939827"/>
              <a:gd name="connsiteX108-10043" fmla="*/ 2679617 w 12192000"/>
              <a:gd name="connsiteY108-10044" fmla="*/ 305383 h 4939827"/>
              <a:gd name="connsiteX109-10045" fmla="*/ 2788947 w 12192000"/>
              <a:gd name="connsiteY109-10046" fmla="*/ 250375 h 4939827"/>
              <a:gd name="connsiteX110-10047" fmla="*/ 2965530 w 12192000"/>
              <a:gd name="connsiteY110-10048" fmla="*/ 245958 h 4939827"/>
              <a:gd name="connsiteX111-10049" fmla="*/ 3103677 w 12192000"/>
              <a:gd name="connsiteY111-10050" fmla="*/ 209527 h 4939827"/>
              <a:gd name="connsiteX112-10051" fmla="*/ 3126759 w 12192000"/>
              <a:gd name="connsiteY112-10052" fmla="*/ 211226 h 4939827"/>
              <a:gd name="connsiteX113-10053" fmla="*/ 3164020 w 12192000"/>
              <a:gd name="connsiteY113-10054" fmla="*/ 212779 h 4939827"/>
              <a:gd name="connsiteX114-10055" fmla="*/ 3285019 w 12192000"/>
              <a:gd name="connsiteY114-10056" fmla="*/ 220535 h 4939827"/>
              <a:gd name="connsiteX115-10057" fmla="*/ 3365154 w 12192000"/>
              <a:gd name="connsiteY115-10058" fmla="*/ 226416 h 4939827"/>
              <a:gd name="connsiteX116-10059" fmla="*/ 3367507 w 12192000"/>
              <a:gd name="connsiteY116-10060" fmla="*/ 225416 h 4939827"/>
              <a:gd name="connsiteX117-10061" fmla="*/ 3387567 w 12192000"/>
              <a:gd name="connsiteY117-10062" fmla="*/ 227103 h 4939827"/>
              <a:gd name="connsiteX118-10063" fmla="*/ 3498001 w 12192000"/>
              <a:gd name="connsiteY118-10064" fmla="*/ 231941 h 4939827"/>
              <a:gd name="connsiteX119-10065" fmla="*/ 3561557 w 12192000"/>
              <a:gd name="connsiteY119-10066" fmla="*/ 228095 h 4939827"/>
              <a:gd name="connsiteX120-10067" fmla="*/ 3611920 w 12192000"/>
              <a:gd name="connsiteY120-10068" fmla="*/ 218094 h 4939827"/>
              <a:gd name="connsiteX121-10069" fmla="*/ 3620528 w 12192000"/>
              <a:gd name="connsiteY121-10070" fmla="*/ 218788 h 4939827"/>
              <a:gd name="connsiteX122-10071" fmla="*/ 3620766 w 12192000"/>
              <a:gd name="connsiteY122-10072" fmla="*/ 218511 h 4939827"/>
              <a:gd name="connsiteX123-10073" fmla="*/ 3629977 w 12192000"/>
              <a:gd name="connsiteY123-10074" fmla="*/ 218664 h 4939827"/>
              <a:gd name="connsiteX124-10075" fmla="*/ 3636217 w 12192000"/>
              <a:gd name="connsiteY124-10076" fmla="*/ 220048 h 4939827"/>
              <a:gd name="connsiteX125-10077" fmla="*/ 3709484 w 12192000"/>
              <a:gd name="connsiteY125-10078" fmla="*/ 186927 h 4939827"/>
              <a:gd name="connsiteX126-10079" fmla="*/ 3761342 w 12192000"/>
              <a:gd name="connsiteY126-10080" fmla="*/ 177474 h 4939827"/>
              <a:gd name="connsiteX127-10081" fmla="*/ 3799748 w 12192000"/>
              <a:gd name="connsiteY127-10082" fmla="*/ 167154 h 4939827"/>
              <a:gd name="connsiteX128-10083" fmla="*/ 3922756 w 12192000"/>
              <a:gd name="connsiteY128-10084" fmla="*/ 194044 h 4939827"/>
              <a:gd name="connsiteX129-10085" fmla="*/ 4028476 w 12192000"/>
              <a:gd name="connsiteY129-10086" fmla="*/ 223679 h 4939827"/>
              <a:gd name="connsiteX130-10087" fmla="*/ 4191582 w 12192000"/>
              <a:gd name="connsiteY130-10088" fmla="*/ 238952 h 4939827"/>
              <a:gd name="connsiteX131-10089" fmla="*/ 4251024 w 12192000"/>
              <a:gd name="connsiteY131-10090" fmla="*/ 240874 h 4939827"/>
              <a:gd name="connsiteX132-10091" fmla="*/ 4355275 w 12192000"/>
              <a:gd name="connsiteY132-10092" fmla="*/ 260205 h 4939827"/>
              <a:gd name="connsiteX133-10093" fmla="*/ 4423807 w 12192000"/>
              <a:gd name="connsiteY133-10094" fmla="*/ 270366 h 4939827"/>
              <a:gd name="connsiteX134-10095" fmla="*/ 4558432 w 12192000"/>
              <a:gd name="connsiteY134-10096" fmla="*/ 269194 h 4939827"/>
              <a:gd name="connsiteX135-10097" fmla="*/ 4635061 w 12192000"/>
              <a:gd name="connsiteY135-10098" fmla="*/ 280682 h 4939827"/>
              <a:gd name="connsiteX136-10099" fmla="*/ 4807427 w 12192000"/>
              <a:gd name="connsiteY136-10100" fmla="*/ 276835 h 4939827"/>
              <a:gd name="connsiteX137-10101" fmla="*/ 5028933 w 12192000"/>
              <a:gd name="connsiteY137-10102" fmla="*/ 183887 h 4939827"/>
              <a:gd name="connsiteX138-10103" fmla="*/ 5093642 w 12192000"/>
              <a:gd name="connsiteY138-10104" fmla="*/ 177214 h 4939827"/>
              <a:gd name="connsiteX139-10105" fmla="*/ 5102642 w 12192000"/>
              <a:gd name="connsiteY139-10106" fmla="*/ 186816 h 4939827"/>
              <a:gd name="connsiteX140-10107" fmla="*/ 5193590 w 12192000"/>
              <a:gd name="connsiteY140-10108" fmla="*/ 156458 h 4939827"/>
              <a:gd name="connsiteX141-10109" fmla="*/ 5323922 w 12192000"/>
              <a:gd name="connsiteY141-10110" fmla="*/ 146332 h 4939827"/>
              <a:gd name="connsiteX142-10111" fmla="*/ 5421860 w 12192000"/>
              <a:gd name="connsiteY142-10112" fmla="*/ 167298 h 4939827"/>
              <a:gd name="connsiteX143-10113" fmla="*/ 5476948 w 12192000"/>
              <a:gd name="connsiteY143-10114" fmla="*/ 173249 h 4939827"/>
              <a:gd name="connsiteX144-10115" fmla="*/ 5516842 w 12192000"/>
              <a:gd name="connsiteY144-10116" fmla="*/ 184018 h 4939827"/>
              <a:gd name="connsiteX145-10117" fmla="*/ 5619415 w 12192000"/>
              <a:gd name="connsiteY145-10118" fmla="*/ 176781 h 4939827"/>
              <a:gd name="connsiteX146-10119" fmla="*/ 5789867 w 12192000"/>
              <a:gd name="connsiteY146-10120" fmla="*/ 150304 h 4939827"/>
              <a:gd name="connsiteX147-10121" fmla="*/ 5825953 w 12192000"/>
              <a:gd name="connsiteY147-10122" fmla="*/ 147907 h 4939827"/>
              <a:gd name="connsiteX148-10123" fmla="*/ 5856168 w 12192000"/>
              <a:gd name="connsiteY148-10124" fmla="*/ 158719 h 4939827"/>
              <a:gd name="connsiteX149-10125" fmla="*/ 5862476 w 12192000"/>
              <a:gd name="connsiteY149-10126" fmla="*/ 172447 h 4939827"/>
              <a:gd name="connsiteX150-10127" fmla="*/ 5882195 w 12192000"/>
              <a:gd name="connsiteY150-10128" fmla="*/ 173195 h 4939827"/>
              <a:gd name="connsiteX151-10129" fmla="*/ 5887271 w 12192000"/>
              <a:gd name="connsiteY151-10130" fmla="*/ 176084 h 4939827"/>
              <a:gd name="connsiteX152-10131" fmla="*/ 5921577 w 12192000"/>
              <a:gd name="connsiteY152-10132" fmla="*/ 169858 h 4939827"/>
              <a:gd name="connsiteX153-10133" fmla="*/ 5983240 w 12192000"/>
              <a:gd name="connsiteY153-10134" fmla="*/ 152755 h 4939827"/>
              <a:gd name="connsiteX154-10135" fmla="*/ 6415830 w 12192000"/>
              <a:gd name="connsiteY154-10136" fmla="*/ 136006 h 4939827"/>
              <a:gd name="connsiteX155-10137" fmla="*/ 6756965 w 12192000"/>
              <a:gd name="connsiteY155-10138" fmla="*/ 57636 h 4939827"/>
              <a:gd name="connsiteX156-10139" fmla="*/ 6819400 w 12192000"/>
              <a:gd name="connsiteY156-10140" fmla="*/ 30742 h 4939827"/>
              <a:gd name="connsiteX157-10141" fmla="*/ 6986370 w 12192000"/>
              <a:gd name="connsiteY157-10142" fmla="*/ 12659 h 4939827"/>
              <a:gd name="connsiteX158-10143" fmla="*/ 6989536 w 12192000"/>
              <a:gd name="connsiteY158-10144" fmla="*/ 14528 h 4939827"/>
              <a:gd name="connsiteX159-10145" fmla="*/ 7015933 w 12192000"/>
              <a:gd name="connsiteY159-10146" fmla="*/ 9653 h 4939827"/>
              <a:gd name="connsiteX160-10147" fmla="*/ 7020592 w 12192000"/>
              <a:gd name="connsiteY160-10148" fmla="*/ 1651 h 4939827"/>
              <a:gd name="connsiteX161-10149" fmla="*/ 7025905 w 12192000"/>
              <a:gd name="connsiteY161-10150" fmla="*/ 0 h 4939827"/>
              <a:gd name="connsiteX0-10151" fmla="*/ 7025905 w 12192000"/>
              <a:gd name="connsiteY0-10152" fmla="*/ 0 h 4939827"/>
              <a:gd name="connsiteX1-10153" fmla="*/ 7032579 w 12192000"/>
              <a:gd name="connsiteY1-10154" fmla="*/ 2808 h 4939827"/>
              <a:gd name="connsiteX2-10155" fmla="*/ 7079505 w 12192000"/>
              <a:gd name="connsiteY2-10156" fmla="*/ 12971 h 4939827"/>
              <a:gd name="connsiteX3-10157" fmla="*/ 7158791 w 12192000"/>
              <a:gd name="connsiteY3-10158" fmla="*/ 12462 h 4939827"/>
              <a:gd name="connsiteX4-10159" fmla="*/ 7233338 w 12192000"/>
              <a:gd name="connsiteY4-10160" fmla="*/ 24846 h 4939827"/>
              <a:gd name="connsiteX5-10161" fmla="*/ 7259791 w 12192000"/>
              <a:gd name="connsiteY5-10162" fmla="*/ 29557 h 4939827"/>
              <a:gd name="connsiteX6-10163" fmla="*/ 7263923 w 12192000"/>
              <a:gd name="connsiteY6-10164" fmla="*/ 35029 h 4939827"/>
              <a:gd name="connsiteX7-10165" fmla="*/ 7281549 w 12192000"/>
              <a:gd name="connsiteY7-10166" fmla="*/ 39654 h 4939827"/>
              <a:gd name="connsiteX8-10167" fmla="*/ 7374735 w 12192000"/>
              <a:gd name="connsiteY8-10168" fmla="*/ 65326 h 4939827"/>
              <a:gd name="connsiteX9-10169" fmla="*/ 7376078 w 12192000"/>
              <a:gd name="connsiteY9-10170" fmla="*/ 63849 h 4939827"/>
              <a:gd name="connsiteX10-10171" fmla="*/ 7402026 w 12192000"/>
              <a:gd name="connsiteY10-10172" fmla="*/ 60308 h 4939827"/>
              <a:gd name="connsiteX11-10173" fmla="*/ 7415091 w 12192000"/>
              <a:gd name="connsiteY11-10174" fmla="*/ 77403 h 4939827"/>
              <a:gd name="connsiteX12-10175" fmla="*/ 7488682 w 12192000"/>
              <a:gd name="connsiteY12-10176" fmla="*/ 83440 h 4939827"/>
              <a:gd name="connsiteX13-10177" fmla="*/ 7732750 w 12192000"/>
              <a:gd name="connsiteY13-10178" fmla="*/ 145456 h 4939827"/>
              <a:gd name="connsiteX14-10179" fmla="*/ 7785900 w 12192000"/>
              <a:gd name="connsiteY14-10180" fmla="*/ 154493 h 4939827"/>
              <a:gd name="connsiteX15-10181" fmla="*/ 7952584 w 12192000"/>
              <a:gd name="connsiteY15-10182" fmla="*/ 170181 h 4939827"/>
              <a:gd name="connsiteX16-10183" fmla="*/ 8009534 w 12192000"/>
              <a:gd name="connsiteY16-10184" fmla="*/ 176441 h 4939827"/>
              <a:gd name="connsiteX17-10185" fmla="*/ 8058681 w 12192000"/>
              <a:gd name="connsiteY17-10186" fmla="*/ 219431 h 4939827"/>
              <a:gd name="connsiteX18-10187" fmla="*/ 8126175 w 12192000"/>
              <a:gd name="connsiteY18-10188" fmla="*/ 240005 h 4939827"/>
              <a:gd name="connsiteX19-10189" fmla="*/ 8166439 w 12192000"/>
              <a:gd name="connsiteY19-10190" fmla="*/ 252699 h 4939827"/>
              <a:gd name="connsiteX20-10191" fmla="*/ 8281371 w 12192000"/>
              <a:gd name="connsiteY20-10192" fmla="*/ 256875 h 4939827"/>
              <a:gd name="connsiteX21-10193" fmla="*/ 8381609 w 12192000"/>
              <a:gd name="connsiteY21-10194" fmla="*/ 240618 h 4939827"/>
              <a:gd name="connsiteX22-10195" fmla="*/ 8406759 w 12192000"/>
              <a:gd name="connsiteY22-10196" fmla="*/ 232517 h 4939827"/>
              <a:gd name="connsiteX23-10197" fmla="*/ 8426506 w 12192000"/>
              <a:gd name="connsiteY23-10198" fmla="*/ 241842 h 4939827"/>
              <a:gd name="connsiteX24-10199" fmla="*/ 8427949 w 12192000"/>
              <a:gd name="connsiteY24-10200" fmla="*/ 240981 h 4939827"/>
              <a:gd name="connsiteX25-10201" fmla="*/ 8441468 w 12192000"/>
              <a:gd name="connsiteY25-10202" fmla="*/ 241157 h 4939827"/>
              <a:gd name="connsiteX26-10203" fmla="*/ 8565757 w 12192000"/>
              <a:gd name="connsiteY26-10204" fmla="*/ 255317 h 4939827"/>
              <a:gd name="connsiteX27-10205" fmla="*/ 8573171 w 12192000"/>
              <a:gd name="connsiteY27-10206" fmla="*/ 258426 h 4939827"/>
              <a:gd name="connsiteX28-10207" fmla="*/ 8573548 w 12192000"/>
              <a:gd name="connsiteY28-10208" fmla="*/ 258241 h 4939827"/>
              <a:gd name="connsiteX29-10209" fmla="*/ 8581827 w 12192000"/>
              <a:gd name="connsiteY29-10210" fmla="*/ 261028 h 4939827"/>
              <a:gd name="connsiteX30-10211" fmla="*/ 8586687 w 12192000"/>
              <a:gd name="connsiteY30-10212" fmla="*/ 264089 h 4939827"/>
              <a:gd name="connsiteX31-10213" fmla="*/ 8601067 w 12192000"/>
              <a:gd name="connsiteY31-10214" fmla="*/ 270114 h 4939827"/>
              <a:gd name="connsiteX32-10215" fmla="*/ 8672650 w 12192000"/>
              <a:gd name="connsiteY32-10216" fmla="*/ 254821 h 4939827"/>
              <a:gd name="connsiteX33-10217" fmla="*/ 8785543 w 12192000"/>
              <a:gd name="connsiteY33-10218" fmla="*/ 263406 h 4939827"/>
              <a:gd name="connsiteX34-10219" fmla="*/ 8830588 w 12192000"/>
              <a:gd name="connsiteY34-10220" fmla="*/ 265483 h 4939827"/>
              <a:gd name="connsiteX35-10221" fmla="*/ 8905142 w 12192000"/>
              <a:gd name="connsiteY35-10222" fmla="*/ 264958 h 4939827"/>
              <a:gd name="connsiteX36-10223" fmla="*/ 8968582 w 12192000"/>
              <a:gd name="connsiteY36-10224" fmla="*/ 262728 h 4939827"/>
              <a:gd name="connsiteX37-10225" fmla="*/ 8972994 w 12192000"/>
              <a:gd name="connsiteY37-10226" fmla="*/ 263284 h 4939827"/>
              <a:gd name="connsiteX38-10227" fmla="*/ 9004605 w 12192000"/>
              <a:gd name="connsiteY38-10228" fmla="*/ 258041 h 4939827"/>
              <a:gd name="connsiteX39-10229" fmla="*/ 9016165 w 12192000"/>
              <a:gd name="connsiteY39-10230" fmla="*/ 261258 h 4939827"/>
              <a:gd name="connsiteX40-10231" fmla="*/ 9043297 w 12192000"/>
              <a:gd name="connsiteY40-10232" fmla="*/ 281547 h 4939827"/>
              <a:gd name="connsiteX41-10233" fmla="*/ 9048315 w 12192000"/>
              <a:gd name="connsiteY41-10234" fmla="*/ 279264 h 4939827"/>
              <a:gd name="connsiteX42-10235" fmla="*/ 9054706 w 12192000"/>
              <a:gd name="connsiteY42-10236" fmla="*/ 278538 h 4939827"/>
              <a:gd name="connsiteX43-10237" fmla="*/ 9070919 w 12192000"/>
              <a:gd name="connsiteY43-10238" fmla="*/ 281810 h 4939827"/>
              <a:gd name="connsiteX44-10239" fmla="*/ 9076813 w 12192000"/>
              <a:gd name="connsiteY44-10240" fmla="*/ 283909 h 4939827"/>
              <a:gd name="connsiteX45-10241" fmla="*/ 9085871 w 12192000"/>
              <a:gd name="connsiteY45-10242" fmla="*/ 285133 h 4939827"/>
              <a:gd name="connsiteX46-10243" fmla="*/ 9086159 w 12192000"/>
              <a:gd name="connsiteY46-10244" fmla="*/ 284887 h 4939827"/>
              <a:gd name="connsiteX47-10245" fmla="*/ 9134606 w 12192000"/>
              <a:gd name="connsiteY47-10246" fmla="*/ 288168 h 4939827"/>
              <a:gd name="connsiteX48-10247" fmla="*/ 9195590 w 12192000"/>
              <a:gd name="connsiteY48-10248" fmla="*/ 279568 h 4939827"/>
              <a:gd name="connsiteX49-10249" fmla="*/ 9219336 w 12192000"/>
              <a:gd name="connsiteY49-10250" fmla="*/ 278133 h 4939827"/>
              <a:gd name="connsiteX50-10251" fmla="*/ 9232362 w 12192000"/>
              <a:gd name="connsiteY50-10252" fmla="*/ 275894 h 4939827"/>
              <a:gd name="connsiteX51-10253" fmla="*/ 9233396 w 12192000"/>
              <a:gd name="connsiteY51-10254" fmla="*/ 274803 h 4939827"/>
              <a:gd name="connsiteX52-10255" fmla="*/ 9256213 w 12192000"/>
              <a:gd name="connsiteY52-10256" fmla="*/ 281576 h 4939827"/>
              <a:gd name="connsiteX53-10257" fmla="*/ 9371484 w 12192000"/>
              <a:gd name="connsiteY53-10258" fmla="*/ 329634 h 4939827"/>
              <a:gd name="connsiteX54-10259" fmla="*/ 9404829 w 12192000"/>
              <a:gd name="connsiteY54-10260" fmla="*/ 339038 h 4939827"/>
              <a:gd name="connsiteX55-10261" fmla="*/ 9427021 w 12192000"/>
              <a:gd name="connsiteY55-10262" fmla="*/ 358784 h 4939827"/>
              <a:gd name="connsiteX56-10263" fmla="*/ 9670844 w 12192000"/>
              <a:gd name="connsiteY56-10264" fmla="*/ 405128 h 4939827"/>
              <a:gd name="connsiteX57-10265" fmla="*/ 9816083 w 12192000"/>
              <a:gd name="connsiteY57-10266" fmla="*/ 416573 h 4939827"/>
              <a:gd name="connsiteX58-10267" fmla="*/ 9936741 w 12192000"/>
              <a:gd name="connsiteY58-10268" fmla="*/ 437044 h 4939827"/>
              <a:gd name="connsiteX59-10269" fmla="*/ 10050093 w 12192000"/>
              <a:gd name="connsiteY59-10270" fmla="*/ 443783 h 4939827"/>
              <a:gd name="connsiteX60-10271" fmla="*/ 10130090 w 12192000"/>
              <a:gd name="connsiteY60-10272" fmla="*/ 459520 h 4939827"/>
              <a:gd name="connsiteX61-10273" fmla="*/ 10173456 w 12192000"/>
              <a:gd name="connsiteY61-10274" fmla="*/ 457749 h 4939827"/>
              <a:gd name="connsiteX62-10275" fmla="*/ 10218232 w 12192000"/>
              <a:gd name="connsiteY62-10276" fmla="*/ 459820 h 4939827"/>
              <a:gd name="connsiteX63-10277" fmla="*/ 10354176 w 12192000"/>
              <a:gd name="connsiteY63-10278" fmla="*/ 471377 h 4939827"/>
              <a:gd name="connsiteX64-10279" fmla="*/ 10430681 w 12192000"/>
              <a:gd name="connsiteY64-10280" fmla="*/ 481226 h 4939827"/>
              <a:gd name="connsiteX65-10281" fmla="*/ 10478169 w 12192000"/>
              <a:gd name="connsiteY65-10282" fmla="*/ 481774 h 4939827"/>
              <a:gd name="connsiteX66-10283" fmla="*/ 10540907 w 12192000"/>
              <a:gd name="connsiteY66-10284" fmla="*/ 485607 h 4939827"/>
              <a:gd name="connsiteX67-10285" fmla="*/ 10614941 w 12192000"/>
              <a:gd name="connsiteY67-10286" fmla="*/ 487592 h 4939827"/>
              <a:gd name="connsiteX68-10287" fmla="*/ 10674098 w 12192000"/>
              <a:gd name="connsiteY68-10288" fmla="*/ 521656 h 4939827"/>
              <a:gd name="connsiteX69-10289" fmla="*/ 10874834 w 12192000"/>
              <a:gd name="connsiteY69-10290" fmla="*/ 574867 h 4939827"/>
              <a:gd name="connsiteX70-10291" fmla="*/ 10944981 w 12192000"/>
              <a:gd name="connsiteY70-10292" fmla="*/ 615042 h 4939827"/>
              <a:gd name="connsiteX71-10293" fmla="*/ 11006376 w 12192000"/>
              <a:gd name="connsiteY71-10294" fmla="*/ 645957 h 4939827"/>
              <a:gd name="connsiteX72-10295" fmla="*/ 11076308 w 12192000"/>
              <a:gd name="connsiteY72-10296" fmla="*/ 675698 h 4939827"/>
              <a:gd name="connsiteX73-10297" fmla="*/ 11148789 w 12192000"/>
              <a:gd name="connsiteY73-10298" fmla="*/ 685041 h 4939827"/>
              <a:gd name="connsiteX74-10299" fmla="*/ 11249129 w 12192000"/>
              <a:gd name="connsiteY74-10300" fmla="*/ 684218 h 4939827"/>
              <a:gd name="connsiteX75-10301" fmla="*/ 11299915 w 12192000"/>
              <a:gd name="connsiteY75-10302" fmla="*/ 692177 h 4939827"/>
              <a:gd name="connsiteX76-10303" fmla="*/ 11386973 w 12192000"/>
              <a:gd name="connsiteY76-10304" fmla="*/ 708209 h 4939827"/>
              <a:gd name="connsiteX77-10305" fmla="*/ 11500105 w 12192000"/>
              <a:gd name="connsiteY77-10306" fmla="*/ 735014 h 4939827"/>
              <a:gd name="connsiteX78-10307" fmla="*/ 11621735 w 12192000"/>
              <a:gd name="connsiteY78-10308" fmla="*/ 789584 h 4939827"/>
              <a:gd name="connsiteX79-10309" fmla="*/ 11691200 w 12192000"/>
              <a:gd name="connsiteY79-10310" fmla="*/ 867902 h 4939827"/>
              <a:gd name="connsiteX80-10311" fmla="*/ 11819427 w 12192000"/>
              <a:gd name="connsiteY80-10312" fmla="*/ 911634 h 4939827"/>
              <a:gd name="connsiteX81-10313" fmla="*/ 11969720 w 12192000"/>
              <a:gd name="connsiteY81-10314" fmla="*/ 964737 h 4939827"/>
              <a:gd name="connsiteX82-10315" fmla="*/ 12055766 w 12192000"/>
              <a:gd name="connsiteY82-10316" fmla="*/ 991268 h 4939827"/>
              <a:gd name="connsiteX83-10317" fmla="*/ 12171539 w 12192000"/>
              <a:gd name="connsiteY83-10318" fmla="*/ 995427 h 4939827"/>
              <a:gd name="connsiteX84-10319" fmla="*/ 12187831 w 12192000"/>
              <a:gd name="connsiteY84-10320" fmla="*/ 996580 h 4939827"/>
              <a:gd name="connsiteX85-10321" fmla="*/ 12192000 w 12192000"/>
              <a:gd name="connsiteY85-10322" fmla="*/ 996726 h 4939827"/>
              <a:gd name="connsiteX86-10323" fmla="*/ 12192000 w 12192000"/>
              <a:gd name="connsiteY86-10324" fmla="*/ 4939827 h 4939827"/>
              <a:gd name="connsiteX87-10325" fmla="*/ 0 w 12192000"/>
              <a:gd name="connsiteY87-10326" fmla="*/ 4939827 h 4939827"/>
              <a:gd name="connsiteX88-10327" fmla="*/ 0 w 12192000"/>
              <a:gd name="connsiteY88-10328" fmla="*/ 512043 h 4939827"/>
              <a:gd name="connsiteX89-10329" fmla="*/ 7381 w 12192000"/>
              <a:gd name="connsiteY89-10330" fmla="*/ 512580 h 4939827"/>
              <a:gd name="connsiteX90-10331" fmla="*/ 100029 w 12192000"/>
              <a:gd name="connsiteY90-10332" fmla="*/ 504758 h 4939827"/>
              <a:gd name="connsiteX91-10333" fmla="*/ 155244 w 12192000"/>
              <a:gd name="connsiteY91-10334" fmla="*/ 525130 h 4939827"/>
              <a:gd name="connsiteX92-10335" fmla="*/ 254366 w 12192000"/>
              <a:gd name="connsiteY92-10336" fmla="*/ 534449 h 4939827"/>
              <a:gd name="connsiteX93-10337" fmla="*/ 447292 w 12192000"/>
              <a:gd name="connsiteY93-10338" fmla="*/ 542725 h 4939827"/>
              <a:gd name="connsiteX94-10339" fmla="*/ 628105 w 12192000"/>
              <a:gd name="connsiteY94-10340" fmla="*/ 547853 h 4939827"/>
              <a:gd name="connsiteX95-10341" fmla="*/ 783146 w 12192000"/>
              <a:gd name="connsiteY95-10342" fmla="*/ 591799 h 4939827"/>
              <a:gd name="connsiteX96-10343" fmla="*/ 1043676 w 12192000"/>
              <a:gd name="connsiteY96-10344" fmla="*/ 591887 h 4939827"/>
              <a:gd name="connsiteX97-10345" fmla="*/ 1281816 w 12192000"/>
              <a:gd name="connsiteY97-10346" fmla="*/ 520946 h 4939827"/>
              <a:gd name="connsiteX98-10347" fmla="*/ 1486347 w 12192000"/>
              <a:gd name="connsiteY98-10348" fmla="*/ 487310 h 4939827"/>
              <a:gd name="connsiteX99-10349" fmla="*/ 1568079 w 12192000"/>
              <a:gd name="connsiteY99-10350" fmla="*/ 462531 h 4939827"/>
              <a:gd name="connsiteX100-10351" fmla="*/ 1622516 w 12192000"/>
              <a:gd name="connsiteY100-10352" fmla="*/ 466058 h 4939827"/>
              <a:gd name="connsiteX101-10353" fmla="*/ 1655457 w 12192000"/>
              <a:gd name="connsiteY101-10354" fmla="*/ 465359 h 4939827"/>
              <a:gd name="connsiteX102-10355" fmla="*/ 1717454 w 12192000"/>
              <a:gd name="connsiteY102-10356" fmla="*/ 417203 h 4939827"/>
              <a:gd name="connsiteX103-10357" fmla="*/ 1913794 w 12192000"/>
              <a:gd name="connsiteY103-10358" fmla="*/ 365255 h 4939827"/>
              <a:gd name="connsiteX104-10359" fmla="*/ 2129762 w 12192000"/>
              <a:gd name="connsiteY104-10360" fmla="*/ 367832 h 4939827"/>
              <a:gd name="connsiteX105-10361" fmla="*/ 2376970 w 12192000"/>
              <a:gd name="connsiteY105-10362" fmla="*/ 350129 h 4939827"/>
              <a:gd name="connsiteX106-10363" fmla="*/ 2480155 w 12192000"/>
              <a:gd name="connsiteY106-10364" fmla="*/ 359227 h 4939827"/>
              <a:gd name="connsiteX107-10365" fmla="*/ 2586782 w 12192000"/>
              <a:gd name="connsiteY107-10366" fmla="*/ 339352 h 4939827"/>
              <a:gd name="connsiteX108-10367" fmla="*/ 2679617 w 12192000"/>
              <a:gd name="connsiteY108-10368" fmla="*/ 305383 h 4939827"/>
              <a:gd name="connsiteX109-10369" fmla="*/ 2788947 w 12192000"/>
              <a:gd name="connsiteY109-10370" fmla="*/ 250375 h 4939827"/>
              <a:gd name="connsiteX110-10371" fmla="*/ 2965530 w 12192000"/>
              <a:gd name="connsiteY110-10372" fmla="*/ 245958 h 4939827"/>
              <a:gd name="connsiteX111-10373" fmla="*/ 3103677 w 12192000"/>
              <a:gd name="connsiteY111-10374" fmla="*/ 209527 h 4939827"/>
              <a:gd name="connsiteX112-10375" fmla="*/ 3126759 w 12192000"/>
              <a:gd name="connsiteY112-10376" fmla="*/ 211226 h 4939827"/>
              <a:gd name="connsiteX113-10377" fmla="*/ 3164020 w 12192000"/>
              <a:gd name="connsiteY113-10378" fmla="*/ 212779 h 4939827"/>
              <a:gd name="connsiteX114-10379" fmla="*/ 3285019 w 12192000"/>
              <a:gd name="connsiteY114-10380" fmla="*/ 220535 h 4939827"/>
              <a:gd name="connsiteX115-10381" fmla="*/ 3365154 w 12192000"/>
              <a:gd name="connsiteY115-10382" fmla="*/ 226416 h 4939827"/>
              <a:gd name="connsiteX116-10383" fmla="*/ 3367507 w 12192000"/>
              <a:gd name="connsiteY116-10384" fmla="*/ 225416 h 4939827"/>
              <a:gd name="connsiteX117-10385" fmla="*/ 3387567 w 12192000"/>
              <a:gd name="connsiteY117-10386" fmla="*/ 227103 h 4939827"/>
              <a:gd name="connsiteX118-10387" fmla="*/ 3498001 w 12192000"/>
              <a:gd name="connsiteY118-10388" fmla="*/ 231941 h 4939827"/>
              <a:gd name="connsiteX119-10389" fmla="*/ 3561557 w 12192000"/>
              <a:gd name="connsiteY119-10390" fmla="*/ 228095 h 4939827"/>
              <a:gd name="connsiteX120-10391" fmla="*/ 3611920 w 12192000"/>
              <a:gd name="connsiteY120-10392" fmla="*/ 218094 h 4939827"/>
              <a:gd name="connsiteX121-10393" fmla="*/ 3620528 w 12192000"/>
              <a:gd name="connsiteY121-10394" fmla="*/ 218788 h 4939827"/>
              <a:gd name="connsiteX122-10395" fmla="*/ 3620766 w 12192000"/>
              <a:gd name="connsiteY122-10396" fmla="*/ 218511 h 4939827"/>
              <a:gd name="connsiteX123-10397" fmla="*/ 3629977 w 12192000"/>
              <a:gd name="connsiteY123-10398" fmla="*/ 218664 h 4939827"/>
              <a:gd name="connsiteX124-10399" fmla="*/ 3636217 w 12192000"/>
              <a:gd name="connsiteY124-10400" fmla="*/ 220048 h 4939827"/>
              <a:gd name="connsiteX125-10401" fmla="*/ 3709484 w 12192000"/>
              <a:gd name="connsiteY125-10402" fmla="*/ 186927 h 4939827"/>
              <a:gd name="connsiteX126-10403" fmla="*/ 3761342 w 12192000"/>
              <a:gd name="connsiteY126-10404" fmla="*/ 177474 h 4939827"/>
              <a:gd name="connsiteX127-10405" fmla="*/ 3799748 w 12192000"/>
              <a:gd name="connsiteY127-10406" fmla="*/ 167154 h 4939827"/>
              <a:gd name="connsiteX128-10407" fmla="*/ 3922756 w 12192000"/>
              <a:gd name="connsiteY128-10408" fmla="*/ 194044 h 4939827"/>
              <a:gd name="connsiteX129-10409" fmla="*/ 4028476 w 12192000"/>
              <a:gd name="connsiteY129-10410" fmla="*/ 223679 h 4939827"/>
              <a:gd name="connsiteX130-10411" fmla="*/ 4191582 w 12192000"/>
              <a:gd name="connsiteY130-10412" fmla="*/ 238952 h 4939827"/>
              <a:gd name="connsiteX131-10413" fmla="*/ 4251024 w 12192000"/>
              <a:gd name="connsiteY131-10414" fmla="*/ 240874 h 4939827"/>
              <a:gd name="connsiteX132-10415" fmla="*/ 4355275 w 12192000"/>
              <a:gd name="connsiteY132-10416" fmla="*/ 260205 h 4939827"/>
              <a:gd name="connsiteX133-10417" fmla="*/ 4423807 w 12192000"/>
              <a:gd name="connsiteY133-10418" fmla="*/ 270366 h 4939827"/>
              <a:gd name="connsiteX134-10419" fmla="*/ 4558432 w 12192000"/>
              <a:gd name="connsiteY134-10420" fmla="*/ 269194 h 4939827"/>
              <a:gd name="connsiteX135-10421" fmla="*/ 4635061 w 12192000"/>
              <a:gd name="connsiteY135-10422" fmla="*/ 280682 h 4939827"/>
              <a:gd name="connsiteX136-10423" fmla="*/ 4807427 w 12192000"/>
              <a:gd name="connsiteY136-10424" fmla="*/ 276835 h 4939827"/>
              <a:gd name="connsiteX137-10425" fmla="*/ 5028933 w 12192000"/>
              <a:gd name="connsiteY137-10426" fmla="*/ 183887 h 4939827"/>
              <a:gd name="connsiteX138-10427" fmla="*/ 5093642 w 12192000"/>
              <a:gd name="connsiteY138-10428" fmla="*/ 177214 h 4939827"/>
              <a:gd name="connsiteX139-10429" fmla="*/ 5102642 w 12192000"/>
              <a:gd name="connsiteY139-10430" fmla="*/ 186816 h 4939827"/>
              <a:gd name="connsiteX140-10431" fmla="*/ 5193590 w 12192000"/>
              <a:gd name="connsiteY140-10432" fmla="*/ 156458 h 4939827"/>
              <a:gd name="connsiteX141-10433" fmla="*/ 5323922 w 12192000"/>
              <a:gd name="connsiteY141-10434" fmla="*/ 146332 h 4939827"/>
              <a:gd name="connsiteX142-10435" fmla="*/ 5421860 w 12192000"/>
              <a:gd name="connsiteY142-10436" fmla="*/ 167298 h 4939827"/>
              <a:gd name="connsiteX143-10437" fmla="*/ 5476948 w 12192000"/>
              <a:gd name="connsiteY143-10438" fmla="*/ 173249 h 4939827"/>
              <a:gd name="connsiteX144-10439" fmla="*/ 5516842 w 12192000"/>
              <a:gd name="connsiteY144-10440" fmla="*/ 184018 h 4939827"/>
              <a:gd name="connsiteX145-10441" fmla="*/ 5619415 w 12192000"/>
              <a:gd name="connsiteY145-10442" fmla="*/ 176781 h 4939827"/>
              <a:gd name="connsiteX146-10443" fmla="*/ 5789867 w 12192000"/>
              <a:gd name="connsiteY146-10444" fmla="*/ 150304 h 4939827"/>
              <a:gd name="connsiteX147-10445" fmla="*/ 5825953 w 12192000"/>
              <a:gd name="connsiteY147-10446" fmla="*/ 147907 h 4939827"/>
              <a:gd name="connsiteX148-10447" fmla="*/ 5856168 w 12192000"/>
              <a:gd name="connsiteY148-10448" fmla="*/ 158719 h 4939827"/>
              <a:gd name="connsiteX149-10449" fmla="*/ 5862476 w 12192000"/>
              <a:gd name="connsiteY149-10450" fmla="*/ 172447 h 4939827"/>
              <a:gd name="connsiteX150-10451" fmla="*/ 5882195 w 12192000"/>
              <a:gd name="connsiteY150-10452" fmla="*/ 173195 h 4939827"/>
              <a:gd name="connsiteX151-10453" fmla="*/ 5887271 w 12192000"/>
              <a:gd name="connsiteY151-10454" fmla="*/ 176084 h 4939827"/>
              <a:gd name="connsiteX152-10455" fmla="*/ 5921577 w 12192000"/>
              <a:gd name="connsiteY152-10456" fmla="*/ 169858 h 4939827"/>
              <a:gd name="connsiteX153-10457" fmla="*/ 6184207 w 12192000"/>
              <a:gd name="connsiteY153-10458" fmla="*/ 132658 h 4939827"/>
              <a:gd name="connsiteX154-10459" fmla="*/ 6415830 w 12192000"/>
              <a:gd name="connsiteY154-10460" fmla="*/ 136006 h 4939827"/>
              <a:gd name="connsiteX155-10461" fmla="*/ 6756965 w 12192000"/>
              <a:gd name="connsiteY155-10462" fmla="*/ 57636 h 4939827"/>
              <a:gd name="connsiteX156-10463" fmla="*/ 6819400 w 12192000"/>
              <a:gd name="connsiteY156-10464" fmla="*/ 30742 h 4939827"/>
              <a:gd name="connsiteX157-10465" fmla="*/ 6986370 w 12192000"/>
              <a:gd name="connsiteY157-10466" fmla="*/ 12659 h 4939827"/>
              <a:gd name="connsiteX158-10467" fmla="*/ 6989536 w 12192000"/>
              <a:gd name="connsiteY158-10468" fmla="*/ 14528 h 4939827"/>
              <a:gd name="connsiteX159-10469" fmla="*/ 7015933 w 12192000"/>
              <a:gd name="connsiteY159-10470" fmla="*/ 9653 h 4939827"/>
              <a:gd name="connsiteX160-10471" fmla="*/ 7020592 w 12192000"/>
              <a:gd name="connsiteY160-10472" fmla="*/ 1651 h 4939827"/>
              <a:gd name="connsiteX161-10473" fmla="*/ 7025905 w 12192000"/>
              <a:gd name="connsiteY161-10474" fmla="*/ 0 h 4939827"/>
              <a:gd name="connsiteX0-10475" fmla="*/ 7025905 w 12192000"/>
              <a:gd name="connsiteY0-10476" fmla="*/ 0 h 4939827"/>
              <a:gd name="connsiteX1-10477" fmla="*/ 7032579 w 12192000"/>
              <a:gd name="connsiteY1-10478" fmla="*/ 2808 h 4939827"/>
              <a:gd name="connsiteX2-10479" fmla="*/ 7079505 w 12192000"/>
              <a:gd name="connsiteY2-10480" fmla="*/ 12971 h 4939827"/>
              <a:gd name="connsiteX3-10481" fmla="*/ 7158791 w 12192000"/>
              <a:gd name="connsiteY3-10482" fmla="*/ 12462 h 4939827"/>
              <a:gd name="connsiteX4-10483" fmla="*/ 7233338 w 12192000"/>
              <a:gd name="connsiteY4-10484" fmla="*/ 24846 h 4939827"/>
              <a:gd name="connsiteX5-10485" fmla="*/ 7259791 w 12192000"/>
              <a:gd name="connsiteY5-10486" fmla="*/ 29557 h 4939827"/>
              <a:gd name="connsiteX6-10487" fmla="*/ 7263923 w 12192000"/>
              <a:gd name="connsiteY6-10488" fmla="*/ 35029 h 4939827"/>
              <a:gd name="connsiteX7-10489" fmla="*/ 7281549 w 12192000"/>
              <a:gd name="connsiteY7-10490" fmla="*/ 39654 h 4939827"/>
              <a:gd name="connsiteX8-10491" fmla="*/ 7374735 w 12192000"/>
              <a:gd name="connsiteY8-10492" fmla="*/ 65326 h 4939827"/>
              <a:gd name="connsiteX9-10493" fmla="*/ 7376078 w 12192000"/>
              <a:gd name="connsiteY9-10494" fmla="*/ 63849 h 4939827"/>
              <a:gd name="connsiteX10-10495" fmla="*/ 7402026 w 12192000"/>
              <a:gd name="connsiteY10-10496" fmla="*/ 60308 h 4939827"/>
              <a:gd name="connsiteX11-10497" fmla="*/ 7415091 w 12192000"/>
              <a:gd name="connsiteY11-10498" fmla="*/ 77403 h 4939827"/>
              <a:gd name="connsiteX12-10499" fmla="*/ 7488682 w 12192000"/>
              <a:gd name="connsiteY12-10500" fmla="*/ 83440 h 4939827"/>
              <a:gd name="connsiteX13-10501" fmla="*/ 7732750 w 12192000"/>
              <a:gd name="connsiteY13-10502" fmla="*/ 145456 h 4939827"/>
              <a:gd name="connsiteX14-10503" fmla="*/ 7785900 w 12192000"/>
              <a:gd name="connsiteY14-10504" fmla="*/ 154493 h 4939827"/>
              <a:gd name="connsiteX15-10505" fmla="*/ 7952584 w 12192000"/>
              <a:gd name="connsiteY15-10506" fmla="*/ 170181 h 4939827"/>
              <a:gd name="connsiteX16-10507" fmla="*/ 8009534 w 12192000"/>
              <a:gd name="connsiteY16-10508" fmla="*/ 176441 h 4939827"/>
              <a:gd name="connsiteX17-10509" fmla="*/ 8058681 w 12192000"/>
              <a:gd name="connsiteY17-10510" fmla="*/ 219431 h 4939827"/>
              <a:gd name="connsiteX18-10511" fmla="*/ 8126175 w 12192000"/>
              <a:gd name="connsiteY18-10512" fmla="*/ 240005 h 4939827"/>
              <a:gd name="connsiteX19-10513" fmla="*/ 8166439 w 12192000"/>
              <a:gd name="connsiteY19-10514" fmla="*/ 252699 h 4939827"/>
              <a:gd name="connsiteX20-10515" fmla="*/ 8281371 w 12192000"/>
              <a:gd name="connsiteY20-10516" fmla="*/ 256875 h 4939827"/>
              <a:gd name="connsiteX21-10517" fmla="*/ 8381609 w 12192000"/>
              <a:gd name="connsiteY21-10518" fmla="*/ 240618 h 4939827"/>
              <a:gd name="connsiteX22-10519" fmla="*/ 8406759 w 12192000"/>
              <a:gd name="connsiteY22-10520" fmla="*/ 232517 h 4939827"/>
              <a:gd name="connsiteX23-10521" fmla="*/ 8426506 w 12192000"/>
              <a:gd name="connsiteY23-10522" fmla="*/ 241842 h 4939827"/>
              <a:gd name="connsiteX24-10523" fmla="*/ 8427949 w 12192000"/>
              <a:gd name="connsiteY24-10524" fmla="*/ 240981 h 4939827"/>
              <a:gd name="connsiteX25-10525" fmla="*/ 8441468 w 12192000"/>
              <a:gd name="connsiteY25-10526" fmla="*/ 241157 h 4939827"/>
              <a:gd name="connsiteX26-10527" fmla="*/ 8565757 w 12192000"/>
              <a:gd name="connsiteY26-10528" fmla="*/ 255317 h 4939827"/>
              <a:gd name="connsiteX27-10529" fmla="*/ 8573171 w 12192000"/>
              <a:gd name="connsiteY27-10530" fmla="*/ 258426 h 4939827"/>
              <a:gd name="connsiteX28-10531" fmla="*/ 8573548 w 12192000"/>
              <a:gd name="connsiteY28-10532" fmla="*/ 258241 h 4939827"/>
              <a:gd name="connsiteX29-10533" fmla="*/ 8581827 w 12192000"/>
              <a:gd name="connsiteY29-10534" fmla="*/ 261028 h 4939827"/>
              <a:gd name="connsiteX30-10535" fmla="*/ 8586687 w 12192000"/>
              <a:gd name="connsiteY30-10536" fmla="*/ 264089 h 4939827"/>
              <a:gd name="connsiteX31-10537" fmla="*/ 8601067 w 12192000"/>
              <a:gd name="connsiteY31-10538" fmla="*/ 270114 h 4939827"/>
              <a:gd name="connsiteX32-10539" fmla="*/ 8672650 w 12192000"/>
              <a:gd name="connsiteY32-10540" fmla="*/ 254821 h 4939827"/>
              <a:gd name="connsiteX33-10541" fmla="*/ 8785543 w 12192000"/>
              <a:gd name="connsiteY33-10542" fmla="*/ 263406 h 4939827"/>
              <a:gd name="connsiteX34-10543" fmla="*/ 8830588 w 12192000"/>
              <a:gd name="connsiteY34-10544" fmla="*/ 265483 h 4939827"/>
              <a:gd name="connsiteX35-10545" fmla="*/ 8905142 w 12192000"/>
              <a:gd name="connsiteY35-10546" fmla="*/ 264958 h 4939827"/>
              <a:gd name="connsiteX36-10547" fmla="*/ 8968582 w 12192000"/>
              <a:gd name="connsiteY36-10548" fmla="*/ 262728 h 4939827"/>
              <a:gd name="connsiteX37-10549" fmla="*/ 8972994 w 12192000"/>
              <a:gd name="connsiteY37-10550" fmla="*/ 263284 h 4939827"/>
              <a:gd name="connsiteX38-10551" fmla="*/ 9004605 w 12192000"/>
              <a:gd name="connsiteY38-10552" fmla="*/ 258041 h 4939827"/>
              <a:gd name="connsiteX39-10553" fmla="*/ 9016165 w 12192000"/>
              <a:gd name="connsiteY39-10554" fmla="*/ 261258 h 4939827"/>
              <a:gd name="connsiteX40-10555" fmla="*/ 9043297 w 12192000"/>
              <a:gd name="connsiteY40-10556" fmla="*/ 281547 h 4939827"/>
              <a:gd name="connsiteX41-10557" fmla="*/ 9048315 w 12192000"/>
              <a:gd name="connsiteY41-10558" fmla="*/ 279264 h 4939827"/>
              <a:gd name="connsiteX42-10559" fmla="*/ 9054706 w 12192000"/>
              <a:gd name="connsiteY42-10560" fmla="*/ 278538 h 4939827"/>
              <a:gd name="connsiteX43-10561" fmla="*/ 9070919 w 12192000"/>
              <a:gd name="connsiteY43-10562" fmla="*/ 281810 h 4939827"/>
              <a:gd name="connsiteX44-10563" fmla="*/ 9076813 w 12192000"/>
              <a:gd name="connsiteY44-10564" fmla="*/ 283909 h 4939827"/>
              <a:gd name="connsiteX45-10565" fmla="*/ 9085871 w 12192000"/>
              <a:gd name="connsiteY45-10566" fmla="*/ 285133 h 4939827"/>
              <a:gd name="connsiteX46-10567" fmla="*/ 9086159 w 12192000"/>
              <a:gd name="connsiteY46-10568" fmla="*/ 284887 h 4939827"/>
              <a:gd name="connsiteX47-10569" fmla="*/ 9134606 w 12192000"/>
              <a:gd name="connsiteY47-10570" fmla="*/ 288168 h 4939827"/>
              <a:gd name="connsiteX48-10571" fmla="*/ 9195590 w 12192000"/>
              <a:gd name="connsiteY48-10572" fmla="*/ 279568 h 4939827"/>
              <a:gd name="connsiteX49-10573" fmla="*/ 9219336 w 12192000"/>
              <a:gd name="connsiteY49-10574" fmla="*/ 278133 h 4939827"/>
              <a:gd name="connsiteX50-10575" fmla="*/ 9232362 w 12192000"/>
              <a:gd name="connsiteY50-10576" fmla="*/ 275894 h 4939827"/>
              <a:gd name="connsiteX51-10577" fmla="*/ 9233396 w 12192000"/>
              <a:gd name="connsiteY51-10578" fmla="*/ 274803 h 4939827"/>
              <a:gd name="connsiteX52-10579" fmla="*/ 9256213 w 12192000"/>
              <a:gd name="connsiteY52-10580" fmla="*/ 281576 h 4939827"/>
              <a:gd name="connsiteX53-10581" fmla="*/ 9371484 w 12192000"/>
              <a:gd name="connsiteY53-10582" fmla="*/ 329634 h 4939827"/>
              <a:gd name="connsiteX54-10583" fmla="*/ 9404829 w 12192000"/>
              <a:gd name="connsiteY54-10584" fmla="*/ 339038 h 4939827"/>
              <a:gd name="connsiteX55-10585" fmla="*/ 9427021 w 12192000"/>
              <a:gd name="connsiteY55-10586" fmla="*/ 358784 h 4939827"/>
              <a:gd name="connsiteX56-10587" fmla="*/ 9670844 w 12192000"/>
              <a:gd name="connsiteY56-10588" fmla="*/ 405128 h 4939827"/>
              <a:gd name="connsiteX57-10589" fmla="*/ 9816083 w 12192000"/>
              <a:gd name="connsiteY57-10590" fmla="*/ 416573 h 4939827"/>
              <a:gd name="connsiteX58-10591" fmla="*/ 9936741 w 12192000"/>
              <a:gd name="connsiteY58-10592" fmla="*/ 437044 h 4939827"/>
              <a:gd name="connsiteX59-10593" fmla="*/ 10050093 w 12192000"/>
              <a:gd name="connsiteY59-10594" fmla="*/ 443783 h 4939827"/>
              <a:gd name="connsiteX60-10595" fmla="*/ 10130090 w 12192000"/>
              <a:gd name="connsiteY60-10596" fmla="*/ 459520 h 4939827"/>
              <a:gd name="connsiteX61-10597" fmla="*/ 10173456 w 12192000"/>
              <a:gd name="connsiteY61-10598" fmla="*/ 457749 h 4939827"/>
              <a:gd name="connsiteX62-10599" fmla="*/ 10218232 w 12192000"/>
              <a:gd name="connsiteY62-10600" fmla="*/ 459820 h 4939827"/>
              <a:gd name="connsiteX63-10601" fmla="*/ 10354176 w 12192000"/>
              <a:gd name="connsiteY63-10602" fmla="*/ 471377 h 4939827"/>
              <a:gd name="connsiteX64-10603" fmla="*/ 10430681 w 12192000"/>
              <a:gd name="connsiteY64-10604" fmla="*/ 481226 h 4939827"/>
              <a:gd name="connsiteX65-10605" fmla="*/ 10478169 w 12192000"/>
              <a:gd name="connsiteY65-10606" fmla="*/ 481774 h 4939827"/>
              <a:gd name="connsiteX66-10607" fmla="*/ 10540907 w 12192000"/>
              <a:gd name="connsiteY66-10608" fmla="*/ 485607 h 4939827"/>
              <a:gd name="connsiteX67-10609" fmla="*/ 10614941 w 12192000"/>
              <a:gd name="connsiteY67-10610" fmla="*/ 487592 h 4939827"/>
              <a:gd name="connsiteX68-10611" fmla="*/ 10674098 w 12192000"/>
              <a:gd name="connsiteY68-10612" fmla="*/ 521656 h 4939827"/>
              <a:gd name="connsiteX69-10613" fmla="*/ 10874834 w 12192000"/>
              <a:gd name="connsiteY69-10614" fmla="*/ 574867 h 4939827"/>
              <a:gd name="connsiteX70-10615" fmla="*/ 10944981 w 12192000"/>
              <a:gd name="connsiteY70-10616" fmla="*/ 615042 h 4939827"/>
              <a:gd name="connsiteX71-10617" fmla="*/ 11006376 w 12192000"/>
              <a:gd name="connsiteY71-10618" fmla="*/ 645957 h 4939827"/>
              <a:gd name="connsiteX72-10619" fmla="*/ 11076308 w 12192000"/>
              <a:gd name="connsiteY72-10620" fmla="*/ 675698 h 4939827"/>
              <a:gd name="connsiteX73-10621" fmla="*/ 11148789 w 12192000"/>
              <a:gd name="connsiteY73-10622" fmla="*/ 685041 h 4939827"/>
              <a:gd name="connsiteX74-10623" fmla="*/ 11249129 w 12192000"/>
              <a:gd name="connsiteY74-10624" fmla="*/ 684218 h 4939827"/>
              <a:gd name="connsiteX75-10625" fmla="*/ 11299915 w 12192000"/>
              <a:gd name="connsiteY75-10626" fmla="*/ 692177 h 4939827"/>
              <a:gd name="connsiteX76-10627" fmla="*/ 11386973 w 12192000"/>
              <a:gd name="connsiteY76-10628" fmla="*/ 708209 h 4939827"/>
              <a:gd name="connsiteX77-10629" fmla="*/ 11500105 w 12192000"/>
              <a:gd name="connsiteY77-10630" fmla="*/ 735014 h 4939827"/>
              <a:gd name="connsiteX78-10631" fmla="*/ 11621735 w 12192000"/>
              <a:gd name="connsiteY78-10632" fmla="*/ 789584 h 4939827"/>
              <a:gd name="connsiteX79-10633" fmla="*/ 11691200 w 12192000"/>
              <a:gd name="connsiteY79-10634" fmla="*/ 867902 h 4939827"/>
              <a:gd name="connsiteX80-10635" fmla="*/ 11819427 w 12192000"/>
              <a:gd name="connsiteY80-10636" fmla="*/ 911634 h 4939827"/>
              <a:gd name="connsiteX81-10637" fmla="*/ 11969720 w 12192000"/>
              <a:gd name="connsiteY81-10638" fmla="*/ 964737 h 4939827"/>
              <a:gd name="connsiteX82-10639" fmla="*/ 12055766 w 12192000"/>
              <a:gd name="connsiteY82-10640" fmla="*/ 991268 h 4939827"/>
              <a:gd name="connsiteX83-10641" fmla="*/ 12171539 w 12192000"/>
              <a:gd name="connsiteY83-10642" fmla="*/ 995427 h 4939827"/>
              <a:gd name="connsiteX84-10643" fmla="*/ 12187831 w 12192000"/>
              <a:gd name="connsiteY84-10644" fmla="*/ 996580 h 4939827"/>
              <a:gd name="connsiteX85-10645" fmla="*/ 12192000 w 12192000"/>
              <a:gd name="connsiteY85-10646" fmla="*/ 996726 h 4939827"/>
              <a:gd name="connsiteX86-10647" fmla="*/ 12192000 w 12192000"/>
              <a:gd name="connsiteY86-10648" fmla="*/ 4939827 h 4939827"/>
              <a:gd name="connsiteX87-10649" fmla="*/ 0 w 12192000"/>
              <a:gd name="connsiteY87-10650" fmla="*/ 4939827 h 4939827"/>
              <a:gd name="connsiteX88-10651" fmla="*/ 0 w 12192000"/>
              <a:gd name="connsiteY88-10652" fmla="*/ 512043 h 4939827"/>
              <a:gd name="connsiteX89-10653" fmla="*/ 7381 w 12192000"/>
              <a:gd name="connsiteY89-10654" fmla="*/ 512580 h 4939827"/>
              <a:gd name="connsiteX90-10655" fmla="*/ 100029 w 12192000"/>
              <a:gd name="connsiteY90-10656" fmla="*/ 504758 h 4939827"/>
              <a:gd name="connsiteX91-10657" fmla="*/ 155244 w 12192000"/>
              <a:gd name="connsiteY91-10658" fmla="*/ 525130 h 4939827"/>
              <a:gd name="connsiteX92-10659" fmla="*/ 254366 w 12192000"/>
              <a:gd name="connsiteY92-10660" fmla="*/ 534449 h 4939827"/>
              <a:gd name="connsiteX93-10661" fmla="*/ 447292 w 12192000"/>
              <a:gd name="connsiteY93-10662" fmla="*/ 542725 h 4939827"/>
              <a:gd name="connsiteX94-10663" fmla="*/ 628105 w 12192000"/>
              <a:gd name="connsiteY94-10664" fmla="*/ 547853 h 4939827"/>
              <a:gd name="connsiteX95-10665" fmla="*/ 783146 w 12192000"/>
              <a:gd name="connsiteY95-10666" fmla="*/ 591799 h 4939827"/>
              <a:gd name="connsiteX96-10667" fmla="*/ 1043676 w 12192000"/>
              <a:gd name="connsiteY96-10668" fmla="*/ 591887 h 4939827"/>
              <a:gd name="connsiteX97-10669" fmla="*/ 1281816 w 12192000"/>
              <a:gd name="connsiteY97-10670" fmla="*/ 520946 h 4939827"/>
              <a:gd name="connsiteX98-10671" fmla="*/ 1486347 w 12192000"/>
              <a:gd name="connsiteY98-10672" fmla="*/ 487310 h 4939827"/>
              <a:gd name="connsiteX99-10673" fmla="*/ 1568079 w 12192000"/>
              <a:gd name="connsiteY99-10674" fmla="*/ 462531 h 4939827"/>
              <a:gd name="connsiteX100-10675" fmla="*/ 1622516 w 12192000"/>
              <a:gd name="connsiteY100-10676" fmla="*/ 466058 h 4939827"/>
              <a:gd name="connsiteX101-10677" fmla="*/ 1655457 w 12192000"/>
              <a:gd name="connsiteY101-10678" fmla="*/ 465359 h 4939827"/>
              <a:gd name="connsiteX102-10679" fmla="*/ 1717454 w 12192000"/>
              <a:gd name="connsiteY102-10680" fmla="*/ 417203 h 4939827"/>
              <a:gd name="connsiteX103-10681" fmla="*/ 1913794 w 12192000"/>
              <a:gd name="connsiteY103-10682" fmla="*/ 365255 h 4939827"/>
              <a:gd name="connsiteX104-10683" fmla="*/ 2129762 w 12192000"/>
              <a:gd name="connsiteY104-10684" fmla="*/ 367832 h 4939827"/>
              <a:gd name="connsiteX105-10685" fmla="*/ 2376970 w 12192000"/>
              <a:gd name="connsiteY105-10686" fmla="*/ 350129 h 4939827"/>
              <a:gd name="connsiteX106-10687" fmla="*/ 2480155 w 12192000"/>
              <a:gd name="connsiteY106-10688" fmla="*/ 359227 h 4939827"/>
              <a:gd name="connsiteX107-10689" fmla="*/ 2586782 w 12192000"/>
              <a:gd name="connsiteY107-10690" fmla="*/ 339352 h 4939827"/>
              <a:gd name="connsiteX108-10691" fmla="*/ 2679617 w 12192000"/>
              <a:gd name="connsiteY108-10692" fmla="*/ 305383 h 4939827"/>
              <a:gd name="connsiteX109-10693" fmla="*/ 2788947 w 12192000"/>
              <a:gd name="connsiteY109-10694" fmla="*/ 250375 h 4939827"/>
              <a:gd name="connsiteX110-10695" fmla="*/ 2965530 w 12192000"/>
              <a:gd name="connsiteY110-10696" fmla="*/ 245958 h 4939827"/>
              <a:gd name="connsiteX111-10697" fmla="*/ 3103677 w 12192000"/>
              <a:gd name="connsiteY111-10698" fmla="*/ 209527 h 4939827"/>
              <a:gd name="connsiteX112-10699" fmla="*/ 3126759 w 12192000"/>
              <a:gd name="connsiteY112-10700" fmla="*/ 211226 h 4939827"/>
              <a:gd name="connsiteX113-10701" fmla="*/ 3164020 w 12192000"/>
              <a:gd name="connsiteY113-10702" fmla="*/ 212779 h 4939827"/>
              <a:gd name="connsiteX114-10703" fmla="*/ 3285019 w 12192000"/>
              <a:gd name="connsiteY114-10704" fmla="*/ 220535 h 4939827"/>
              <a:gd name="connsiteX115-10705" fmla="*/ 3365154 w 12192000"/>
              <a:gd name="connsiteY115-10706" fmla="*/ 226416 h 4939827"/>
              <a:gd name="connsiteX116-10707" fmla="*/ 3367507 w 12192000"/>
              <a:gd name="connsiteY116-10708" fmla="*/ 225416 h 4939827"/>
              <a:gd name="connsiteX117-10709" fmla="*/ 3387567 w 12192000"/>
              <a:gd name="connsiteY117-10710" fmla="*/ 227103 h 4939827"/>
              <a:gd name="connsiteX118-10711" fmla="*/ 3498001 w 12192000"/>
              <a:gd name="connsiteY118-10712" fmla="*/ 231941 h 4939827"/>
              <a:gd name="connsiteX119-10713" fmla="*/ 3561557 w 12192000"/>
              <a:gd name="connsiteY119-10714" fmla="*/ 228095 h 4939827"/>
              <a:gd name="connsiteX120-10715" fmla="*/ 3611920 w 12192000"/>
              <a:gd name="connsiteY120-10716" fmla="*/ 218094 h 4939827"/>
              <a:gd name="connsiteX121-10717" fmla="*/ 3620528 w 12192000"/>
              <a:gd name="connsiteY121-10718" fmla="*/ 218788 h 4939827"/>
              <a:gd name="connsiteX122-10719" fmla="*/ 3620766 w 12192000"/>
              <a:gd name="connsiteY122-10720" fmla="*/ 218511 h 4939827"/>
              <a:gd name="connsiteX123-10721" fmla="*/ 3629977 w 12192000"/>
              <a:gd name="connsiteY123-10722" fmla="*/ 218664 h 4939827"/>
              <a:gd name="connsiteX124-10723" fmla="*/ 3636217 w 12192000"/>
              <a:gd name="connsiteY124-10724" fmla="*/ 220048 h 4939827"/>
              <a:gd name="connsiteX125-10725" fmla="*/ 3709484 w 12192000"/>
              <a:gd name="connsiteY125-10726" fmla="*/ 186927 h 4939827"/>
              <a:gd name="connsiteX126-10727" fmla="*/ 3761342 w 12192000"/>
              <a:gd name="connsiteY126-10728" fmla="*/ 177474 h 4939827"/>
              <a:gd name="connsiteX127-10729" fmla="*/ 3799748 w 12192000"/>
              <a:gd name="connsiteY127-10730" fmla="*/ 167154 h 4939827"/>
              <a:gd name="connsiteX128-10731" fmla="*/ 3922756 w 12192000"/>
              <a:gd name="connsiteY128-10732" fmla="*/ 194044 h 4939827"/>
              <a:gd name="connsiteX129-10733" fmla="*/ 4028476 w 12192000"/>
              <a:gd name="connsiteY129-10734" fmla="*/ 223679 h 4939827"/>
              <a:gd name="connsiteX130-10735" fmla="*/ 4191582 w 12192000"/>
              <a:gd name="connsiteY130-10736" fmla="*/ 238952 h 4939827"/>
              <a:gd name="connsiteX131-10737" fmla="*/ 4251024 w 12192000"/>
              <a:gd name="connsiteY131-10738" fmla="*/ 240874 h 4939827"/>
              <a:gd name="connsiteX132-10739" fmla="*/ 4355275 w 12192000"/>
              <a:gd name="connsiteY132-10740" fmla="*/ 260205 h 4939827"/>
              <a:gd name="connsiteX133-10741" fmla="*/ 4423807 w 12192000"/>
              <a:gd name="connsiteY133-10742" fmla="*/ 270366 h 4939827"/>
              <a:gd name="connsiteX134-10743" fmla="*/ 4558432 w 12192000"/>
              <a:gd name="connsiteY134-10744" fmla="*/ 269194 h 4939827"/>
              <a:gd name="connsiteX135-10745" fmla="*/ 4635061 w 12192000"/>
              <a:gd name="connsiteY135-10746" fmla="*/ 280682 h 4939827"/>
              <a:gd name="connsiteX136-10747" fmla="*/ 4807427 w 12192000"/>
              <a:gd name="connsiteY136-10748" fmla="*/ 276835 h 4939827"/>
              <a:gd name="connsiteX137-10749" fmla="*/ 5028933 w 12192000"/>
              <a:gd name="connsiteY137-10750" fmla="*/ 183887 h 4939827"/>
              <a:gd name="connsiteX138-10751" fmla="*/ 5093642 w 12192000"/>
              <a:gd name="connsiteY138-10752" fmla="*/ 177214 h 4939827"/>
              <a:gd name="connsiteX139-10753" fmla="*/ 5102642 w 12192000"/>
              <a:gd name="connsiteY139-10754" fmla="*/ 186816 h 4939827"/>
              <a:gd name="connsiteX140-10755" fmla="*/ 5193590 w 12192000"/>
              <a:gd name="connsiteY140-10756" fmla="*/ 156458 h 4939827"/>
              <a:gd name="connsiteX141-10757" fmla="*/ 5323922 w 12192000"/>
              <a:gd name="connsiteY141-10758" fmla="*/ 146332 h 4939827"/>
              <a:gd name="connsiteX142-10759" fmla="*/ 5421860 w 12192000"/>
              <a:gd name="connsiteY142-10760" fmla="*/ 167298 h 4939827"/>
              <a:gd name="connsiteX143-10761" fmla="*/ 5476948 w 12192000"/>
              <a:gd name="connsiteY143-10762" fmla="*/ 173249 h 4939827"/>
              <a:gd name="connsiteX144-10763" fmla="*/ 5516842 w 12192000"/>
              <a:gd name="connsiteY144-10764" fmla="*/ 184018 h 4939827"/>
              <a:gd name="connsiteX145-10765" fmla="*/ 5619415 w 12192000"/>
              <a:gd name="connsiteY145-10766" fmla="*/ 176781 h 4939827"/>
              <a:gd name="connsiteX146-10767" fmla="*/ 5789867 w 12192000"/>
              <a:gd name="connsiteY146-10768" fmla="*/ 150304 h 4939827"/>
              <a:gd name="connsiteX147-10769" fmla="*/ 5825953 w 12192000"/>
              <a:gd name="connsiteY147-10770" fmla="*/ 147907 h 4939827"/>
              <a:gd name="connsiteX148-10771" fmla="*/ 5856168 w 12192000"/>
              <a:gd name="connsiteY148-10772" fmla="*/ 158719 h 4939827"/>
              <a:gd name="connsiteX149-10773" fmla="*/ 5862476 w 12192000"/>
              <a:gd name="connsiteY149-10774" fmla="*/ 172447 h 4939827"/>
              <a:gd name="connsiteX150-10775" fmla="*/ 5882195 w 12192000"/>
              <a:gd name="connsiteY150-10776" fmla="*/ 173195 h 4939827"/>
              <a:gd name="connsiteX151-10777" fmla="*/ 5887271 w 12192000"/>
              <a:gd name="connsiteY151-10778" fmla="*/ 176084 h 4939827"/>
              <a:gd name="connsiteX152-10779" fmla="*/ 5921577 w 12192000"/>
              <a:gd name="connsiteY152-10780" fmla="*/ 169858 h 4939827"/>
              <a:gd name="connsiteX153-10781" fmla="*/ 6184207 w 12192000"/>
              <a:gd name="connsiteY153-10782" fmla="*/ 132658 h 4939827"/>
              <a:gd name="connsiteX154-10783" fmla="*/ 6415830 w 12192000"/>
              <a:gd name="connsiteY154-10784" fmla="*/ 136006 h 4939827"/>
              <a:gd name="connsiteX155-10785" fmla="*/ 6756965 w 12192000"/>
              <a:gd name="connsiteY155-10786" fmla="*/ 57636 h 4939827"/>
              <a:gd name="connsiteX156-10787" fmla="*/ 6819400 w 12192000"/>
              <a:gd name="connsiteY156-10788" fmla="*/ 30742 h 4939827"/>
              <a:gd name="connsiteX157-10789" fmla="*/ 6986370 w 12192000"/>
              <a:gd name="connsiteY157-10790" fmla="*/ 12659 h 4939827"/>
              <a:gd name="connsiteX158-10791" fmla="*/ 6989536 w 12192000"/>
              <a:gd name="connsiteY158-10792" fmla="*/ 14528 h 4939827"/>
              <a:gd name="connsiteX159-10793" fmla="*/ 7015933 w 12192000"/>
              <a:gd name="connsiteY159-10794" fmla="*/ 9653 h 4939827"/>
              <a:gd name="connsiteX160-10795" fmla="*/ 7020592 w 12192000"/>
              <a:gd name="connsiteY160-10796" fmla="*/ 1651 h 4939827"/>
              <a:gd name="connsiteX161-10797" fmla="*/ 7025905 w 12192000"/>
              <a:gd name="connsiteY161-10798" fmla="*/ 0 h 4939827"/>
              <a:gd name="connsiteX0-10799" fmla="*/ 7025905 w 12192000"/>
              <a:gd name="connsiteY0-10800" fmla="*/ 0 h 4939827"/>
              <a:gd name="connsiteX1-10801" fmla="*/ 7032579 w 12192000"/>
              <a:gd name="connsiteY1-10802" fmla="*/ 2808 h 4939827"/>
              <a:gd name="connsiteX2-10803" fmla="*/ 7079505 w 12192000"/>
              <a:gd name="connsiteY2-10804" fmla="*/ 12971 h 4939827"/>
              <a:gd name="connsiteX3-10805" fmla="*/ 7158791 w 12192000"/>
              <a:gd name="connsiteY3-10806" fmla="*/ 12462 h 4939827"/>
              <a:gd name="connsiteX4-10807" fmla="*/ 7233338 w 12192000"/>
              <a:gd name="connsiteY4-10808" fmla="*/ 24846 h 4939827"/>
              <a:gd name="connsiteX5-10809" fmla="*/ 7259791 w 12192000"/>
              <a:gd name="connsiteY5-10810" fmla="*/ 29557 h 4939827"/>
              <a:gd name="connsiteX6-10811" fmla="*/ 7263923 w 12192000"/>
              <a:gd name="connsiteY6-10812" fmla="*/ 35029 h 4939827"/>
              <a:gd name="connsiteX7-10813" fmla="*/ 7281549 w 12192000"/>
              <a:gd name="connsiteY7-10814" fmla="*/ 39654 h 4939827"/>
              <a:gd name="connsiteX8-10815" fmla="*/ 7374735 w 12192000"/>
              <a:gd name="connsiteY8-10816" fmla="*/ 65326 h 4939827"/>
              <a:gd name="connsiteX9-10817" fmla="*/ 7376078 w 12192000"/>
              <a:gd name="connsiteY9-10818" fmla="*/ 63849 h 4939827"/>
              <a:gd name="connsiteX10-10819" fmla="*/ 7402026 w 12192000"/>
              <a:gd name="connsiteY10-10820" fmla="*/ 60308 h 4939827"/>
              <a:gd name="connsiteX11-10821" fmla="*/ 7415091 w 12192000"/>
              <a:gd name="connsiteY11-10822" fmla="*/ 77403 h 4939827"/>
              <a:gd name="connsiteX12-10823" fmla="*/ 7488682 w 12192000"/>
              <a:gd name="connsiteY12-10824" fmla="*/ 83440 h 4939827"/>
              <a:gd name="connsiteX13-10825" fmla="*/ 7732750 w 12192000"/>
              <a:gd name="connsiteY13-10826" fmla="*/ 145456 h 4939827"/>
              <a:gd name="connsiteX14-10827" fmla="*/ 7785900 w 12192000"/>
              <a:gd name="connsiteY14-10828" fmla="*/ 154493 h 4939827"/>
              <a:gd name="connsiteX15-10829" fmla="*/ 7952584 w 12192000"/>
              <a:gd name="connsiteY15-10830" fmla="*/ 170181 h 4939827"/>
              <a:gd name="connsiteX16-10831" fmla="*/ 8009534 w 12192000"/>
              <a:gd name="connsiteY16-10832" fmla="*/ 176441 h 4939827"/>
              <a:gd name="connsiteX17-10833" fmla="*/ 8058681 w 12192000"/>
              <a:gd name="connsiteY17-10834" fmla="*/ 219431 h 4939827"/>
              <a:gd name="connsiteX18-10835" fmla="*/ 8126175 w 12192000"/>
              <a:gd name="connsiteY18-10836" fmla="*/ 240005 h 4939827"/>
              <a:gd name="connsiteX19-10837" fmla="*/ 8166439 w 12192000"/>
              <a:gd name="connsiteY19-10838" fmla="*/ 252699 h 4939827"/>
              <a:gd name="connsiteX20-10839" fmla="*/ 8281371 w 12192000"/>
              <a:gd name="connsiteY20-10840" fmla="*/ 256875 h 4939827"/>
              <a:gd name="connsiteX21-10841" fmla="*/ 8381609 w 12192000"/>
              <a:gd name="connsiteY21-10842" fmla="*/ 240618 h 4939827"/>
              <a:gd name="connsiteX22-10843" fmla="*/ 8406759 w 12192000"/>
              <a:gd name="connsiteY22-10844" fmla="*/ 232517 h 4939827"/>
              <a:gd name="connsiteX23-10845" fmla="*/ 8426506 w 12192000"/>
              <a:gd name="connsiteY23-10846" fmla="*/ 241842 h 4939827"/>
              <a:gd name="connsiteX24-10847" fmla="*/ 8427949 w 12192000"/>
              <a:gd name="connsiteY24-10848" fmla="*/ 240981 h 4939827"/>
              <a:gd name="connsiteX25-10849" fmla="*/ 8441468 w 12192000"/>
              <a:gd name="connsiteY25-10850" fmla="*/ 241157 h 4939827"/>
              <a:gd name="connsiteX26-10851" fmla="*/ 8565757 w 12192000"/>
              <a:gd name="connsiteY26-10852" fmla="*/ 255317 h 4939827"/>
              <a:gd name="connsiteX27-10853" fmla="*/ 8573171 w 12192000"/>
              <a:gd name="connsiteY27-10854" fmla="*/ 258426 h 4939827"/>
              <a:gd name="connsiteX28-10855" fmla="*/ 8573548 w 12192000"/>
              <a:gd name="connsiteY28-10856" fmla="*/ 258241 h 4939827"/>
              <a:gd name="connsiteX29-10857" fmla="*/ 8581827 w 12192000"/>
              <a:gd name="connsiteY29-10858" fmla="*/ 261028 h 4939827"/>
              <a:gd name="connsiteX30-10859" fmla="*/ 8586687 w 12192000"/>
              <a:gd name="connsiteY30-10860" fmla="*/ 264089 h 4939827"/>
              <a:gd name="connsiteX31-10861" fmla="*/ 8601067 w 12192000"/>
              <a:gd name="connsiteY31-10862" fmla="*/ 270114 h 4939827"/>
              <a:gd name="connsiteX32-10863" fmla="*/ 8672650 w 12192000"/>
              <a:gd name="connsiteY32-10864" fmla="*/ 254821 h 4939827"/>
              <a:gd name="connsiteX33-10865" fmla="*/ 8785543 w 12192000"/>
              <a:gd name="connsiteY33-10866" fmla="*/ 263406 h 4939827"/>
              <a:gd name="connsiteX34-10867" fmla="*/ 8830588 w 12192000"/>
              <a:gd name="connsiteY34-10868" fmla="*/ 265483 h 4939827"/>
              <a:gd name="connsiteX35-10869" fmla="*/ 8905142 w 12192000"/>
              <a:gd name="connsiteY35-10870" fmla="*/ 264958 h 4939827"/>
              <a:gd name="connsiteX36-10871" fmla="*/ 8968582 w 12192000"/>
              <a:gd name="connsiteY36-10872" fmla="*/ 262728 h 4939827"/>
              <a:gd name="connsiteX37-10873" fmla="*/ 8972994 w 12192000"/>
              <a:gd name="connsiteY37-10874" fmla="*/ 263284 h 4939827"/>
              <a:gd name="connsiteX38-10875" fmla="*/ 9004605 w 12192000"/>
              <a:gd name="connsiteY38-10876" fmla="*/ 258041 h 4939827"/>
              <a:gd name="connsiteX39-10877" fmla="*/ 9016165 w 12192000"/>
              <a:gd name="connsiteY39-10878" fmla="*/ 261258 h 4939827"/>
              <a:gd name="connsiteX40-10879" fmla="*/ 9043297 w 12192000"/>
              <a:gd name="connsiteY40-10880" fmla="*/ 281547 h 4939827"/>
              <a:gd name="connsiteX41-10881" fmla="*/ 9048315 w 12192000"/>
              <a:gd name="connsiteY41-10882" fmla="*/ 279264 h 4939827"/>
              <a:gd name="connsiteX42-10883" fmla="*/ 9054706 w 12192000"/>
              <a:gd name="connsiteY42-10884" fmla="*/ 278538 h 4939827"/>
              <a:gd name="connsiteX43-10885" fmla="*/ 9070919 w 12192000"/>
              <a:gd name="connsiteY43-10886" fmla="*/ 281810 h 4939827"/>
              <a:gd name="connsiteX44-10887" fmla="*/ 9076813 w 12192000"/>
              <a:gd name="connsiteY44-10888" fmla="*/ 283909 h 4939827"/>
              <a:gd name="connsiteX45-10889" fmla="*/ 9085871 w 12192000"/>
              <a:gd name="connsiteY45-10890" fmla="*/ 285133 h 4939827"/>
              <a:gd name="connsiteX46-10891" fmla="*/ 9086159 w 12192000"/>
              <a:gd name="connsiteY46-10892" fmla="*/ 284887 h 4939827"/>
              <a:gd name="connsiteX47-10893" fmla="*/ 9134606 w 12192000"/>
              <a:gd name="connsiteY47-10894" fmla="*/ 288168 h 4939827"/>
              <a:gd name="connsiteX48-10895" fmla="*/ 9195590 w 12192000"/>
              <a:gd name="connsiteY48-10896" fmla="*/ 279568 h 4939827"/>
              <a:gd name="connsiteX49-10897" fmla="*/ 9219336 w 12192000"/>
              <a:gd name="connsiteY49-10898" fmla="*/ 278133 h 4939827"/>
              <a:gd name="connsiteX50-10899" fmla="*/ 9232362 w 12192000"/>
              <a:gd name="connsiteY50-10900" fmla="*/ 275894 h 4939827"/>
              <a:gd name="connsiteX51-10901" fmla="*/ 9233396 w 12192000"/>
              <a:gd name="connsiteY51-10902" fmla="*/ 274803 h 4939827"/>
              <a:gd name="connsiteX52-10903" fmla="*/ 9256213 w 12192000"/>
              <a:gd name="connsiteY52-10904" fmla="*/ 281576 h 4939827"/>
              <a:gd name="connsiteX53-10905" fmla="*/ 9371484 w 12192000"/>
              <a:gd name="connsiteY53-10906" fmla="*/ 329634 h 4939827"/>
              <a:gd name="connsiteX54-10907" fmla="*/ 9404829 w 12192000"/>
              <a:gd name="connsiteY54-10908" fmla="*/ 339038 h 4939827"/>
              <a:gd name="connsiteX55-10909" fmla="*/ 9427021 w 12192000"/>
              <a:gd name="connsiteY55-10910" fmla="*/ 358784 h 4939827"/>
              <a:gd name="connsiteX56-10911" fmla="*/ 9670844 w 12192000"/>
              <a:gd name="connsiteY56-10912" fmla="*/ 405128 h 4939827"/>
              <a:gd name="connsiteX57-10913" fmla="*/ 9816083 w 12192000"/>
              <a:gd name="connsiteY57-10914" fmla="*/ 416573 h 4939827"/>
              <a:gd name="connsiteX58-10915" fmla="*/ 9936741 w 12192000"/>
              <a:gd name="connsiteY58-10916" fmla="*/ 437044 h 4939827"/>
              <a:gd name="connsiteX59-10917" fmla="*/ 10050093 w 12192000"/>
              <a:gd name="connsiteY59-10918" fmla="*/ 443783 h 4939827"/>
              <a:gd name="connsiteX60-10919" fmla="*/ 10130090 w 12192000"/>
              <a:gd name="connsiteY60-10920" fmla="*/ 459520 h 4939827"/>
              <a:gd name="connsiteX61-10921" fmla="*/ 10173456 w 12192000"/>
              <a:gd name="connsiteY61-10922" fmla="*/ 457749 h 4939827"/>
              <a:gd name="connsiteX62-10923" fmla="*/ 10218232 w 12192000"/>
              <a:gd name="connsiteY62-10924" fmla="*/ 459820 h 4939827"/>
              <a:gd name="connsiteX63-10925" fmla="*/ 10354176 w 12192000"/>
              <a:gd name="connsiteY63-10926" fmla="*/ 471377 h 4939827"/>
              <a:gd name="connsiteX64-10927" fmla="*/ 10430681 w 12192000"/>
              <a:gd name="connsiteY64-10928" fmla="*/ 481226 h 4939827"/>
              <a:gd name="connsiteX65-10929" fmla="*/ 10478169 w 12192000"/>
              <a:gd name="connsiteY65-10930" fmla="*/ 481774 h 4939827"/>
              <a:gd name="connsiteX66-10931" fmla="*/ 10540907 w 12192000"/>
              <a:gd name="connsiteY66-10932" fmla="*/ 485607 h 4939827"/>
              <a:gd name="connsiteX67-10933" fmla="*/ 10614941 w 12192000"/>
              <a:gd name="connsiteY67-10934" fmla="*/ 487592 h 4939827"/>
              <a:gd name="connsiteX68-10935" fmla="*/ 10674098 w 12192000"/>
              <a:gd name="connsiteY68-10936" fmla="*/ 521656 h 4939827"/>
              <a:gd name="connsiteX69-10937" fmla="*/ 10874834 w 12192000"/>
              <a:gd name="connsiteY69-10938" fmla="*/ 574867 h 4939827"/>
              <a:gd name="connsiteX70-10939" fmla="*/ 10944981 w 12192000"/>
              <a:gd name="connsiteY70-10940" fmla="*/ 615042 h 4939827"/>
              <a:gd name="connsiteX71-10941" fmla="*/ 11006376 w 12192000"/>
              <a:gd name="connsiteY71-10942" fmla="*/ 645957 h 4939827"/>
              <a:gd name="connsiteX72-10943" fmla="*/ 11076308 w 12192000"/>
              <a:gd name="connsiteY72-10944" fmla="*/ 675698 h 4939827"/>
              <a:gd name="connsiteX73-10945" fmla="*/ 11148789 w 12192000"/>
              <a:gd name="connsiteY73-10946" fmla="*/ 685041 h 4939827"/>
              <a:gd name="connsiteX74-10947" fmla="*/ 11249129 w 12192000"/>
              <a:gd name="connsiteY74-10948" fmla="*/ 684218 h 4939827"/>
              <a:gd name="connsiteX75-10949" fmla="*/ 11299915 w 12192000"/>
              <a:gd name="connsiteY75-10950" fmla="*/ 692177 h 4939827"/>
              <a:gd name="connsiteX76-10951" fmla="*/ 11386973 w 12192000"/>
              <a:gd name="connsiteY76-10952" fmla="*/ 708209 h 4939827"/>
              <a:gd name="connsiteX77-10953" fmla="*/ 11500105 w 12192000"/>
              <a:gd name="connsiteY77-10954" fmla="*/ 735014 h 4939827"/>
              <a:gd name="connsiteX78-10955" fmla="*/ 11621735 w 12192000"/>
              <a:gd name="connsiteY78-10956" fmla="*/ 789584 h 4939827"/>
              <a:gd name="connsiteX79-10957" fmla="*/ 11691200 w 12192000"/>
              <a:gd name="connsiteY79-10958" fmla="*/ 867902 h 4939827"/>
              <a:gd name="connsiteX80-10959" fmla="*/ 11819427 w 12192000"/>
              <a:gd name="connsiteY80-10960" fmla="*/ 911634 h 4939827"/>
              <a:gd name="connsiteX81-10961" fmla="*/ 11969720 w 12192000"/>
              <a:gd name="connsiteY81-10962" fmla="*/ 964737 h 4939827"/>
              <a:gd name="connsiteX82-10963" fmla="*/ 12055766 w 12192000"/>
              <a:gd name="connsiteY82-10964" fmla="*/ 991268 h 4939827"/>
              <a:gd name="connsiteX83-10965" fmla="*/ 12171539 w 12192000"/>
              <a:gd name="connsiteY83-10966" fmla="*/ 995427 h 4939827"/>
              <a:gd name="connsiteX84-10967" fmla="*/ 12187831 w 12192000"/>
              <a:gd name="connsiteY84-10968" fmla="*/ 996580 h 4939827"/>
              <a:gd name="connsiteX85-10969" fmla="*/ 12192000 w 12192000"/>
              <a:gd name="connsiteY85-10970" fmla="*/ 996726 h 4939827"/>
              <a:gd name="connsiteX86-10971" fmla="*/ 12192000 w 12192000"/>
              <a:gd name="connsiteY86-10972" fmla="*/ 4939827 h 4939827"/>
              <a:gd name="connsiteX87-10973" fmla="*/ 0 w 12192000"/>
              <a:gd name="connsiteY87-10974" fmla="*/ 4939827 h 4939827"/>
              <a:gd name="connsiteX88-10975" fmla="*/ 0 w 12192000"/>
              <a:gd name="connsiteY88-10976" fmla="*/ 512043 h 4939827"/>
              <a:gd name="connsiteX89-10977" fmla="*/ 7381 w 12192000"/>
              <a:gd name="connsiteY89-10978" fmla="*/ 512580 h 4939827"/>
              <a:gd name="connsiteX90-10979" fmla="*/ 100029 w 12192000"/>
              <a:gd name="connsiteY90-10980" fmla="*/ 504758 h 4939827"/>
              <a:gd name="connsiteX91-10981" fmla="*/ 155244 w 12192000"/>
              <a:gd name="connsiteY91-10982" fmla="*/ 525130 h 4939827"/>
              <a:gd name="connsiteX92-10983" fmla="*/ 254366 w 12192000"/>
              <a:gd name="connsiteY92-10984" fmla="*/ 534449 h 4939827"/>
              <a:gd name="connsiteX93-10985" fmla="*/ 447292 w 12192000"/>
              <a:gd name="connsiteY93-10986" fmla="*/ 542725 h 4939827"/>
              <a:gd name="connsiteX94-10987" fmla="*/ 628105 w 12192000"/>
              <a:gd name="connsiteY94-10988" fmla="*/ 547853 h 4939827"/>
              <a:gd name="connsiteX95-10989" fmla="*/ 783146 w 12192000"/>
              <a:gd name="connsiteY95-10990" fmla="*/ 591799 h 4939827"/>
              <a:gd name="connsiteX96-10991" fmla="*/ 1043676 w 12192000"/>
              <a:gd name="connsiteY96-10992" fmla="*/ 591887 h 4939827"/>
              <a:gd name="connsiteX97-10993" fmla="*/ 1281816 w 12192000"/>
              <a:gd name="connsiteY97-10994" fmla="*/ 520946 h 4939827"/>
              <a:gd name="connsiteX98-10995" fmla="*/ 1486347 w 12192000"/>
              <a:gd name="connsiteY98-10996" fmla="*/ 487310 h 4939827"/>
              <a:gd name="connsiteX99-10997" fmla="*/ 1568079 w 12192000"/>
              <a:gd name="connsiteY99-10998" fmla="*/ 462531 h 4939827"/>
              <a:gd name="connsiteX100-10999" fmla="*/ 1622516 w 12192000"/>
              <a:gd name="connsiteY100-11000" fmla="*/ 466058 h 4939827"/>
              <a:gd name="connsiteX101-11001" fmla="*/ 1655457 w 12192000"/>
              <a:gd name="connsiteY101-11002" fmla="*/ 465359 h 4939827"/>
              <a:gd name="connsiteX102-11003" fmla="*/ 1717454 w 12192000"/>
              <a:gd name="connsiteY102-11004" fmla="*/ 417203 h 4939827"/>
              <a:gd name="connsiteX103-11005" fmla="*/ 1913794 w 12192000"/>
              <a:gd name="connsiteY103-11006" fmla="*/ 365255 h 4939827"/>
              <a:gd name="connsiteX104-11007" fmla="*/ 2129762 w 12192000"/>
              <a:gd name="connsiteY104-11008" fmla="*/ 367832 h 4939827"/>
              <a:gd name="connsiteX105-11009" fmla="*/ 2376970 w 12192000"/>
              <a:gd name="connsiteY105-11010" fmla="*/ 350129 h 4939827"/>
              <a:gd name="connsiteX106-11011" fmla="*/ 2480155 w 12192000"/>
              <a:gd name="connsiteY106-11012" fmla="*/ 359227 h 4939827"/>
              <a:gd name="connsiteX107-11013" fmla="*/ 2586782 w 12192000"/>
              <a:gd name="connsiteY107-11014" fmla="*/ 339352 h 4939827"/>
              <a:gd name="connsiteX108-11015" fmla="*/ 2679617 w 12192000"/>
              <a:gd name="connsiteY108-11016" fmla="*/ 305383 h 4939827"/>
              <a:gd name="connsiteX109-11017" fmla="*/ 2788947 w 12192000"/>
              <a:gd name="connsiteY109-11018" fmla="*/ 250375 h 4939827"/>
              <a:gd name="connsiteX110-11019" fmla="*/ 2965530 w 12192000"/>
              <a:gd name="connsiteY110-11020" fmla="*/ 245958 h 4939827"/>
              <a:gd name="connsiteX111-11021" fmla="*/ 3103677 w 12192000"/>
              <a:gd name="connsiteY111-11022" fmla="*/ 209527 h 4939827"/>
              <a:gd name="connsiteX112-11023" fmla="*/ 3126759 w 12192000"/>
              <a:gd name="connsiteY112-11024" fmla="*/ 211226 h 4939827"/>
              <a:gd name="connsiteX113-11025" fmla="*/ 3164020 w 12192000"/>
              <a:gd name="connsiteY113-11026" fmla="*/ 212779 h 4939827"/>
              <a:gd name="connsiteX114-11027" fmla="*/ 3285019 w 12192000"/>
              <a:gd name="connsiteY114-11028" fmla="*/ 220535 h 4939827"/>
              <a:gd name="connsiteX115-11029" fmla="*/ 3365154 w 12192000"/>
              <a:gd name="connsiteY115-11030" fmla="*/ 226416 h 4939827"/>
              <a:gd name="connsiteX116-11031" fmla="*/ 3367507 w 12192000"/>
              <a:gd name="connsiteY116-11032" fmla="*/ 225416 h 4939827"/>
              <a:gd name="connsiteX117-11033" fmla="*/ 3387567 w 12192000"/>
              <a:gd name="connsiteY117-11034" fmla="*/ 227103 h 4939827"/>
              <a:gd name="connsiteX118-11035" fmla="*/ 3498001 w 12192000"/>
              <a:gd name="connsiteY118-11036" fmla="*/ 231941 h 4939827"/>
              <a:gd name="connsiteX119-11037" fmla="*/ 3561557 w 12192000"/>
              <a:gd name="connsiteY119-11038" fmla="*/ 228095 h 4939827"/>
              <a:gd name="connsiteX120-11039" fmla="*/ 3611920 w 12192000"/>
              <a:gd name="connsiteY120-11040" fmla="*/ 218094 h 4939827"/>
              <a:gd name="connsiteX121-11041" fmla="*/ 3620528 w 12192000"/>
              <a:gd name="connsiteY121-11042" fmla="*/ 218788 h 4939827"/>
              <a:gd name="connsiteX122-11043" fmla="*/ 3620766 w 12192000"/>
              <a:gd name="connsiteY122-11044" fmla="*/ 218511 h 4939827"/>
              <a:gd name="connsiteX123-11045" fmla="*/ 3629977 w 12192000"/>
              <a:gd name="connsiteY123-11046" fmla="*/ 218664 h 4939827"/>
              <a:gd name="connsiteX124-11047" fmla="*/ 3636217 w 12192000"/>
              <a:gd name="connsiteY124-11048" fmla="*/ 220048 h 4939827"/>
              <a:gd name="connsiteX125-11049" fmla="*/ 3709484 w 12192000"/>
              <a:gd name="connsiteY125-11050" fmla="*/ 186927 h 4939827"/>
              <a:gd name="connsiteX126-11051" fmla="*/ 3761342 w 12192000"/>
              <a:gd name="connsiteY126-11052" fmla="*/ 177474 h 4939827"/>
              <a:gd name="connsiteX127-11053" fmla="*/ 3799748 w 12192000"/>
              <a:gd name="connsiteY127-11054" fmla="*/ 167154 h 4939827"/>
              <a:gd name="connsiteX128-11055" fmla="*/ 3922756 w 12192000"/>
              <a:gd name="connsiteY128-11056" fmla="*/ 194044 h 4939827"/>
              <a:gd name="connsiteX129-11057" fmla="*/ 4028476 w 12192000"/>
              <a:gd name="connsiteY129-11058" fmla="*/ 223679 h 4939827"/>
              <a:gd name="connsiteX130-11059" fmla="*/ 4191582 w 12192000"/>
              <a:gd name="connsiteY130-11060" fmla="*/ 238952 h 4939827"/>
              <a:gd name="connsiteX131-11061" fmla="*/ 4251024 w 12192000"/>
              <a:gd name="connsiteY131-11062" fmla="*/ 240874 h 4939827"/>
              <a:gd name="connsiteX132-11063" fmla="*/ 4355275 w 12192000"/>
              <a:gd name="connsiteY132-11064" fmla="*/ 260205 h 4939827"/>
              <a:gd name="connsiteX133-11065" fmla="*/ 4423807 w 12192000"/>
              <a:gd name="connsiteY133-11066" fmla="*/ 270366 h 4939827"/>
              <a:gd name="connsiteX134-11067" fmla="*/ 4558432 w 12192000"/>
              <a:gd name="connsiteY134-11068" fmla="*/ 269194 h 4939827"/>
              <a:gd name="connsiteX135-11069" fmla="*/ 4635061 w 12192000"/>
              <a:gd name="connsiteY135-11070" fmla="*/ 280682 h 4939827"/>
              <a:gd name="connsiteX136-11071" fmla="*/ 4807427 w 12192000"/>
              <a:gd name="connsiteY136-11072" fmla="*/ 276835 h 4939827"/>
              <a:gd name="connsiteX137-11073" fmla="*/ 5028933 w 12192000"/>
              <a:gd name="connsiteY137-11074" fmla="*/ 183887 h 4939827"/>
              <a:gd name="connsiteX138-11075" fmla="*/ 5093642 w 12192000"/>
              <a:gd name="connsiteY138-11076" fmla="*/ 177214 h 4939827"/>
              <a:gd name="connsiteX139-11077" fmla="*/ 5102642 w 12192000"/>
              <a:gd name="connsiteY139-11078" fmla="*/ 186816 h 4939827"/>
              <a:gd name="connsiteX140-11079" fmla="*/ 5193590 w 12192000"/>
              <a:gd name="connsiteY140-11080" fmla="*/ 156458 h 4939827"/>
              <a:gd name="connsiteX141-11081" fmla="*/ 5323922 w 12192000"/>
              <a:gd name="connsiteY141-11082" fmla="*/ 146332 h 4939827"/>
              <a:gd name="connsiteX142-11083" fmla="*/ 5421860 w 12192000"/>
              <a:gd name="connsiteY142-11084" fmla="*/ 167298 h 4939827"/>
              <a:gd name="connsiteX143-11085" fmla="*/ 5476948 w 12192000"/>
              <a:gd name="connsiteY143-11086" fmla="*/ 173249 h 4939827"/>
              <a:gd name="connsiteX144-11087" fmla="*/ 5516842 w 12192000"/>
              <a:gd name="connsiteY144-11088" fmla="*/ 184018 h 4939827"/>
              <a:gd name="connsiteX145-11089" fmla="*/ 5619415 w 12192000"/>
              <a:gd name="connsiteY145-11090" fmla="*/ 176781 h 4939827"/>
              <a:gd name="connsiteX146-11091" fmla="*/ 5789867 w 12192000"/>
              <a:gd name="connsiteY146-11092" fmla="*/ 150304 h 4939827"/>
              <a:gd name="connsiteX147-11093" fmla="*/ 5825953 w 12192000"/>
              <a:gd name="connsiteY147-11094" fmla="*/ 147907 h 4939827"/>
              <a:gd name="connsiteX148-11095" fmla="*/ 5856168 w 12192000"/>
              <a:gd name="connsiteY148-11096" fmla="*/ 158719 h 4939827"/>
              <a:gd name="connsiteX149-11097" fmla="*/ 5862476 w 12192000"/>
              <a:gd name="connsiteY149-11098" fmla="*/ 172447 h 4939827"/>
              <a:gd name="connsiteX150-11099" fmla="*/ 5882195 w 12192000"/>
              <a:gd name="connsiteY150-11100" fmla="*/ 173195 h 4939827"/>
              <a:gd name="connsiteX151-11101" fmla="*/ 5887271 w 12192000"/>
              <a:gd name="connsiteY151-11102" fmla="*/ 176084 h 4939827"/>
              <a:gd name="connsiteX152-11103" fmla="*/ 6001964 w 12192000"/>
              <a:gd name="connsiteY152-11104" fmla="*/ 154786 h 4939827"/>
              <a:gd name="connsiteX153-11105" fmla="*/ 6184207 w 12192000"/>
              <a:gd name="connsiteY153-11106" fmla="*/ 132658 h 4939827"/>
              <a:gd name="connsiteX154-11107" fmla="*/ 6415830 w 12192000"/>
              <a:gd name="connsiteY154-11108" fmla="*/ 136006 h 4939827"/>
              <a:gd name="connsiteX155-11109" fmla="*/ 6756965 w 12192000"/>
              <a:gd name="connsiteY155-11110" fmla="*/ 57636 h 4939827"/>
              <a:gd name="connsiteX156-11111" fmla="*/ 6819400 w 12192000"/>
              <a:gd name="connsiteY156-11112" fmla="*/ 30742 h 4939827"/>
              <a:gd name="connsiteX157-11113" fmla="*/ 6986370 w 12192000"/>
              <a:gd name="connsiteY157-11114" fmla="*/ 12659 h 4939827"/>
              <a:gd name="connsiteX158-11115" fmla="*/ 6989536 w 12192000"/>
              <a:gd name="connsiteY158-11116" fmla="*/ 14528 h 4939827"/>
              <a:gd name="connsiteX159-11117" fmla="*/ 7015933 w 12192000"/>
              <a:gd name="connsiteY159-11118" fmla="*/ 9653 h 4939827"/>
              <a:gd name="connsiteX160-11119" fmla="*/ 7020592 w 12192000"/>
              <a:gd name="connsiteY160-11120" fmla="*/ 1651 h 4939827"/>
              <a:gd name="connsiteX161-11121" fmla="*/ 7025905 w 12192000"/>
              <a:gd name="connsiteY161-11122" fmla="*/ 0 h 4939827"/>
              <a:gd name="connsiteX0-11123" fmla="*/ 7025905 w 12192000"/>
              <a:gd name="connsiteY0-11124" fmla="*/ 0 h 4939827"/>
              <a:gd name="connsiteX1-11125" fmla="*/ 7032579 w 12192000"/>
              <a:gd name="connsiteY1-11126" fmla="*/ 2808 h 4939827"/>
              <a:gd name="connsiteX2-11127" fmla="*/ 7079505 w 12192000"/>
              <a:gd name="connsiteY2-11128" fmla="*/ 12971 h 4939827"/>
              <a:gd name="connsiteX3-11129" fmla="*/ 7158791 w 12192000"/>
              <a:gd name="connsiteY3-11130" fmla="*/ 12462 h 4939827"/>
              <a:gd name="connsiteX4-11131" fmla="*/ 7233338 w 12192000"/>
              <a:gd name="connsiteY4-11132" fmla="*/ 24846 h 4939827"/>
              <a:gd name="connsiteX5-11133" fmla="*/ 7259791 w 12192000"/>
              <a:gd name="connsiteY5-11134" fmla="*/ 29557 h 4939827"/>
              <a:gd name="connsiteX6-11135" fmla="*/ 7263923 w 12192000"/>
              <a:gd name="connsiteY6-11136" fmla="*/ 35029 h 4939827"/>
              <a:gd name="connsiteX7-11137" fmla="*/ 7281549 w 12192000"/>
              <a:gd name="connsiteY7-11138" fmla="*/ 39654 h 4939827"/>
              <a:gd name="connsiteX8-11139" fmla="*/ 7374735 w 12192000"/>
              <a:gd name="connsiteY8-11140" fmla="*/ 65326 h 4939827"/>
              <a:gd name="connsiteX9-11141" fmla="*/ 7376078 w 12192000"/>
              <a:gd name="connsiteY9-11142" fmla="*/ 63849 h 4939827"/>
              <a:gd name="connsiteX10-11143" fmla="*/ 7402026 w 12192000"/>
              <a:gd name="connsiteY10-11144" fmla="*/ 60308 h 4939827"/>
              <a:gd name="connsiteX11-11145" fmla="*/ 7415091 w 12192000"/>
              <a:gd name="connsiteY11-11146" fmla="*/ 77403 h 4939827"/>
              <a:gd name="connsiteX12-11147" fmla="*/ 7488682 w 12192000"/>
              <a:gd name="connsiteY12-11148" fmla="*/ 83440 h 4939827"/>
              <a:gd name="connsiteX13-11149" fmla="*/ 7732750 w 12192000"/>
              <a:gd name="connsiteY13-11150" fmla="*/ 145456 h 4939827"/>
              <a:gd name="connsiteX14-11151" fmla="*/ 7785900 w 12192000"/>
              <a:gd name="connsiteY14-11152" fmla="*/ 154493 h 4939827"/>
              <a:gd name="connsiteX15-11153" fmla="*/ 7952584 w 12192000"/>
              <a:gd name="connsiteY15-11154" fmla="*/ 170181 h 4939827"/>
              <a:gd name="connsiteX16-11155" fmla="*/ 8009534 w 12192000"/>
              <a:gd name="connsiteY16-11156" fmla="*/ 176441 h 4939827"/>
              <a:gd name="connsiteX17-11157" fmla="*/ 8058681 w 12192000"/>
              <a:gd name="connsiteY17-11158" fmla="*/ 219431 h 4939827"/>
              <a:gd name="connsiteX18-11159" fmla="*/ 8126175 w 12192000"/>
              <a:gd name="connsiteY18-11160" fmla="*/ 240005 h 4939827"/>
              <a:gd name="connsiteX19-11161" fmla="*/ 8166439 w 12192000"/>
              <a:gd name="connsiteY19-11162" fmla="*/ 252699 h 4939827"/>
              <a:gd name="connsiteX20-11163" fmla="*/ 8281371 w 12192000"/>
              <a:gd name="connsiteY20-11164" fmla="*/ 256875 h 4939827"/>
              <a:gd name="connsiteX21-11165" fmla="*/ 8381609 w 12192000"/>
              <a:gd name="connsiteY21-11166" fmla="*/ 240618 h 4939827"/>
              <a:gd name="connsiteX22-11167" fmla="*/ 8406759 w 12192000"/>
              <a:gd name="connsiteY22-11168" fmla="*/ 232517 h 4939827"/>
              <a:gd name="connsiteX23-11169" fmla="*/ 8426506 w 12192000"/>
              <a:gd name="connsiteY23-11170" fmla="*/ 241842 h 4939827"/>
              <a:gd name="connsiteX24-11171" fmla="*/ 8427949 w 12192000"/>
              <a:gd name="connsiteY24-11172" fmla="*/ 240981 h 4939827"/>
              <a:gd name="connsiteX25-11173" fmla="*/ 8441468 w 12192000"/>
              <a:gd name="connsiteY25-11174" fmla="*/ 241157 h 4939827"/>
              <a:gd name="connsiteX26-11175" fmla="*/ 8565757 w 12192000"/>
              <a:gd name="connsiteY26-11176" fmla="*/ 255317 h 4939827"/>
              <a:gd name="connsiteX27-11177" fmla="*/ 8573171 w 12192000"/>
              <a:gd name="connsiteY27-11178" fmla="*/ 258426 h 4939827"/>
              <a:gd name="connsiteX28-11179" fmla="*/ 8573548 w 12192000"/>
              <a:gd name="connsiteY28-11180" fmla="*/ 258241 h 4939827"/>
              <a:gd name="connsiteX29-11181" fmla="*/ 8581827 w 12192000"/>
              <a:gd name="connsiteY29-11182" fmla="*/ 261028 h 4939827"/>
              <a:gd name="connsiteX30-11183" fmla="*/ 8586687 w 12192000"/>
              <a:gd name="connsiteY30-11184" fmla="*/ 264089 h 4939827"/>
              <a:gd name="connsiteX31-11185" fmla="*/ 8601067 w 12192000"/>
              <a:gd name="connsiteY31-11186" fmla="*/ 270114 h 4939827"/>
              <a:gd name="connsiteX32-11187" fmla="*/ 8672650 w 12192000"/>
              <a:gd name="connsiteY32-11188" fmla="*/ 254821 h 4939827"/>
              <a:gd name="connsiteX33-11189" fmla="*/ 8785543 w 12192000"/>
              <a:gd name="connsiteY33-11190" fmla="*/ 263406 h 4939827"/>
              <a:gd name="connsiteX34-11191" fmla="*/ 8830588 w 12192000"/>
              <a:gd name="connsiteY34-11192" fmla="*/ 265483 h 4939827"/>
              <a:gd name="connsiteX35-11193" fmla="*/ 8905142 w 12192000"/>
              <a:gd name="connsiteY35-11194" fmla="*/ 264958 h 4939827"/>
              <a:gd name="connsiteX36-11195" fmla="*/ 8968582 w 12192000"/>
              <a:gd name="connsiteY36-11196" fmla="*/ 262728 h 4939827"/>
              <a:gd name="connsiteX37-11197" fmla="*/ 8972994 w 12192000"/>
              <a:gd name="connsiteY37-11198" fmla="*/ 263284 h 4939827"/>
              <a:gd name="connsiteX38-11199" fmla="*/ 9004605 w 12192000"/>
              <a:gd name="connsiteY38-11200" fmla="*/ 258041 h 4939827"/>
              <a:gd name="connsiteX39-11201" fmla="*/ 9016165 w 12192000"/>
              <a:gd name="connsiteY39-11202" fmla="*/ 261258 h 4939827"/>
              <a:gd name="connsiteX40-11203" fmla="*/ 9043297 w 12192000"/>
              <a:gd name="connsiteY40-11204" fmla="*/ 281547 h 4939827"/>
              <a:gd name="connsiteX41-11205" fmla="*/ 9048315 w 12192000"/>
              <a:gd name="connsiteY41-11206" fmla="*/ 279264 h 4939827"/>
              <a:gd name="connsiteX42-11207" fmla="*/ 9054706 w 12192000"/>
              <a:gd name="connsiteY42-11208" fmla="*/ 278538 h 4939827"/>
              <a:gd name="connsiteX43-11209" fmla="*/ 9070919 w 12192000"/>
              <a:gd name="connsiteY43-11210" fmla="*/ 281810 h 4939827"/>
              <a:gd name="connsiteX44-11211" fmla="*/ 9076813 w 12192000"/>
              <a:gd name="connsiteY44-11212" fmla="*/ 283909 h 4939827"/>
              <a:gd name="connsiteX45-11213" fmla="*/ 9085871 w 12192000"/>
              <a:gd name="connsiteY45-11214" fmla="*/ 285133 h 4939827"/>
              <a:gd name="connsiteX46-11215" fmla="*/ 9086159 w 12192000"/>
              <a:gd name="connsiteY46-11216" fmla="*/ 284887 h 4939827"/>
              <a:gd name="connsiteX47-11217" fmla="*/ 9134606 w 12192000"/>
              <a:gd name="connsiteY47-11218" fmla="*/ 288168 h 4939827"/>
              <a:gd name="connsiteX48-11219" fmla="*/ 9195590 w 12192000"/>
              <a:gd name="connsiteY48-11220" fmla="*/ 279568 h 4939827"/>
              <a:gd name="connsiteX49-11221" fmla="*/ 9219336 w 12192000"/>
              <a:gd name="connsiteY49-11222" fmla="*/ 278133 h 4939827"/>
              <a:gd name="connsiteX50-11223" fmla="*/ 9232362 w 12192000"/>
              <a:gd name="connsiteY50-11224" fmla="*/ 275894 h 4939827"/>
              <a:gd name="connsiteX51-11225" fmla="*/ 9233396 w 12192000"/>
              <a:gd name="connsiteY51-11226" fmla="*/ 274803 h 4939827"/>
              <a:gd name="connsiteX52-11227" fmla="*/ 9256213 w 12192000"/>
              <a:gd name="connsiteY52-11228" fmla="*/ 281576 h 4939827"/>
              <a:gd name="connsiteX53-11229" fmla="*/ 9371484 w 12192000"/>
              <a:gd name="connsiteY53-11230" fmla="*/ 329634 h 4939827"/>
              <a:gd name="connsiteX54-11231" fmla="*/ 9404829 w 12192000"/>
              <a:gd name="connsiteY54-11232" fmla="*/ 339038 h 4939827"/>
              <a:gd name="connsiteX55-11233" fmla="*/ 9427021 w 12192000"/>
              <a:gd name="connsiteY55-11234" fmla="*/ 358784 h 4939827"/>
              <a:gd name="connsiteX56-11235" fmla="*/ 9670844 w 12192000"/>
              <a:gd name="connsiteY56-11236" fmla="*/ 405128 h 4939827"/>
              <a:gd name="connsiteX57-11237" fmla="*/ 9816083 w 12192000"/>
              <a:gd name="connsiteY57-11238" fmla="*/ 416573 h 4939827"/>
              <a:gd name="connsiteX58-11239" fmla="*/ 9936741 w 12192000"/>
              <a:gd name="connsiteY58-11240" fmla="*/ 437044 h 4939827"/>
              <a:gd name="connsiteX59-11241" fmla="*/ 10050093 w 12192000"/>
              <a:gd name="connsiteY59-11242" fmla="*/ 443783 h 4939827"/>
              <a:gd name="connsiteX60-11243" fmla="*/ 10130090 w 12192000"/>
              <a:gd name="connsiteY60-11244" fmla="*/ 459520 h 4939827"/>
              <a:gd name="connsiteX61-11245" fmla="*/ 10173456 w 12192000"/>
              <a:gd name="connsiteY61-11246" fmla="*/ 457749 h 4939827"/>
              <a:gd name="connsiteX62-11247" fmla="*/ 10218232 w 12192000"/>
              <a:gd name="connsiteY62-11248" fmla="*/ 459820 h 4939827"/>
              <a:gd name="connsiteX63-11249" fmla="*/ 10354176 w 12192000"/>
              <a:gd name="connsiteY63-11250" fmla="*/ 471377 h 4939827"/>
              <a:gd name="connsiteX64-11251" fmla="*/ 10430681 w 12192000"/>
              <a:gd name="connsiteY64-11252" fmla="*/ 481226 h 4939827"/>
              <a:gd name="connsiteX65-11253" fmla="*/ 10478169 w 12192000"/>
              <a:gd name="connsiteY65-11254" fmla="*/ 481774 h 4939827"/>
              <a:gd name="connsiteX66-11255" fmla="*/ 10540907 w 12192000"/>
              <a:gd name="connsiteY66-11256" fmla="*/ 485607 h 4939827"/>
              <a:gd name="connsiteX67-11257" fmla="*/ 10614941 w 12192000"/>
              <a:gd name="connsiteY67-11258" fmla="*/ 487592 h 4939827"/>
              <a:gd name="connsiteX68-11259" fmla="*/ 10674098 w 12192000"/>
              <a:gd name="connsiteY68-11260" fmla="*/ 521656 h 4939827"/>
              <a:gd name="connsiteX69-11261" fmla="*/ 10874834 w 12192000"/>
              <a:gd name="connsiteY69-11262" fmla="*/ 574867 h 4939827"/>
              <a:gd name="connsiteX70-11263" fmla="*/ 10944981 w 12192000"/>
              <a:gd name="connsiteY70-11264" fmla="*/ 615042 h 4939827"/>
              <a:gd name="connsiteX71-11265" fmla="*/ 11006376 w 12192000"/>
              <a:gd name="connsiteY71-11266" fmla="*/ 645957 h 4939827"/>
              <a:gd name="connsiteX72-11267" fmla="*/ 11076308 w 12192000"/>
              <a:gd name="connsiteY72-11268" fmla="*/ 675698 h 4939827"/>
              <a:gd name="connsiteX73-11269" fmla="*/ 11148789 w 12192000"/>
              <a:gd name="connsiteY73-11270" fmla="*/ 685041 h 4939827"/>
              <a:gd name="connsiteX74-11271" fmla="*/ 11249129 w 12192000"/>
              <a:gd name="connsiteY74-11272" fmla="*/ 684218 h 4939827"/>
              <a:gd name="connsiteX75-11273" fmla="*/ 11299915 w 12192000"/>
              <a:gd name="connsiteY75-11274" fmla="*/ 692177 h 4939827"/>
              <a:gd name="connsiteX76-11275" fmla="*/ 11386973 w 12192000"/>
              <a:gd name="connsiteY76-11276" fmla="*/ 708209 h 4939827"/>
              <a:gd name="connsiteX77-11277" fmla="*/ 11500105 w 12192000"/>
              <a:gd name="connsiteY77-11278" fmla="*/ 735014 h 4939827"/>
              <a:gd name="connsiteX78-11279" fmla="*/ 11621735 w 12192000"/>
              <a:gd name="connsiteY78-11280" fmla="*/ 789584 h 4939827"/>
              <a:gd name="connsiteX79-11281" fmla="*/ 11691200 w 12192000"/>
              <a:gd name="connsiteY79-11282" fmla="*/ 867902 h 4939827"/>
              <a:gd name="connsiteX80-11283" fmla="*/ 11819427 w 12192000"/>
              <a:gd name="connsiteY80-11284" fmla="*/ 911634 h 4939827"/>
              <a:gd name="connsiteX81-11285" fmla="*/ 11969720 w 12192000"/>
              <a:gd name="connsiteY81-11286" fmla="*/ 964737 h 4939827"/>
              <a:gd name="connsiteX82-11287" fmla="*/ 12055766 w 12192000"/>
              <a:gd name="connsiteY82-11288" fmla="*/ 991268 h 4939827"/>
              <a:gd name="connsiteX83-11289" fmla="*/ 12171539 w 12192000"/>
              <a:gd name="connsiteY83-11290" fmla="*/ 995427 h 4939827"/>
              <a:gd name="connsiteX84-11291" fmla="*/ 12187831 w 12192000"/>
              <a:gd name="connsiteY84-11292" fmla="*/ 996580 h 4939827"/>
              <a:gd name="connsiteX85-11293" fmla="*/ 12192000 w 12192000"/>
              <a:gd name="connsiteY85-11294" fmla="*/ 996726 h 4939827"/>
              <a:gd name="connsiteX86-11295" fmla="*/ 12192000 w 12192000"/>
              <a:gd name="connsiteY86-11296" fmla="*/ 4939827 h 4939827"/>
              <a:gd name="connsiteX87-11297" fmla="*/ 0 w 12192000"/>
              <a:gd name="connsiteY87-11298" fmla="*/ 4939827 h 4939827"/>
              <a:gd name="connsiteX88-11299" fmla="*/ 0 w 12192000"/>
              <a:gd name="connsiteY88-11300" fmla="*/ 512043 h 4939827"/>
              <a:gd name="connsiteX89-11301" fmla="*/ 7381 w 12192000"/>
              <a:gd name="connsiteY89-11302" fmla="*/ 512580 h 4939827"/>
              <a:gd name="connsiteX90-11303" fmla="*/ 100029 w 12192000"/>
              <a:gd name="connsiteY90-11304" fmla="*/ 504758 h 4939827"/>
              <a:gd name="connsiteX91-11305" fmla="*/ 155244 w 12192000"/>
              <a:gd name="connsiteY91-11306" fmla="*/ 525130 h 4939827"/>
              <a:gd name="connsiteX92-11307" fmla="*/ 254366 w 12192000"/>
              <a:gd name="connsiteY92-11308" fmla="*/ 534449 h 4939827"/>
              <a:gd name="connsiteX93-11309" fmla="*/ 447292 w 12192000"/>
              <a:gd name="connsiteY93-11310" fmla="*/ 542725 h 4939827"/>
              <a:gd name="connsiteX94-11311" fmla="*/ 628105 w 12192000"/>
              <a:gd name="connsiteY94-11312" fmla="*/ 547853 h 4939827"/>
              <a:gd name="connsiteX95-11313" fmla="*/ 783146 w 12192000"/>
              <a:gd name="connsiteY95-11314" fmla="*/ 591799 h 4939827"/>
              <a:gd name="connsiteX96-11315" fmla="*/ 1043676 w 12192000"/>
              <a:gd name="connsiteY96-11316" fmla="*/ 591887 h 4939827"/>
              <a:gd name="connsiteX97-11317" fmla="*/ 1281816 w 12192000"/>
              <a:gd name="connsiteY97-11318" fmla="*/ 520946 h 4939827"/>
              <a:gd name="connsiteX98-11319" fmla="*/ 1486347 w 12192000"/>
              <a:gd name="connsiteY98-11320" fmla="*/ 487310 h 4939827"/>
              <a:gd name="connsiteX99-11321" fmla="*/ 1568079 w 12192000"/>
              <a:gd name="connsiteY99-11322" fmla="*/ 462531 h 4939827"/>
              <a:gd name="connsiteX100-11323" fmla="*/ 1622516 w 12192000"/>
              <a:gd name="connsiteY100-11324" fmla="*/ 466058 h 4939827"/>
              <a:gd name="connsiteX101-11325" fmla="*/ 1655457 w 12192000"/>
              <a:gd name="connsiteY101-11326" fmla="*/ 465359 h 4939827"/>
              <a:gd name="connsiteX102-11327" fmla="*/ 1717454 w 12192000"/>
              <a:gd name="connsiteY102-11328" fmla="*/ 417203 h 4939827"/>
              <a:gd name="connsiteX103-11329" fmla="*/ 1913794 w 12192000"/>
              <a:gd name="connsiteY103-11330" fmla="*/ 365255 h 4939827"/>
              <a:gd name="connsiteX104-11331" fmla="*/ 2129762 w 12192000"/>
              <a:gd name="connsiteY104-11332" fmla="*/ 367832 h 4939827"/>
              <a:gd name="connsiteX105-11333" fmla="*/ 2376970 w 12192000"/>
              <a:gd name="connsiteY105-11334" fmla="*/ 350129 h 4939827"/>
              <a:gd name="connsiteX106-11335" fmla="*/ 2480155 w 12192000"/>
              <a:gd name="connsiteY106-11336" fmla="*/ 359227 h 4939827"/>
              <a:gd name="connsiteX107-11337" fmla="*/ 2586782 w 12192000"/>
              <a:gd name="connsiteY107-11338" fmla="*/ 339352 h 4939827"/>
              <a:gd name="connsiteX108-11339" fmla="*/ 2679617 w 12192000"/>
              <a:gd name="connsiteY108-11340" fmla="*/ 305383 h 4939827"/>
              <a:gd name="connsiteX109-11341" fmla="*/ 2788947 w 12192000"/>
              <a:gd name="connsiteY109-11342" fmla="*/ 250375 h 4939827"/>
              <a:gd name="connsiteX110-11343" fmla="*/ 2965530 w 12192000"/>
              <a:gd name="connsiteY110-11344" fmla="*/ 245958 h 4939827"/>
              <a:gd name="connsiteX111-11345" fmla="*/ 3103677 w 12192000"/>
              <a:gd name="connsiteY111-11346" fmla="*/ 209527 h 4939827"/>
              <a:gd name="connsiteX112-11347" fmla="*/ 3126759 w 12192000"/>
              <a:gd name="connsiteY112-11348" fmla="*/ 211226 h 4939827"/>
              <a:gd name="connsiteX113-11349" fmla="*/ 3164020 w 12192000"/>
              <a:gd name="connsiteY113-11350" fmla="*/ 212779 h 4939827"/>
              <a:gd name="connsiteX114-11351" fmla="*/ 3285019 w 12192000"/>
              <a:gd name="connsiteY114-11352" fmla="*/ 220535 h 4939827"/>
              <a:gd name="connsiteX115-11353" fmla="*/ 3365154 w 12192000"/>
              <a:gd name="connsiteY115-11354" fmla="*/ 226416 h 4939827"/>
              <a:gd name="connsiteX116-11355" fmla="*/ 3367507 w 12192000"/>
              <a:gd name="connsiteY116-11356" fmla="*/ 225416 h 4939827"/>
              <a:gd name="connsiteX117-11357" fmla="*/ 3387567 w 12192000"/>
              <a:gd name="connsiteY117-11358" fmla="*/ 227103 h 4939827"/>
              <a:gd name="connsiteX118-11359" fmla="*/ 3498001 w 12192000"/>
              <a:gd name="connsiteY118-11360" fmla="*/ 231941 h 4939827"/>
              <a:gd name="connsiteX119-11361" fmla="*/ 3561557 w 12192000"/>
              <a:gd name="connsiteY119-11362" fmla="*/ 228095 h 4939827"/>
              <a:gd name="connsiteX120-11363" fmla="*/ 3611920 w 12192000"/>
              <a:gd name="connsiteY120-11364" fmla="*/ 218094 h 4939827"/>
              <a:gd name="connsiteX121-11365" fmla="*/ 3620528 w 12192000"/>
              <a:gd name="connsiteY121-11366" fmla="*/ 218788 h 4939827"/>
              <a:gd name="connsiteX122-11367" fmla="*/ 3620766 w 12192000"/>
              <a:gd name="connsiteY122-11368" fmla="*/ 218511 h 4939827"/>
              <a:gd name="connsiteX123-11369" fmla="*/ 3629977 w 12192000"/>
              <a:gd name="connsiteY123-11370" fmla="*/ 218664 h 4939827"/>
              <a:gd name="connsiteX124-11371" fmla="*/ 3636217 w 12192000"/>
              <a:gd name="connsiteY124-11372" fmla="*/ 220048 h 4939827"/>
              <a:gd name="connsiteX125-11373" fmla="*/ 3709484 w 12192000"/>
              <a:gd name="connsiteY125-11374" fmla="*/ 186927 h 4939827"/>
              <a:gd name="connsiteX126-11375" fmla="*/ 3761342 w 12192000"/>
              <a:gd name="connsiteY126-11376" fmla="*/ 177474 h 4939827"/>
              <a:gd name="connsiteX127-11377" fmla="*/ 3799748 w 12192000"/>
              <a:gd name="connsiteY127-11378" fmla="*/ 167154 h 4939827"/>
              <a:gd name="connsiteX128-11379" fmla="*/ 3922756 w 12192000"/>
              <a:gd name="connsiteY128-11380" fmla="*/ 194044 h 4939827"/>
              <a:gd name="connsiteX129-11381" fmla="*/ 4028476 w 12192000"/>
              <a:gd name="connsiteY129-11382" fmla="*/ 223679 h 4939827"/>
              <a:gd name="connsiteX130-11383" fmla="*/ 4191582 w 12192000"/>
              <a:gd name="connsiteY130-11384" fmla="*/ 238952 h 4939827"/>
              <a:gd name="connsiteX131-11385" fmla="*/ 4251024 w 12192000"/>
              <a:gd name="connsiteY131-11386" fmla="*/ 240874 h 4939827"/>
              <a:gd name="connsiteX132-11387" fmla="*/ 4355275 w 12192000"/>
              <a:gd name="connsiteY132-11388" fmla="*/ 260205 h 4939827"/>
              <a:gd name="connsiteX133-11389" fmla="*/ 4423807 w 12192000"/>
              <a:gd name="connsiteY133-11390" fmla="*/ 270366 h 4939827"/>
              <a:gd name="connsiteX134-11391" fmla="*/ 4558432 w 12192000"/>
              <a:gd name="connsiteY134-11392" fmla="*/ 269194 h 4939827"/>
              <a:gd name="connsiteX135-11393" fmla="*/ 4635061 w 12192000"/>
              <a:gd name="connsiteY135-11394" fmla="*/ 280682 h 4939827"/>
              <a:gd name="connsiteX136-11395" fmla="*/ 4807427 w 12192000"/>
              <a:gd name="connsiteY136-11396" fmla="*/ 276835 h 4939827"/>
              <a:gd name="connsiteX137-11397" fmla="*/ 5028933 w 12192000"/>
              <a:gd name="connsiteY137-11398" fmla="*/ 183887 h 4939827"/>
              <a:gd name="connsiteX138-11399" fmla="*/ 5093642 w 12192000"/>
              <a:gd name="connsiteY138-11400" fmla="*/ 177214 h 4939827"/>
              <a:gd name="connsiteX139-11401" fmla="*/ 5102642 w 12192000"/>
              <a:gd name="connsiteY139-11402" fmla="*/ 186816 h 4939827"/>
              <a:gd name="connsiteX140-11403" fmla="*/ 5193590 w 12192000"/>
              <a:gd name="connsiteY140-11404" fmla="*/ 156458 h 4939827"/>
              <a:gd name="connsiteX141-11405" fmla="*/ 5323922 w 12192000"/>
              <a:gd name="connsiteY141-11406" fmla="*/ 146332 h 4939827"/>
              <a:gd name="connsiteX142-11407" fmla="*/ 5421860 w 12192000"/>
              <a:gd name="connsiteY142-11408" fmla="*/ 167298 h 4939827"/>
              <a:gd name="connsiteX143-11409" fmla="*/ 5476948 w 12192000"/>
              <a:gd name="connsiteY143-11410" fmla="*/ 173249 h 4939827"/>
              <a:gd name="connsiteX144-11411" fmla="*/ 5516842 w 12192000"/>
              <a:gd name="connsiteY144-11412" fmla="*/ 184018 h 4939827"/>
              <a:gd name="connsiteX145-11413" fmla="*/ 5619415 w 12192000"/>
              <a:gd name="connsiteY145-11414" fmla="*/ 176781 h 4939827"/>
              <a:gd name="connsiteX146-11415" fmla="*/ 5789867 w 12192000"/>
              <a:gd name="connsiteY146-11416" fmla="*/ 150304 h 4939827"/>
              <a:gd name="connsiteX147-11417" fmla="*/ 5825953 w 12192000"/>
              <a:gd name="connsiteY147-11418" fmla="*/ 147907 h 4939827"/>
              <a:gd name="connsiteX148-11419" fmla="*/ 5856168 w 12192000"/>
              <a:gd name="connsiteY148-11420" fmla="*/ 158719 h 4939827"/>
              <a:gd name="connsiteX149-11421" fmla="*/ 5862476 w 12192000"/>
              <a:gd name="connsiteY149-11422" fmla="*/ 172447 h 4939827"/>
              <a:gd name="connsiteX150-11423" fmla="*/ 5882195 w 12192000"/>
              <a:gd name="connsiteY150-11424" fmla="*/ 173195 h 4939827"/>
              <a:gd name="connsiteX151-11425" fmla="*/ 5887271 w 12192000"/>
              <a:gd name="connsiteY151-11426" fmla="*/ 176084 h 4939827"/>
              <a:gd name="connsiteX152-11427" fmla="*/ 6001964 w 12192000"/>
              <a:gd name="connsiteY152-11428" fmla="*/ 154786 h 4939827"/>
              <a:gd name="connsiteX153-11429" fmla="*/ 6184207 w 12192000"/>
              <a:gd name="connsiteY153-11430" fmla="*/ 132658 h 4939827"/>
              <a:gd name="connsiteX154-11431" fmla="*/ 6415830 w 12192000"/>
              <a:gd name="connsiteY154-11432" fmla="*/ 136006 h 4939827"/>
              <a:gd name="connsiteX155-11433" fmla="*/ 6756965 w 12192000"/>
              <a:gd name="connsiteY155-11434" fmla="*/ 57636 h 4939827"/>
              <a:gd name="connsiteX156-11435" fmla="*/ 6819400 w 12192000"/>
              <a:gd name="connsiteY156-11436" fmla="*/ 30742 h 4939827"/>
              <a:gd name="connsiteX157-11437" fmla="*/ 6986370 w 12192000"/>
              <a:gd name="connsiteY157-11438" fmla="*/ 12659 h 4939827"/>
              <a:gd name="connsiteX158-11439" fmla="*/ 6989536 w 12192000"/>
              <a:gd name="connsiteY158-11440" fmla="*/ 14528 h 4939827"/>
              <a:gd name="connsiteX159-11441" fmla="*/ 7015933 w 12192000"/>
              <a:gd name="connsiteY159-11442" fmla="*/ 9653 h 4939827"/>
              <a:gd name="connsiteX160-11443" fmla="*/ 7020592 w 12192000"/>
              <a:gd name="connsiteY160-11444" fmla="*/ 1651 h 4939827"/>
              <a:gd name="connsiteX161-11445" fmla="*/ 7025905 w 12192000"/>
              <a:gd name="connsiteY161-11446" fmla="*/ 0 h 4939827"/>
              <a:gd name="connsiteX0-11447" fmla="*/ 7025905 w 12192000"/>
              <a:gd name="connsiteY0-11448" fmla="*/ 0 h 4939827"/>
              <a:gd name="connsiteX1-11449" fmla="*/ 7032579 w 12192000"/>
              <a:gd name="connsiteY1-11450" fmla="*/ 2808 h 4939827"/>
              <a:gd name="connsiteX2-11451" fmla="*/ 7079505 w 12192000"/>
              <a:gd name="connsiteY2-11452" fmla="*/ 12971 h 4939827"/>
              <a:gd name="connsiteX3-11453" fmla="*/ 7158791 w 12192000"/>
              <a:gd name="connsiteY3-11454" fmla="*/ 12462 h 4939827"/>
              <a:gd name="connsiteX4-11455" fmla="*/ 7233338 w 12192000"/>
              <a:gd name="connsiteY4-11456" fmla="*/ 24846 h 4939827"/>
              <a:gd name="connsiteX5-11457" fmla="*/ 7259791 w 12192000"/>
              <a:gd name="connsiteY5-11458" fmla="*/ 29557 h 4939827"/>
              <a:gd name="connsiteX6-11459" fmla="*/ 7263923 w 12192000"/>
              <a:gd name="connsiteY6-11460" fmla="*/ 35029 h 4939827"/>
              <a:gd name="connsiteX7-11461" fmla="*/ 7281549 w 12192000"/>
              <a:gd name="connsiteY7-11462" fmla="*/ 39654 h 4939827"/>
              <a:gd name="connsiteX8-11463" fmla="*/ 7374735 w 12192000"/>
              <a:gd name="connsiteY8-11464" fmla="*/ 65326 h 4939827"/>
              <a:gd name="connsiteX9-11465" fmla="*/ 7376078 w 12192000"/>
              <a:gd name="connsiteY9-11466" fmla="*/ 63849 h 4939827"/>
              <a:gd name="connsiteX10-11467" fmla="*/ 7402026 w 12192000"/>
              <a:gd name="connsiteY10-11468" fmla="*/ 60308 h 4939827"/>
              <a:gd name="connsiteX11-11469" fmla="*/ 7415091 w 12192000"/>
              <a:gd name="connsiteY11-11470" fmla="*/ 77403 h 4939827"/>
              <a:gd name="connsiteX12-11471" fmla="*/ 7488682 w 12192000"/>
              <a:gd name="connsiteY12-11472" fmla="*/ 83440 h 4939827"/>
              <a:gd name="connsiteX13-11473" fmla="*/ 7732750 w 12192000"/>
              <a:gd name="connsiteY13-11474" fmla="*/ 145456 h 4939827"/>
              <a:gd name="connsiteX14-11475" fmla="*/ 7785900 w 12192000"/>
              <a:gd name="connsiteY14-11476" fmla="*/ 154493 h 4939827"/>
              <a:gd name="connsiteX15-11477" fmla="*/ 7952584 w 12192000"/>
              <a:gd name="connsiteY15-11478" fmla="*/ 170181 h 4939827"/>
              <a:gd name="connsiteX16-11479" fmla="*/ 8009534 w 12192000"/>
              <a:gd name="connsiteY16-11480" fmla="*/ 176441 h 4939827"/>
              <a:gd name="connsiteX17-11481" fmla="*/ 8058681 w 12192000"/>
              <a:gd name="connsiteY17-11482" fmla="*/ 219431 h 4939827"/>
              <a:gd name="connsiteX18-11483" fmla="*/ 8126175 w 12192000"/>
              <a:gd name="connsiteY18-11484" fmla="*/ 240005 h 4939827"/>
              <a:gd name="connsiteX19-11485" fmla="*/ 8166439 w 12192000"/>
              <a:gd name="connsiteY19-11486" fmla="*/ 252699 h 4939827"/>
              <a:gd name="connsiteX20-11487" fmla="*/ 8281371 w 12192000"/>
              <a:gd name="connsiteY20-11488" fmla="*/ 256875 h 4939827"/>
              <a:gd name="connsiteX21-11489" fmla="*/ 8381609 w 12192000"/>
              <a:gd name="connsiteY21-11490" fmla="*/ 240618 h 4939827"/>
              <a:gd name="connsiteX22-11491" fmla="*/ 8406759 w 12192000"/>
              <a:gd name="connsiteY22-11492" fmla="*/ 232517 h 4939827"/>
              <a:gd name="connsiteX23-11493" fmla="*/ 8426506 w 12192000"/>
              <a:gd name="connsiteY23-11494" fmla="*/ 241842 h 4939827"/>
              <a:gd name="connsiteX24-11495" fmla="*/ 8427949 w 12192000"/>
              <a:gd name="connsiteY24-11496" fmla="*/ 240981 h 4939827"/>
              <a:gd name="connsiteX25-11497" fmla="*/ 8441468 w 12192000"/>
              <a:gd name="connsiteY25-11498" fmla="*/ 241157 h 4939827"/>
              <a:gd name="connsiteX26-11499" fmla="*/ 8565757 w 12192000"/>
              <a:gd name="connsiteY26-11500" fmla="*/ 255317 h 4939827"/>
              <a:gd name="connsiteX27-11501" fmla="*/ 8573171 w 12192000"/>
              <a:gd name="connsiteY27-11502" fmla="*/ 258426 h 4939827"/>
              <a:gd name="connsiteX28-11503" fmla="*/ 8573548 w 12192000"/>
              <a:gd name="connsiteY28-11504" fmla="*/ 258241 h 4939827"/>
              <a:gd name="connsiteX29-11505" fmla="*/ 8581827 w 12192000"/>
              <a:gd name="connsiteY29-11506" fmla="*/ 261028 h 4939827"/>
              <a:gd name="connsiteX30-11507" fmla="*/ 8586687 w 12192000"/>
              <a:gd name="connsiteY30-11508" fmla="*/ 264089 h 4939827"/>
              <a:gd name="connsiteX31-11509" fmla="*/ 8601067 w 12192000"/>
              <a:gd name="connsiteY31-11510" fmla="*/ 270114 h 4939827"/>
              <a:gd name="connsiteX32-11511" fmla="*/ 8672650 w 12192000"/>
              <a:gd name="connsiteY32-11512" fmla="*/ 254821 h 4939827"/>
              <a:gd name="connsiteX33-11513" fmla="*/ 8785543 w 12192000"/>
              <a:gd name="connsiteY33-11514" fmla="*/ 263406 h 4939827"/>
              <a:gd name="connsiteX34-11515" fmla="*/ 8830588 w 12192000"/>
              <a:gd name="connsiteY34-11516" fmla="*/ 265483 h 4939827"/>
              <a:gd name="connsiteX35-11517" fmla="*/ 8905142 w 12192000"/>
              <a:gd name="connsiteY35-11518" fmla="*/ 264958 h 4939827"/>
              <a:gd name="connsiteX36-11519" fmla="*/ 8968582 w 12192000"/>
              <a:gd name="connsiteY36-11520" fmla="*/ 262728 h 4939827"/>
              <a:gd name="connsiteX37-11521" fmla="*/ 8972994 w 12192000"/>
              <a:gd name="connsiteY37-11522" fmla="*/ 263284 h 4939827"/>
              <a:gd name="connsiteX38-11523" fmla="*/ 9004605 w 12192000"/>
              <a:gd name="connsiteY38-11524" fmla="*/ 258041 h 4939827"/>
              <a:gd name="connsiteX39-11525" fmla="*/ 9016165 w 12192000"/>
              <a:gd name="connsiteY39-11526" fmla="*/ 261258 h 4939827"/>
              <a:gd name="connsiteX40-11527" fmla="*/ 9043297 w 12192000"/>
              <a:gd name="connsiteY40-11528" fmla="*/ 281547 h 4939827"/>
              <a:gd name="connsiteX41-11529" fmla="*/ 9048315 w 12192000"/>
              <a:gd name="connsiteY41-11530" fmla="*/ 279264 h 4939827"/>
              <a:gd name="connsiteX42-11531" fmla="*/ 9054706 w 12192000"/>
              <a:gd name="connsiteY42-11532" fmla="*/ 278538 h 4939827"/>
              <a:gd name="connsiteX43-11533" fmla="*/ 9070919 w 12192000"/>
              <a:gd name="connsiteY43-11534" fmla="*/ 281810 h 4939827"/>
              <a:gd name="connsiteX44-11535" fmla="*/ 9076813 w 12192000"/>
              <a:gd name="connsiteY44-11536" fmla="*/ 283909 h 4939827"/>
              <a:gd name="connsiteX45-11537" fmla="*/ 9085871 w 12192000"/>
              <a:gd name="connsiteY45-11538" fmla="*/ 285133 h 4939827"/>
              <a:gd name="connsiteX46-11539" fmla="*/ 9086159 w 12192000"/>
              <a:gd name="connsiteY46-11540" fmla="*/ 284887 h 4939827"/>
              <a:gd name="connsiteX47-11541" fmla="*/ 9134606 w 12192000"/>
              <a:gd name="connsiteY47-11542" fmla="*/ 288168 h 4939827"/>
              <a:gd name="connsiteX48-11543" fmla="*/ 9195590 w 12192000"/>
              <a:gd name="connsiteY48-11544" fmla="*/ 279568 h 4939827"/>
              <a:gd name="connsiteX49-11545" fmla="*/ 9219336 w 12192000"/>
              <a:gd name="connsiteY49-11546" fmla="*/ 278133 h 4939827"/>
              <a:gd name="connsiteX50-11547" fmla="*/ 9232362 w 12192000"/>
              <a:gd name="connsiteY50-11548" fmla="*/ 275894 h 4939827"/>
              <a:gd name="connsiteX51-11549" fmla="*/ 9233396 w 12192000"/>
              <a:gd name="connsiteY51-11550" fmla="*/ 274803 h 4939827"/>
              <a:gd name="connsiteX52-11551" fmla="*/ 9256213 w 12192000"/>
              <a:gd name="connsiteY52-11552" fmla="*/ 281576 h 4939827"/>
              <a:gd name="connsiteX53-11553" fmla="*/ 9371484 w 12192000"/>
              <a:gd name="connsiteY53-11554" fmla="*/ 329634 h 4939827"/>
              <a:gd name="connsiteX54-11555" fmla="*/ 9404829 w 12192000"/>
              <a:gd name="connsiteY54-11556" fmla="*/ 339038 h 4939827"/>
              <a:gd name="connsiteX55-11557" fmla="*/ 9427021 w 12192000"/>
              <a:gd name="connsiteY55-11558" fmla="*/ 358784 h 4939827"/>
              <a:gd name="connsiteX56-11559" fmla="*/ 9670844 w 12192000"/>
              <a:gd name="connsiteY56-11560" fmla="*/ 405128 h 4939827"/>
              <a:gd name="connsiteX57-11561" fmla="*/ 9816083 w 12192000"/>
              <a:gd name="connsiteY57-11562" fmla="*/ 416573 h 4939827"/>
              <a:gd name="connsiteX58-11563" fmla="*/ 9936741 w 12192000"/>
              <a:gd name="connsiteY58-11564" fmla="*/ 437044 h 4939827"/>
              <a:gd name="connsiteX59-11565" fmla="*/ 10050093 w 12192000"/>
              <a:gd name="connsiteY59-11566" fmla="*/ 443783 h 4939827"/>
              <a:gd name="connsiteX60-11567" fmla="*/ 10130090 w 12192000"/>
              <a:gd name="connsiteY60-11568" fmla="*/ 459520 h 4939827"/>
              <a:gd name="connsiteX61-11569" fmla="*/ 10173456 w 12192000"/>
              <a:gd name="connsiteY61-11570" fmla="*/ 457749 h 4939827"/>
              <a:gd name="connsiteX62-11571" fmla="*/ 10218232 w 12192000"/>
              <a:gd name="connsiteY62-11572" fmla="*/ 459820 h 4939827"/>
              <a:gd name="connsiteX63-11573" fmla="*/ 10354176 w 12192000"/>
              <a:gd name="connsiteY63-11574" fmla="*/ 471377 h 4939827"/>
              <a:gd name="connsiteX64-11575" fmla="*/ 10430681 w 12192000"/>
              <a:gd name="connsiteY64-11576" fmla="*/ 481226 h 4939827"/>
              <a:gd name="connsiteX65-11577" fmla="*/ 10478169 w 12192000"/>
              <a:gd name="connsiteY65-11578" fmla="*/ 481774 h 4939827"/>
              <a:gd name="connsiteX66-11579" fmla="*/ 10540907 w 12192000"/>
              <a:gd name="connsiteY66-11580" fmla="*/ 485607 h 4939827"/>
              <a:gd name="connsiteX67-11581" fmla="*/ 10614941 w 12192000"/>
              <a:gd name="connsiteY67-11582" fmla="*/ 487592 h 4939827"/>
              <a:gd name="connsiteX68-11583" fmla="*/ 10674098 w 12192000"/>
              <a:gd name="connsiteY68-11584" fmla="*/ 521656 h 4939827"/>
              <a:gd name="connsiteX69-11585" fmla="*/ 10874834 w 12192000"/>
              <a:gd name="connsiteY69-11586" fmla="*/ 574867 h 4939827"/>
              <a:gd name="connsiteX70-11587" fmla="*/ 10944981 w 12192000"/>
              <a:gd name="connsiteY70-11588" fmla="*/ 615042 h 4939827"/>
              <a:gd name="connsiteX71-11589" fmla="*/ 11006376 w 12192000"/>
              <a:gd name="connsiteY71-11590" fmla="*/ 645957 h 4939827"/>
              <a:gd name="connsiteX72-11591" fmla="*/ 11076308 w 12192000"/>
              <a:gd name="connsiteY72-11592" fmla="*/ 675698 h 4939827"/>
              <a:gd name="connsiteX73-11593" fmla="*/ 11148789 w 12192000"/>
              <a:gd name="connsiteY73-11594" fmla="*/ 685041 h 4939827"/>
              <a:gd name="connsiteX74-11595" fmla="*/ 11249129 w 12192000"/>
              <a:gd name="connsiteY74-11596" fmla="*/ 684218 h 4939827"/>
              <a:gd name="connsiteX75-11597" fmla="*/ 11299915 w 12192000"/>
              <a:gd name="connsiteY75-11598" fmla="*/ 692177 h 4939827"/>
              <a:gd name="connsiteX76-11599" fmla="*/ 11386973 w 12192000"/>
              <a:gd name="connsiteY76-11600" fmla="*/ 708209 h 4939827"/>
              <a:gd name="connsiteX77-11601" fmla="*/ 11500105 w 12192000"/>
              <a:gd name="connsiteY77-11602" fmla="*/ 735014 h 4939827"/>
              <a:gd name="connsiteX78-11603" fmla="*/ 11621735 w 12192000"/>
              <a:gd name="connsiteY78-11604" fmla="*/ 789584 h 4939827"/>
              <a:gd name="connsiteX79-11605" fmla="*/ 11691200 w 12192000"/>
              <a:gd name="connsiteY79-11606" fmla="*/ 867902 h 4939827"/>
              <a:gd name="connsiteX80-11607" fmla="*/ 11819427 w 12192000"/>
              <a:gd name="connsiteY80-11608" fmla="*/ 911634 h 4939827"/>
              <a:gd name="connsiteX81-11609" fmla="*/ 11969720 w 12192000"/>
              <a:gd name="connsiteY81-11610" fmla="*/ 964737 h 4939827"/>
              <a:gd name="connsiteX82-11611" fmla="*/ 12055766 w 12192000"/>
              <a:gd name="connsiteY82-11612" fmla="*/ 991268 h 4939827"/>
              <a:gd name="connsiteX83-11613" fmla="*/ 12171539 w 12192000"/>
              <a:gd name="connsiteY83-11614" fmla="*/ 995427 h 4939827"/>
              <a:gd name="connsiteX84-11615" fmla="*/ 12187831 w 12192000"/>
              <a:gd name="connsiteY84-11616" fmla="*/ 996580 h 4939827"/>
              <a:gd name="connsiteX85-11617" fmla="*/ 12192000 w 12192000"/>
              <a:gd name="connsiteY85-11618" fmla="*/ 996726 h 4939827"/>
              <a:gd name="connsiteX86-11619" fmla="*/ 12192000 w 12192000"/>
              <a:gd name="connsiteY86-11620" fmla="*/ 4939827 h 4939827"/>
              <a:gd name="connsiteX87-11621" fmla="*/ 0 w 12192000"/>
              <a:gd name="connsiteY87-11622" fmla="*/ 4939827 h 4939827"/>
              <a:gd name="connsiteX88-11623" fmla="*/ 0 w 12192000"/>
              <a:gd name="connsiteY88-11624" fmla="*/ 512043 h 4939827"/>
              <a:gd name="connsiteX89-11625" fmla="*/ 7381 w 12192000"/>
              <a:gd name="connsiteY89-11626" fmla="*/ 512580 h 4939827"/>
              <a:gd name="connsiteX90-11627" fmla="*/ 100029 w 12192000"/>
              <a:gd name="connsiteY90-11628" fmla="*/ 504758 h 4939827"/>
              <a:gd name="connsiteX91-11629" fmla="*/ 155244 w 12192000"/>
              <a:gd name="connsiteY91-11630" fmla="*/ 525130 h 4939827"/>
              <a:gd name="connsiteX92-11631" fmla="*/ 254366 w 12192000"/>
              <a:gd name="connsiteY92-11632" fmla="*/ 534449 h 4939827"/>
              <a:gd name="connsiteX93-11633" fmla="*/ 447292 w 12192000"/>
              <a:gd name="connsiteY93-11634" fmla="*/ 542725 h 4939827"/>
              <a:gd name="connsiteX94-11635" fmla="*/ 628105 w 12192000"/>
              <a:gd name="connsiteY94-11636" fmla="*/ 547853 h 4939827"/>
              <a:gd name="connsiteX95-11637" fmla="*/ 783146 w 12192000"/>
              <a:gd name="connsiteY95-11638" fmla="*/ 591799 h 4939827"/>
              <a:gd name="connsiteX96-11639" fmla="*/ 1043676 w 12192000"/>
              <a:gd name="connsiteY96-11640" fmla="*/ 591887 h 4939827"/>
              <a:gd name="connsiteX97-11641" fmla="*/ 1281816 w 12192000"/>
              <a:gd name="connsiteY97-11642" fmla="*/ 520946 h 4939827"/>
              <a:gd name="connsiteX98-11643" fmla="*/ 1486347 w 12192000"/>
              <a:gd name="connsiteY98-11644" fmla="*/ 487310 h 4939827"/>
              <a:gd name="connsiteX99-11645" fmla="*/ 1568079 w 12192000"/>
              <a:gd name="connsiteY99-11646" fmla="*/ 462531 h 4939827"/>
              <a:gd name="connsiteX100-11647" fmla="*/ 1622516 w 12192000"/>
              <a:gd name="connsiteY100-11648" fmla="*/ 466058 h 4939827"/>
              <a:gd name="connsiteX101-11649" fmla="*/ 1655457 w 12192000"/>
              <a:gd name="connsiteY101-11650" fmla="*/ 465359 h 4939827"/>
              <a:gd name="connsiteX102-11651" fmla="*/ 1717454 w 12192000"/>
              <a:gd name="connsiteY102-11652" fmla="*/ 417203 h 4939827"/>
              <a:gd name="connsiteX103-11653" fmla="*/ 1913794 w 12192000"/>
              <a:gd name="connsiteY103-11654" fmla="*/ 365255 h 4939827"/>
              <a:gd name="connsiteX104-11655" fmla="*/ 2129762 w 12192000"/>
              <a:gd name="connsiteY104-11656" fmla="*/ 367832 h 4939827"/>
              <a:gd name="connsiteX105-11657" fmla="*/ 2376970 w 12192000"/>
              <a:gd name="connsiteY105-11658" fmla="*/ 350129 h 4939827"/>
              <a:gd name="connsiteX106-11659" fmla="*/ 2480155 w 12192000"/>
              <a:gd name="connsiteY106-11660" fmla="*/ 359227 h 4939827"/>
              <a:gd name="connsiteX107-11661" fmla="*/ 2586782 w 12192000"/>
              <a:gd name="connsiteY107-11662" fmla="*/ 339352 h 4939827"/>
              <a:gd name="connsiteX108-11663" fmla="*/ 2679617 w 12192000"/>
              <a:gd name="connsiteY108-11664" fmla="*/ 305383 h 4939827"/>
              <a:gd name="connsiteX109-11665" fmla="*/ 2788947 w 12192000"/>
              <a:gd name="connsiteY109-11666" fmla="*/ 250375 h 4939827"/>
              <a:gd name="connsiteX110-11667" fmla="*/ 2965530 w 12192000"/>
              <a:gd name="connsiteY110-11668" fmla="*/ 245958 h 4939827"/>
              <a:gd name="connsiteX111-11669" fmla="*/ 3103677 w 12192000"/>
              <a:gd name="connsiteY111-11670" fmla="*/ 209527 h 4939827"/>
              <a:gd name="connsiteX112-11671" fmla="*/ 3126759 w 12192000"/>
              <a:gd name="connsiteY112-11672" fmla="*/ 211226 h 4939827"/>
              <a:gd name="connsiteX113-11673" fmla="*/ 3164020 w 12192000"/>
              <a:gd name="connsiteY113-11674" fmla="*/ 212779 h 4939827"/>
              <a:gd name="connsiteX114-11675" fmla="*/ 3285019 w 12192000"/>
              <a:gd name="connsiteY114-11676" fmla="*/ 220535 h 4939827"/>
              <a:gd name="connsiteX115-11677" fmla="*/ 3365154 w 12192000"/>
              <a:gd name="connsiteY115-11678" fmla="*/ 226416 h 4939827"/>
              <a:gd name="connsiteX116-11679" fmla="*/ 3367507 w 12192000"/>
              <a:gd name="connsiteY116-11680" fmla="*/ 225416 h 4939827"/>
              <a:gd name="connsiteX117-11681" fmla="*/ 3387567 w 12192000"/>
              <a:gd name="connsiteY117-11682" fmla="*/ 227103 h 4939827"/>
              <a:gd name="connsiteX118-11683" fmla="*/ 3498001 w 12192000"/>
              <a:gd name="connsiteY118-11684" fmla="*/ 231941 h 4939827"/>
              <a:gd name="connsiteX119-11685" fmla="*/ 3561557 w 12192000"/>
              <a:gd name="connsiteY119-11686" fmla="*/ 228095 h 4939827"/>
              <a:gd name="connsiteX120-11687" fmla="*/ 3611920 w 12192000"/>
              <a:gd name="connsiteY120-11688" fmla="*/ 218094 h 4939827"/>
              <a:gd name="connsiteX121-11689" fmla="*/ 3620528 w 12192000"/>
              <a:gd name="connsiteY121-11690" fmla="*/ 218788 h 4939827"/>
              <a:gd name="connsiteX122-11691" fmla="*/ 3620766 w 12192000"/>
              <a:gd name="connsiteY122-11692" fmla="*/ 218511 h 4939827"/>
              <a:gd name="connsiteX123-11693" fmla="*/ 3629977 w 12192000"/>
              <a:gd name="connsiteY123-11694" fmla="*/ 218664 h 4939827"/>
              <a:gd name="connsiteX124-11695" fmla="*/ 3636217 w 12192000"/>
              <a:gd name="connsiteY124-11696" fmla="*/ 220048 h 4939827"/>
              <a:gd name="connsiteX125-11697" fmla="*/ 3709484 w 12192000"/>
              <a:gd name="connsiteY125-11698" fmla="*/ 186927 h 4939827"/>
              <a:gd name="connsiteX126-11699" fmla="*/ 3761342 w 12192000"/>
              <a:gd name="connsiteY126-11700" fmla="*/ 177474 h 4939827"/>
              <a:gd name="connsiteX127-11701" fmla="*/ 3799748 w 12192000"/>
              <a:gd name="connsiteY127-11702" fmla="*/ 167154 h 4939827"/>
              <a:gd name="connsiteX128-11703" fmla="*/ 3922756 w 12192000"/>
              <a:gd name="connsiteY128-11704" fmla="*/ 194044 h 4939827"/>
              <a:gd name="connsiteX129-11705" fmla="*/ 4028476 w 12192000"/>
              <a:gd name="connsiteY129-11706" fmla="*/ 223679 h 4939827"/>
              <a:gd name="connsiteX130-11707" fmla="*/ 4191582 w 12192000"/>
              <a:gd name="connsiteY130-11708" fmla="*/ 238952 h 4939827"/>
              <a:gd name="connsiteX131-11709" fmla="*/ 4251024 w 12192000"/>
              <a:gd name="connsiteY131-11710" fmla="*/ 240874 h 4939827"/>
              <a:gd name="connsiteX132-11711" fmla="*/ 4355275 w 12192000"/>
              <a:gd name="connsiteY132-11712" fmla="*/ 260205 h 4939827"/>
              <a:gd name="connsiteX133-11713" fmla="*/ 4423807 w 12192000"/>
              <a:gd name="connsiteY133-11714" fmla="*/ 270366 h 4939827"/>
              <a:gd name="connsiteX134-11715" fmla="*/ 4558432 w 12192000"/>
              <a:gd name="connsiteY134-11716" fmla="*/ 269194 h 4939827"/>
              <a:gd name="connsiteX135-11717" fmla="*/ 4635061 w 12192000"/>
              <a:gd name="connsiteY135-11718" fmla="*/ 280682 h 4939827"/>
              <a:gd name="connsiteX136-11719" fmla="*/ 4807427 w 12192000"/>
              <a:gd name="connsiteY136-11720" fmla="*/ 276835 h 4939827"/>
              <a:gd name="connsiteX137-11721" fmla="*/ 5028933 w 12192000"/>
              <a:gd name="connsiteY137-11722" fmla="*/ 183887 h 4939827"/>
              <a:gd name="connsiteX138-11723" fmla="*/ 5093642 w 12192000"/>
              <a:gd name="connsiteY138-11724" fmla="*/ 177214 h 4939827"/>
              <a:gd name="connsiteX139-11725" fmla="*/ 5102642 w 12192000"/>
              <a:gd name="connsiteY139-11726" fmla="*/ 186816 h 4939827"/>
              <a:gd name="connsiteX140-11727" fmla="*/ 5193590 w 12192000"/>
              <a:gd name="connsiteY140-11728" fmla="*/ 156458 h 4939827"/>
              <a:gd name="connsiteX141-11729" fmla="*/ 5323922 w 12192000"/>
              <a:gd name="connsiteY141-11730" fmla="*/ 146332 h 4939827"/>
              <a:gd name="connsiteX142-11731" fmla="*/ 5421860 w 12192000"/>
              <a:gd name="connsiteY142-11732" fmla="*/ 167298 h 4939827"/>
              <a:gd name="connsiteX143-11733" fmla="*/ 5476948 w 12192000"/>
              <a:gd name="connsiteY143-11734" fmla="*/ 173249 h 4939827"/>
              <a:gd name="connsiteX144-11735" fmla="*/ 5516842 w 12192000"/>
              <a:gd name="connsiteY144-11736" fmla="*/ 184018 h 4939827"/>
              <a:gd name="connsiteX145-11737" fmla="*/ 5619415 w 12192000"/>
              <a:gd name="connsiteY145-11738" fmla="*/ 176781 h 4939827"/>
              <a:gd name="connsiteX146-11739" fmla="*/ 5789867 w 12192000"/>
              <a:gd name="connsiteY146-11740" fmla="*/ 150304 h 4939827"/>
              <a:gd name="connsiteX147-11741" fmla="*/ 5825953 w 12192000"/>
              <a:gd name="connsiteY147-11742" fmla="*/ 147907 h 4939827"/>
              <a:gd name="connsiteX148-11743" fmla="*/ 5856168 w 12192000"/>
              <a:gd name="connsiteY148-11744" fmla="*/ 158719 h 4939827"/>
              <a:gd name="connsiteX149-11745" fmla="*/ 5862476 w 12192000"/>
              <a:gd name="connsiteY149-11746" fmla="*/ 172447 h 4939827"/>
              <a:gd name="connsiteX150-11747" fmla="*/ 5882195 w 12192000"/>
              <a:gd name="connsiteY150-11748" fmla="*/ 173195 h 4939827"/>
              <a:gd name="connsiteX151-11749" fmla="*/ 5952585 w 12192000"/>
              <a:gd name="connsiteY151-11750" fmla="*/ 161012 h 4939827"/>
              <a:gd name="connsiteX152-11751" fmla="*/ 6001964 w 12192000"/>
              <a:gd name="connsiteY152-11752" fmla="*/ 154786 h 4939827"/>
              <a:gd name="connsiteX153-11753" fmla="*/ 6184207 w 12192000"/>
              <a:gd name="connsiteY153-11754" fmla="*/ 132658 h 4939827"/>
              <a:gd name="connsiteX154-11755" fmla="*/ 6415830 w 12192000"/>
              <a:gd name="connsiteY154-11756" fmla="*/ 136006 h 4939827"/>
              <a:gd name="connsiteX155-11757" fmla="*/ 6756965 w 12192000"/>
              <a:gd name="connsiteY155-11758" fmla="*/ 57636 h 4939827"/>
              <a:gd name="connsiteX156-11759" fmla="*/ 6819400 w 12192000"/>
              <a:gd name="connsiteY156-11760" fmla="*/ 30742 h 4939827"/>
              <a:gd name="connsiteX157-11761" fmla="*/ 6986370 w 12192000"/>
              <a:gd name="connsiteY157-11762" fmla="*/ 12659 h 4939827"/>
              <a:gd name="connsiteX158-11763" fmla="*/ 6989536 w 12192000"/>
              <a:gd name="connsiteY158-11764" fmla="*/ 14528 h 4939827"/>
              <a:gd name="connsiteX159-11765" fmla="*/ 7015933 w 12192000"/>
              <a:gd name="connsiteY159-11766" fmla="*/ 9653 h 4939827"/>
              <a:gd name="connsiteX160-11767" fmla="*/ 7020592 w 12192000"/>
              <a:gd name="connsiteY160-11768" fmla="*/ 1651 h 4939827"/>
              <a:gd name="connsiteX161-11769" fmla="*/ 7025905 w 12192000"/>
              <a:gd name="connsiteY161-11770" fmla="*/ 0 h 4939827"/>
              <a:gd name="connsiteX0-11771" fmla="*/ 7025905 w 12192000"/>
              <a:gd name="connsiteY0-11772" fmla="*/ 0 h 4939827"/>
              <a:gd name="connsiteX1-11773" fmla="*/ 7032579 w 12192000"/>
              <a:gd name="connsiteY1-11774" fmla="*/ 2808 h 4939827"/>
              <a:gd name="connsiteX2-11775" fmla="*/ 7079505 w 12192000"/>
              <a:gd name="connsiteY2-11776" fmla="*/ 12971 h 4939827"/>
              <a:gd name="connsiteX3-11777" fmla="*/ 7158791 w 12192000"/>
              <a:gd name="connsiteY3-11778" fmla="*/ 12462 h 4939827"/>
              <a:gd name="connsiteX4-11779" fmla="*/ 7233338 w 12192000"/>
              <a:gd name="connsiteY4-11780" fmla="*/ 24846 h 4939827"/>
              <a:gd name="connsiteX5-11781" fmla="*/ 7259791 w 12192000"/>
              <a:gd name="connsiteY5-11782" fmla="*/ 29557 h 4939827"/>
              <a:gd name="connsiteX6-11783" fmla="*/ 7263923 w 12192000"/>
              <a:gd name="connsiteY6-11784" fmla="*/ 35029 h 4939827"/>
              <a:gd name="connsiteX7-11785" fmla="*/ 7281549 w 12192000"/>
              <a:gd name="connsiteY7-11786" fmla="*/ 39654 h 4939827"/>
              <a:gd name="connsiteX8-11787" fmla="*/ 7374735 w 12192000"/>
              <a:gd name="connsiteY8-11788" fmla="*/ 65326 h 4939827"/>
              <a:gd name="connsiteX9-11789" fmla="*/ 7376078 w 12192000"/>
              <a:gd name="connsiteY9-11790" fmla="*/ 63849 h 4939827"/>
              <a:gd name="connsiteX10-11791" fmla="*/ 7402026 w 12192000"/>
              <a:gd name="connsiteY10-11792" fmla="*/ 60308 h 4939827"/>
              <a:gd name="connsiteX11-11793" fmla="*/ 7415091 w 12192000"/>
              <a:gd name="connsiteY11-11794" fmla="*/ 77403 h 4939827"/>
              <a:gd name="connsiteX12-11795" fmla="*/ 7488682 w 12192000"/>
              <a:gd name="connsiteY12-11796" fmla="*/ 83440 h 4939827"/>
              <a:gd name="connsiteX13-11797" fmla="*/ 7732750 w 12192000"/>
              <a:gd name="connsiteY13-11798" fmla="*/ 145456 h 4939827"/>
              <a:gd name="connsiteX14-11799" fmla="*/ 7785900 w 12192000"/>
              <a:gd name="connsiteY14-11800" fmla="*/ 154493 h 4939827"/>
              <a:gd name="connsiteX15-11801" fmla="*/ 7952584 w 12192000"/>
              <a:gd name="connsiteY15-11802" fmla="*/ 170181 h 4939827"/>
              <a:gd name="connsiteX16-11803" fmla="*/ 8009534 w 12192000"/>
              <a:gd name="connsiteY16-11804" fmla="*/ 176441 h 4939827"/>
              <a:gd name="connsiteX17-11805" fmla="*/ 8058681 w 12192000"/>
              <a:gd name="connsiteY17-11806" fmla="*/ 219431 h 4939827"/>
              <a:gd name="connsiteX18-11807" fmla="*/ 8126175 w 12192000"/>
              <a:gd name="connsiteY18-11808" fmla="*/ 240005 h 4939827"/>
              <a:gd name="connsiteX19-11809" fmla="*/ 8166439 w 12192000"/>
              <a:gd name="connsiteY19-11810" fmla="*/ 252699 h 4939827"/>
              <a:gd name="connsiteX20-11811" fmla="*/ 8281371 w 12192000"/>
              <a:gd name="connsiteY20-11812" fmla="*/ 256875 h 4939827"/>
              <a:gd name="connsiteX21-11813" fmla="*/ 8381609 w 12192000"/>
              <a:gd name="connsiteY21-11814" fmla="*/ 240618 h 4939827"/>
              <a:gd name="connsiteX22-11815" fmla="*/ 8406759 w 12192000"/>
              <a:gd name="connsiteY22-11816" fmla="*/ 232517 h 4939827"/>
              <a:gd name="connsiteX23-11817" fmla="*/ 8426506 w 12192000"/>
              <a:gd name="connsiteY23-11818" fmla="*/ 241842 h 4939827"/>
              <a:gd name="connsiteX24-11819" fmla="*/ 8427949 w 12192000"/>
              <a:gd name="connsiteY24-11820" fmla="*/ 240981 h 4939827"/>
              <a:gd name="connsiteX25-11821" fmla="*/ 8441468 w 12192000"/>
              <a:gd name="connsiteY25-11822" fmla="*/ 241157 h 4939827"/>
              <a:gd name="connsiteX26-11823" fmla="*/ 8565757 w 12192000"/>
              <a:gd name="connsiteY26-11824" fmla="*/ 255317 h 4939827"/>
              <a:gd name="connsiteX27-11825" fmla="*/ 8573171 w 12192000"/>
              <a:gd name="connsiteY27-11826" fmla="*/ 258426 h 4939827"/>
              <a:gd name="connsiteX28-11827" fmla="*/ 8573548 w 12192000"/>
              <a:gd name="connsiteY28-11828" fmla="*/ 258241 h 4939827"/>
              <a:gd name="connsiteX29-11829" fmla="*/ 8581827 w 12192000"/>
              <a:gd name="connsiteY29-11830" fmla="*/ 261028 h 4939827"/>
              <a:gd name="connsiteX30-11831" fmla="*/ 8586687 w 12192000"/>
              <a:gd name="connsiteY30-11832" fmla="*/ 264089 h 4939827"/>
              <a:gd name="connsiteX31-11833" fmla="*/ 8601067 w 12192000"/>
              <a:gd name="connsiteY31-11834" fmla="*/ 270114 h 4939827"/>
              <a:gd name="connsiteX32-11835" fmla="*/ 8672650 w 12192000"/>
              <a:gd name="connsiteY32-11836" fmla="*/ 254821 h 4939827"/>
              <a:gd name="connsiteX33-11837" fmla="*/ 8785543 w 12192000"/>
              <a:gd name="connsiteY33-11838" fmla="*/ 263406 h 4939827"/>
              <a:gd name="connsiteX34-11839" fmla="*/ 8830588 w 12192000"/>
              <a:gd name="connsiteY34-11840" fmla="*/ 265483 h 4939827"/>
              <a:gd name="connsiteX35-11841" fmla="*/ 8905142 w 12192000"/>
              <a:gd name="connsiteY35-11842" fmla="*/ 264958 h 4939827"/>
              <a:gd name="connsiteX36-11843" fmla="*/ 8968582 w 12192000"/>
              <a:gd name="connsiteY36-11844" fmla="*/ 262728 h 4939827"/>
              <a:gd name="connsiteX37-11845" fmla="*/ 8972994 w 12192000"/>
              <a:gd name="connsiteY37-11846" fmla="*/ 263284 h 4939827"/>
              <a:gd name="connsiteX38-11847" fmla="*/ 9004605 w 12192000"/>
              <a:gd name="connsiteY38-11848" fmla="*/ 258041 h 4939827"/>
              <a:gd name="connsiteX39-11849" fmla="*/ 9016165 w 12192000"/>
              <a:gd name="connsiteY39-11850" fmla="*/ 261258 h 4939827"/>
              <a:gd name="connsiteX40-11851" fmla="*/ 9043297 w 12192000"/>
              <a:gd name="connsiteY40-11852" fmla="*/ 281547 h 4939827"/>
              <a:gd name="connsiteX41-11853" fmla="*/ 9048315 w 12192000"/>
              <a:gd name="connsiteY41-11854" fmla="*/ 279264 h 4939827"/>
              <a:gd name="connsiteX42-11855" fmla="*/ 9054706 w 12192000"/>
              <a:gd name="connsiteY42-11856" fmla="*/ 278538 h 4939827"/>
              <a:gd name="connsiteX43-11857" fmla="*/ 9070919 w 12192000"/>
              <a:gd name="connsiteY43-11858" fmla="*/ 281810 h 4939827"/>
              <a:gd name="connsiteX44-11859" fmla="*/ 9076813 w 12192000"/>
              <a:gd name="connsiteY44-11860" fmla="*/ 283909 h 4939827"/>
              <a:gd name="connsiteX45-11861" fmla="*/ 9085871 w 12192000"/>
              <a:gd name="connsiteY45-11862" fmla="*/ 285133 h 4939827"/>
              <a:gd name="connsiteX46-11863" fmla="*/ 9086159 w 12192000"/>
              <a:gd name="connsiteY46-11864" fmla="*/ 284887 h 4939827"/>
              <a:gd name="connsiteX47-11865" fmla="*/ 9134606 w 12192000"/>
              <a:gd name="connsiteY47-11866" fmla="*/ 288168 h 4939827"/>
              <a:gd name="connsiteX48-11867" fmla="*/ 9195590 w 12192000"/>
              <a:gd name="connsiteY48-11868" fmla="*/ 279568 h 4939827"/>
              <a:gd name="connsiteX49-11869" fmla="*/ 9219336 w 12192000"/>
              <a:gd name="connsiteY49-11870" fmla="*/ 278133 h 4939827"/>
              <a:gd name="connsiteX50-11871" fmla="*/ 9232362 w 12192000"/>
              <a:gd name="connsiteY50-11872" fmla="*/ 275894 h 4939827"/>
              <a:gd name="connsiteX51-11873" fmla="*/ 9233396 w 12192000"/>
              <a:gd name="connsiteY51-11874" fmla="*/ 274803 h 4939827"/>
              <a:gd name="connsiteX52-11875" fmla="*/ 9256213 w 12192000"/>
              <a:gd name="connsiteY52-11876" fmla="*/ 281576 h 4939827"/>
              <a:gd name="connsiteX53-11877" fmla="*/ 9371484 w 12192000"/>
              <a:gd name="connsiteY53-11878" fmla="*/ 329634 h 4939827"/>
              <a:gd name="connsiteX54-11879" fmla="*/ 9404829 w 12192000"/>
              <a:gd name="connsiteY54-11880" fmla="*/ 339038 h 4939827"/>
              <a:gd name="connsiteX55-11881" fmla="*/ 9427021 w 12192000"/>
              <a:gd name="connsiteY55-11882" fmla="*/ 358784 h 4939827"/>
              <a:gd name="connsiteX56-11883" fmla="*/ 9670844 w 12192000"/>
              <a:gd name="connsiteY56-11884" fmla="*/ 405128 h 4939827"/>
              <a:gd name="connsiteX57-11885" fmla="*/ 9816083 w 12192000"/>
              <a:gd name="connsiteY57-11886" fmla="*/ 416573 h 4939827"/>
              <a:gd name="connsiteX58-11887" fmla="*/ 9936741 w 12192000"/>
              <a:gd name="connsiteY58-11888" fmla="*/ 437044 h 4939827"/>
              <a:gd name="connsiteX59-11889" fmla="*/ 10050093 w 12192000"/>
              <a:gd name="connsiteY59-11890" fmla="*/ 443783 h 4939827"/>
              <a:gd name="connsiteX60-11891" fmla="*/ 10130090 w 12192000"/>
              <a:gd name="connsiteY60-11892" fmla="*/ 459520 h 4939827"/>
              <a:gd name="connsiteX61-11893" fmla="*/ 10173456 w 12192000"/>
              <a:gd name="connsiteY61-11894" fmla="*/ 457749 h 4939827"/>
              <a:gd name="connsiteX62-11895" fmla="*/ 10218232 w 12192000"/>
              <a:gd name="connsiteY62-11896" fmla="*/ 459820 h 4939827"/>
              <a:gd name="connsiteX63-11897" fmla="*/ 10354176 w 12192000"/>
              <a:gd name="connsiteY63-11898" fmla="*/ 471377 h 4939827"/>
              <a:gd name="connsiteX64-11899" fmla="*/ 10430681 w 12192000"/>
              <a:gd name="connsiteY64-11900" fmla="*/ 481226 h 4939827"/>
              <a:gd name="connsiteX65-11901" fmla="*/ 10478169 w 12192000"/>
              <a:gd name="connsiteY65-11902" fmla="*/ 481774 h 4939827"/>
              <a:gd name="connsiteX66-11903" fmla="*/ 10540907 w 12192000"/>
              <a:gd name="connsiteY66-11904" fmla="*/ 485607 h 4939827"/>
              <a:gd name="connsiteX67-11905" fmla="*/ 10614941 w 12192000"/>
              <a:gd name="connsiteY67-11906" fmla="*/ 487592 h 4939827"/>
              <a:gd name="connsiteX68-11907" fmla="*/ 10674098 w 12192000"/>
              <a:gd name="connsiteY68-11908" fmla="*/ 521656 h 4939827"/>
              <a:gd name="connsiteX69-11909" fmla="*/ 10874834 w 12192000"/>
              <a:gd name="connsiteY69-11910" fmla="*/ 574867 h 4939827"/>
              <a:gd name="connsiteX70-11911" fmla="*/ 10944981 w 12192000"/>
              <a:gd name="connsiteY70-11912" fmla="*/ 615042 h 4939827"/>
              <a:gd name="connsiteX71-11913" fmla="*/ 11006376 w 12192000"/>
              <a:gd name="connsiteY71-11914" fmla="*/ 645957 h 4939827"/>
              <a:gd name="connsiteX72-11915" fmla="*/ 11076308 w 12192000"/>
              <a:gd name="connsiteY72-11916" fmla="*/ 675698 h 4939827"/>
              <a:gd name="connsiteX73-11917" fmla="*/ 11148789 w 12192000"/>
              <a:gd name="connsiteY73-11918" fmla="*/ 685041 h 4939827"/>
              <a:gd name="connsiteX74-11919" fmla="*/ 11249129 w 12192000"/>
              <a:gd name="connsiteY74-11920" fmla="*/ 684218 h 4939827"/>
              <a:gd name="connsiteX75-11921" fmla="*/ 11299915 w 12192000"/>
              <a:gd name="connsiteY75-11922" fmla="*/ 692177 h 4939827"/>
              <a:gd name="connsiteX76-11923" fmla="*/ 11386973 w 12192000"/>
              <a:gd name="connsiteY76-11924" fmla="*/ 708209 h 4939827"/>
              <a:gd name="connsiteX77-11925" fmla="*/ 11500105 w 12192000"/>
              <a:gd name="connsiteY77-11926" fmla="*/ 735014 h 4939827"/>
              <a:gd name="connsiteX78-11927" fmla="*/ 11621735 w 12192000"/>
              <a:gd name="connsiteY78-11928" fmla="*/ 789584 h 4939827"/>
              <a:gd name="connsiteX79-11929" fmla="*/ 11691200 w 12192000"/>
              <a:gd name="connsiteY79-11930" fmla="*/ 867902 h 4939827"/>
              <a:gd name="connsiteX80-11931" fmla="*/ 11819427 w 12192000"/>
              <a:gd name="connsiteY80-11932" fmla="*/ 911634 h 4939827"/>
              <a:gd name="connsiteX81-11933" fmla="*/ 11969720 w 12192000"/>
              <a:gd name="connsiteY81-11934" fmla="*/ 964737 h 4939827"/>
              <a:gd name="connsiteX82-11935" fmla="*/ 12055766 w 12192000"/>
              <a:gd name="connsiteY82-11936" fmla="*/ 991268 h 4939827"/>
              <a:gd name="connsiteX83-11937" fmla="*/ 12171539 w 12192000"/>
              <a:gd name="connsiteY83-11938" fmla="*/ 995427 h 4939827"/>
              <a:gd name="connsiteX84-11939" fmla="*/ 12187831 w 12192000"/>
              <a:gd name="connsiteY84-11940" fmla="*/ 996580 h 4939827"/>
              <a:gd name="connsiteX85-11941" fmla="*/ 12192000 w 12192000"/>
              <a:gd name="connsiteY85-11942" fmla="*/ 996726 h 4939827"/>
              <a:gd name="connsiteX86-11943" fmla="*/ 12192000 w 12192000"/>
              <a:gd name="connsiteY86-11944" fmla="*/ 4939827 h 4939827"/>
              <a:gd name="connsiteX87-11945" fmla="*/ 0 w 12192000"/>
              <a:gd name="connsiteY87-11946" fmla="*/ 4939827 h 4939827"/>
              <a:gd name="connsiteX88-11947" fmla="*/ 0 w 12192000"/>
              <a:gd name="connsiteY88-11948" fmla="*/ 512043 h 4939827"/>
              <a:gd name="connsiteX89-11949" fmla="*/ 7381 w 12192000"/>
              <a:gd name="connsiteY89-11950" fmla="*/ 512580 h 4939827"/>
              <a:gd name="connsiteX90-11951" fmla="*/ 100029 w 12192000"/>
              <a:gd name="connsiteY90-11952" fmla="*/ 504758 h 4939827"/>
              <a:gd name="connsiteX91-11953" fmla="*/ 155244 w 12192000"/>
              <a:gd name="connsiteY91-11954" fmla="*/ 525130 h 4939827"/>
              <a:gd name="connsiteX92-11955" fmla="*/ 254366 w 12192000"/>
              <a:gd name="connsiteY92-11956" fmla="*/ 534449 h 4939827"/>
              <a:gd name="connsiteX93-11957" fmla="*/ 447292 w 12192000"/>
              <a:gd name="connsiteY93-11958" fmla="*/ 542725 h 4939827"/>
              <a:gd name="connsiteX94-11959" fmla="*/ 628105 w 12192000"/>
              <a:gd name="connsiteY94-11960" fmla="*/ 547853 h 4939827"/>
              <a:gd name="connsiteX95-11961" fmla="*/ 783146 w 12192000"/>
              <a:gd name="connsiteY95-11962" fmla="*/ 591799 h 4939827"/>
              <a:gd name="connsiteX96-11963" fmla="*/ 1043676 w 12192000"/>
              <a:gd name="connsiteY96-11964" fmla="*/ 591887 h 4939827"/>
              <a:gd name="connsiteX97-11965" fmla="*/ 1281816 w 12192000"/>
              <a:gd name="connsiteY97-11966" fmla="*/ 520946 h 4939827"/>
              <a:gd name="connsiteX98-11967" fmla="*/ 1486347 w 12192000"/>
              <a:gd name="connsiteY98-11968" fmla="*/ 487310 h 4939827"/>
              <a:gd name="connsiteX99-11969" fmla="*/ 1568079 w 12192000"/>
              <a:gd name="connsiteY99-11970" fmla="*/ 462531 h 4939827"/>
              <a:gd name="connsiteX100-11971" fmla="*/ 1622516 w 12192000"/>
              <a:gd name="connsiteY100-11972" fmla="*/ 466058 h 4939827"/>
              <a:gd name="connsiteX101-11973" fmla="*/ 1655457 w 12192000"/>
              <a:gd name="connsiteY101-11974" fmla="*/ 465359 h 4939827"/>
              <a:gd name="connsiteX102-11975" fmla="*/ 1717454 w 12192000"/>
              <a:gd name="connsiteY102-11976" fmla="*/ 417203 h 4939827"/>
              <a:gd name="connsiteX103-11977" fmla="*/ 1913794 w 12192000"/>
              <a:gd name="connsiteY103-11978" fmla="*/ 365255 h 4939827"/>
              <a:gd name="connsiteX104-11979" fmla="*/ 2129762 w 12192000"/>
              <a:gd name="connsiteY104-11980" fmla="*/ 367832 h 4939827"/>
              <a:gd name="connsiteX105-11981" fmla="*/ 2376970 w 12192000"/>
              <a:gd name="connsiteY105-11982" fmla="*/ 350129 h 4939827"/>
              <a:gd name="connsiteX106-11983" fmla="*/ 2480155 w 12192000"/>
              <a:gd name="connsiteY106-11984" fmla="*/ 359227 h 4939827"/>
              <a:gd name="connsiteX107-11985" fmla="*/ 2586782 w 12192000"/>
              <a:gd name="connsiteY107-11986" fmla="*/ 339352 h 4939827"/>
              <a:gd name="connsiteX108-11987" fmla="*/ 2679617 w 12192000"/>
              <a:gd name="connsiteY108-11988" fmla="*/ 305383 h 4939827"/>
              <a:gd name="connsiteX109-11989" fmla="*/ 2788947 w 12192000"/>
              <a:gd name="connsiteY109-11990" fmla="*/ 250375 h 4939827"/>
              <a:gd name="connsiteX110-11991" fmla="*/ 2965530 w 12192000"/>
              <a:gd name="connsiteY110-11992" fmla="*/ 245958 h 4939827"/>
              <a:gd name="connsiteX111-11993" fmla="*/ 3103677 w 12192000"/>
              <a:gd name="connsiteY111-11994" fmla="*/ 209527 h 4939827"/>
              <a:gd name="connsiteX112-11995" fmla="*/ 3126759 w 12192000"/>
              <a:gd name="connsiteY112-11996" fmla="*/ 211226 h 4939827"/>
              <a:gd name="connsiteX113-11997" fmla="*/ 3164020 w 12192000"/>
              <a:gd name="connsiteY113-11998" fmla="*/ 212779 h 4939827"/>
              <a:gd name="connsiteX114-11999" fmla="*/ 3285019 w 12192000"/>
              <a:gd name="connsiteY114-12000" fmla="*/ 220535 h 4939827"/>
              <a:gd name="connsiteX115-12001" fmla="*/ 3365154 w 12192000"/>
              <a:gd name="connsiteY115-12002" fmla="*/ 226416 h 4939827"/>
              <a:gd name="connsiteX116-12003" fmla="*/ 3367507 w 12192000"/>
              <a:gd name="connsiteY116-12004" fmla="*/ 225416 h 4939827"/>
              <a:gd name="connsiteX117-12005" fmla="*/ 3387567 w 12192000"/>
              <a:gd name="connsiteY117-12006" fmla="*/ 227103 h 4939827"/>
              <a:gd name="connsiteX118-12007" fmla="*/ 3498001 w 12192000"/>
              <a:gd name="connsiteY118-12008" fmla="*/ 231941 h 4939827"/>
              <a:gd name="connsiteX119-12009" fmla="*/ 3561557 w 12192000"/>
              <a:gd name="connsiteY119-12010" fmla="*/ 228095 h 4939827"/>
              <a:gd name="connsiteX120-12011" fmla="*/ 3611920 w 12192000"/>
              <a:gd name="connsiteY120-12012" fmla="*/ 218094 h 4939827"/>
              <a:gd name="connsiteX121-12013" fmla="*/ 3620528 w 12192000"/>
              <a:gd name="connsiteY121-12014" fmla="*/ 218788 h 4939827"/>
              <a:gd name="connsiteX122-12015" fmla="*/ 3620766 w 12192000"/>
              <a:gd name="connsiteY122-12016" fmla="*/ 218511 h 4939827"/>
              <a:gd name="connsiteX123-12017" fmla="*/ 3629977 w 12192000"/>
              <a:gd name="connsiteY123-12018" fmla="*/ 218664 h 4939827"/>
              <a:gd name="connsiteX124-12019" fmla="*/ 3636217 w 12192000"/>
              <a:gd name="connsiteY124-12020" fmla="*/ 220048 h 4939827"/>
              <a:gd name="connsiteX125-12021" fmla="*/ 3709484 w 12192000"/>
              <a:gd name="connsiteY125-12022" fmla="*/ 186927 h 4939827"/>
              <a:gd name="connsiteX126-12023" fmla="*/ 3761342 w 12192000"/>
              <a:gd name="connsiteY126-12024" fmla="*/ 177474 h 4939827"/>
              <a:gd name="connsiteX127-12025" fmla="*/ 3799748 w 12192000"/>
              <a:gd name="connsiteY127-12026" fmla="*/ 167154 h 4939827"/>
              <a:gd name="connsiteX128-12027" fmla="*/ 3922756 w 12192000"/>
              <a:gd name="connsiteY128-12028" fmla="*/ 194044 h 4939827"/>
              <a:gd name="connsiteX129-12029" fmla="*/ 4028476 w 12192000"/>
              <a:gd name="connsiteY129-12030" fmla="*/ 223679 h 4939827"/>
              <a:gd name="connsiteX130-12031" fmla="*/ 4191582 w 12192000"/>
              <a:gd name="connsiteY130-12032" fmla="*/ 238952 h 4939827"/>
              <a:gd name="connsiteX131-12033" fmla="*/ 4251024 w 12192000"/>
              <a:gd name="connsiteY131-12034" fmla="*/ 240874 h 4939827"/>
              <a:gd name="connsiteX132-12035" fmla="*/ 4355275 w 12192000"/>
              <a:gd name="connsiteY132-12036" fmla="*/ 260205 h 4939827"/>
              <a:gd name="connsiteX133-12037" fmla="*/ 4423807 w 12192000"/>
              <a:gd name="connsiteY133-12038" fmla="*/ 270366 h 4939827"/>
              <a:gd name="connsiteX134-12039" fmla="*/ 4558432 w 12192000"/>
              <a:gd name="connsiteY134-12040" fmla="*/ 269194 h 4939827"/>
              <a:gd name="connsiteX135-12041" fmla="*/ 4635061 w 12192000"/>
              <a:gd name="connsiteY135-12042" fmla="*/ 280682 h 4939827"/>
              <a:gd name="connsiteX136-12043" fmla="*/ 4807427 w 12192000"/>
              <a:gd name="connsiteY136-12044" fmla="*/ 276835 h 4939827"/>
              <a:gd name="connsiteX137-12045" fmla="*/ 5028933 w 12192000"/>
              <a:gd name="connsiteY137-12046" fmla="*/ 183887 h 4939827"/>
              <a:gd name="connsiteX138-12047" fmla="*/ 5093642 w 12192000"/>
              <a:gd name="connsiteY138-12048" fmla="*/ 177214 h 4939827"/>
              <a:gd name="connsiteX139-12049" fmla="*/ 5102642 w 12192000"/>
              <a:gd name="connsiteY139-12050" fmla="*/ 186816 h 4939827"/>
              <a:gd name="connsiteX140-12051" fmla="*/ 5193590 w 12192000"/>
              <a:gd name="connsiteY140-12052" fmla="*/ 156458 h 4939827"/>
              <a:gd name="connsiteX141-12053" fmla="*/ 5323922 w 12192000"/>
              <a:gd name="connsiteY141-12054" fmla="*/ 146332 h 4939827"/>
              <a:gd name="connsiteX142-12055" fmla="*/ 5421860 w 12192000"/>
              <a:gd name="connsiteY142-12056" fmla="*/ 167298 h 4939827"/>
              <a:gd name="connsiteX143-12057" fmla="*/ 5476948 w 12192000"/>
              <a:gd name="connsiteY143-12058" fmla="*/ 173249 h 4939827"/>
              <a:gd name="connsiteX144-12059" fmla="*/ 5516842 w 12192000"/>
              <a:gd name="connsiteY144-12060" fmla="*/ 184018 h 4939827"/>
              <a:gd name="connsiteX145-12061" fmla="*/ 5619415 w 12192000"/>
              <a:gd name="connsiteY145-12062" fmla="*/ 176781 h 4939827"/>
              <a:gd name="connsiteX146-12063" fmla="*/ 5789867 w 12192000"/>
              <a:gd name="connsiteY146-12064" fmla="*/ 150304 h 4939827"/>
              <a:gd name="connsiteX147-12065" fmla="*/ 5825953 w 12192000"/>
              <a:gd name="connsiteY147-12066" fmla="*/ 147907 h 4939827"/>
              <a:gd name="connsiteX148-12067" fmla="*/ 5856168 w 12192000"/>
              <a:gd name="connsiteY148-12068" fmla="*/ 158719 h 4939827"/>
              <a:gd name="connsiteX149-12069" fmla="*/ 5862476 w 12192000"/>
              <a:gd name="connsiteY149-12070" fmla="*/ 172447 h 4939827"/>
              <a:gd name="connsiteX150-12071" fmla="*/ 5882195 w 12192000"/>
              <a:gd name="connsiteY150-12072" fmla="*/ 173195 h 4939827"/>
              <a:gd name="connsiteX151-12073" fmla="*/ 5952585 w 12192000"/>
              <a:gd name="connsiteY151-12074" fmla="*/ 161012 h 4939827"/>
              <a:gd name="connsiteX152-12075" fmla="*/ 6001964 w 12192000"/>
              <a:gd name="connsiteY152-12076" fmla="*/ 154786 h 4939827"/>
              <a:gd name="connsiteX153-12077" fmla="*/ 6184207 w 12192000"/>
              <a:gd name="connsiteY153-12078" fmla="*/ 132658 h 4939827"/>
              <a:gd name="connsiteX154-12079" fmla="*/ 6415830 w 12192000"/>
              <a:gd name="connsiteY154-12080" fmla="*/ 136006 h 4939827"/>
              <a:gd name="connsiteX155-12081" fmla="*/ 6756965 w 12192000"/>
              <a:gd name="connsiteY155-12082" fmla="*/ 57636 h 4939827"/>
              <a:gd name="connsiteX156-12083" fmla="*/ 6819400 w 12192000"/>
              <a:gd name="connsiteY156-12084" fmla="*/ 30742 h 4939827"/>
              <a:gd name="connsiteX157-12085" fmla="*/ 6986370 w 12192000"/>
              <a:gd name="connsiteY157-12086" fmla="*/ 12659 h 4939827"/>
              <a:gd name="connsiteX158-12087" fmla="*/ 6989536 w 12192000"/>
              <a:gd name="connsiteY158-12088" fmla="*/ 14528 h 4939827"/>
              <a:gd name="connsiteX159-12089" fmla="*/ 7015933 w 12192000"/>
              <a:gd name="connsiteY159-12090" fmla="*/ 9653 h 4939827"/>
              <a:gd name="connsiteX160-12091" fmla="*/ 7020592 w 12192000"/>
              <a:gd name="connsiteY160-12092" fmla="*/ 1651 h 4939827"/>
              <a:gd name="connsiteX161-12093" fmla="*/ 7025905 w 12192000"/>
              <a:gd name="connsiteY161-12094" fmla="*/ 0 h 4939827"/>
              <a:gd name="connsiteX0-12095" fmla="*/ 7025905 w 12192000"/>
              <a:gd name="connsiteY0-12096" fmla="*/ 0 h 4939827"/>
              <a:gd name="connsiteX1-12097" fmla="*/ 7032579 w 12192000"/>
              <a:gd name="connsiteY1-12098" fmla="*/ 2808 h 4939827"/>
              <a:gd name="connsiteX2-12099" fmla="*/ 7079505 w 12192000"/>
              <a:gd name="connsiteY2-12100" fmla="*/ 12971 h 4939827"/>
              <a:gd name="connsiteX3-12101" fmla="*/ 7158791 w 12192000"/>
              <a:gd name="connsiteY3-12102" fmla="*/ 12462 h 4939827"/>
              <a:gd name="connsiteX4-12103" fmla="*/ 7233338 w 12192000"/>
              <a:gd name="connsiteY4-12104" fmla="*/ 24846 h 4939827"/>
              <a:gd name="connsiteX5-12105" fmla="*/ 7259791 w 12192000"/>
              <a:gd name="connsiteY5-12106" fmla="*/ 29557 h 4939827"/>
              <a:gd name="connsiteX6-12107" fmla="*/ 7263923 w 12192000"/>
              <a:gd name="connsiteY6-12108" fmla="*/ 35029 h 4939827"/>
              <a:gd name="connsiteX7-12109" fmla="*/ 7281549 w 12192000"/>
              <a:gd name="connsiteY7-12110" fmla="*/ 39654 h 4939827"/>
              <a:gd name="connsiteX8-12111" fmla="*/ 7374735 w 12192000"/>
              <a:gd name="connsiteY8-12112" fmla="*/ 65326 h 4939827"/>
              <a:gd name="connsiteX9-12113" fmla="*/ 7376078 w 12192000"/>
              <a:gd name="connsiteY9-12114" fmla="*/ 63849 h 4939827"/>
              <a:gd name="connsiteX10-12115" fmla="*/ 7402026 w 12192000"/>
              <a:gd name="connsiteY10-12116" fmla="*/ 60308 h 4939827"/>
              <a:gd name="connsiteX11-12117" fmla="*/ 7415091 w 12192000"/>
              <a:gd name="connsiteY11-12118" fmla="*/ 77403 h 4939827"/>
              <a:gd name="connsiteX12-12119" fmla="*/ 7488682 w 12192000"/>
              <a:gd name="connsiteY12-12120" fmla="*/ 83440 h 4939827"/>
              <a:gd name="connsiteX13-12121" fmla="*/ 7732750 w 12192000"/>
              <a:gd name="connsiteY13-12122" fmla="*/ 145456 h 4939827"/>
              <a:gd name="connsiteX14-12123" fmla="*/ 7785900 w 12192000"/>
              <a:gd name="connsiteY14-12124" fmla="*/ 154493 h 4939827"/>
              <a:gd name="connsiteX15-12125" fmla="*/ 7952584 w 12192000"/>
              <a:gd name="connsiteY15-12126" fmla="*/ 170181 h 4939827"/>
              <a:gd name="connsiteX16-12127" fmla="*/ 8009534 w 12192000"/>
              <a:gd name="connsiteY16-12128" fmla="*/ 176441 h 4939827"/>
              <a:gd name="connsiteX17-12129" fmla="*/ 8058681 w 12192000"/>
              <a:gd name="connsiteY17-12130" fmla="*/ 219431 h 4939827"/>
              <a:gd name="connsiteX18-12131" fmla="*/ 8126175 w 12192000"/>
              <a:gd name="connsiteY18-12132" fmla="*/ 240005 h 4939827"/>
              <a:gd name="connsiteX19-12133" fmla="*/ 8166439 w 12192000"/>
              <a:gd name="connsiteY19-12134" fmla="*/ 252699 h 4939827"/>
              <a:gd name="connsiteX20-12135" fmla="*/ 8281371 w 12192000"/>
              <a:gd name="connsiteY20-12136" fmla="*/ 256875 h 4939827"/>
              <a:gd name="connsiteX21-12137" fmla="*/ 8381609 w 12192000"/>
              <a:gd name="connsiteY21-12138" fmla="*/ 240618 h 4939827"/>
              <a:gd name="connsiteX22-12139" fmla="*/ 8406759 w 12192000"/>
              <a:gd name="connsiteY22-12140" fmla="*/ 232517 h 4939827"/>
              <a:gd name="connsiteX23-12141" fmla="*/ 8426506 w 12192000"/>
              <a:gd name="connsiteY23-12142" fmla="*/ 241842 h 4939827"/>
              <a:gd name="connsiteX24-12143" fmla="*/ 8427949 w 12192000"/>
              <a:gd name="connsiteY24-12144" fmla="*/ 240981 h 4939827"/>
              <a:gd name="connsiteX25-12145" fmla="*/ 8441468 w 12192000"/>
              <a:gd name="connsiteY25-12146" fmla="*/ 241157 h 4939827"/>
              <a:gd name="connsiteX26-12147" fmla="*/ 8565757 w 12192000"/>
              <a:gd name="connsiteY26-12148" fmla="*/ 255317 h 4939827"/>
              <a:gd name="connsiteX27-12149" fmla="*/ 8573171 w 12192000"/>
              <a:gd name="connsiteY27-12150" fmla="*/ 258426 h 4939827"/>
              <a:gd name="connsiteX28-12151" fmla="*/ 8573548 w 12192000"/>
              <a:gd name="connsiteY28-12152" fmla="*/ 258241 h 4939827"/>
              <a:gd name="connsiteX29-12153" fmla="*/ 8581827 w 12192000"/>
              <a:gd name="connsiteY29-12154" fmla="*/ 261028 h 4939827"/>
              <a:gd name="connsiteX30-12155" fmla="*/ 8586687 w 12192000"/>
              <a:gd name="connsiteY30-12156" fmla="*/ 264089 h 4939827"/>
              <a:gd name="connsiteX31-12157" fmla="*/ 8672650 w 12192000"/>
              <a:gd name="connsiteY31-12158" fmla="*/ 254821 h 4939827"/>
              <a:gd name="connsiteX32-12159" fmla="*/ 8785543 w 12192000"/>
              <a:gd name="connsiteY32-12160" fmla="*/ 263406 h 4939827"/>
              <a:gd name="connsiteX33-12161" fmla="*/ 8830588 w 12192000"/>
              <a:gd name="connsiteY33-12162" fmla="*/ 265483 h 4939827"/>
              <a:gd name="connsiteX34-12163" fmla="*/ 8905142 w 12192000"/>
              <a:gd name="connsiteY34-12164" fmla="*/ 264958 h 4939827"/>
              <a:gd name="connsiteX35-12165" fmla="*/ 8968582 w 12192000"/>
              <a:gd name="connsiteY35-12166" fmla="*/ 262728 h 4939827"/>
              <a:gd name="connsiteX36-12167" fmla="*/ 8972994 w 12192000"/>
              <a:gd name="connsiteY36-12168" fmla="*/ 263284 h 4939827"/>
              <a:gd name="connsiteX37-12169" fmla="*/ 9004605 w 12192000"/>
              <a:gd name="connsiteY37-12170" fmla="*/ 258041 h 4939827"/>
              <a:gd name="connsiteX38-12171" fmla="*/ 9016165 w 12192000"/>
              <a:gd name="connsiteY38-12172" fmla="*/ 261258 h 4939827"/>
              <a:gd name="connsiteX39-12173" fmla="*/ 9043297 w 12192000"/>
              <a:gd name="connsiteY39-12174" fmla="*/ 281547 h 4939827"/>
              <a:gd name="connsiteX40-12175" fmla="*/ 9048315 w 12192000"/>
              <a:gd name="connsiteY40-12176" fmla="*/ 279264 h 4939827"/>
              <a:gd name="connsiteX41-12177" fmla="*/ 9054706 w 12192000"/>
              <a:gd name="connsiteY41-12178" fmla="*/ 278538 h 4939827"/>
              <a:gd name="connsiteX42-12179" fmla="*/ 9070919 w 12192000"/>
              <a:gd name="connsiteY42-12180" fmla="*/ 281810 h 4939827"/>
              <a:gd name="connsiteX43-12181" fmla="*/ 9076813 w 12192000"/>
              <a:gd name="connsiteY43-12182" fmla="*/ 283909 h 4939827"/>
              <a:gd name="connsiteX44-12183" fmla="*/ 9085871 w 12192000"/>
              <a:gd name="connsiteY44-12184" fmla="*/ 285133 h 4939827"/>
              <a:gd name="connsiteX45-12185" fmla="*/ 9086159 w 12192000"/>
              <a:gd name="connsiteY45-12186" fmla="*/ 284887 h 4939827"/>
              <a:gd name="connsiteX46-12187" fmla="*/ 9134606 w 12192000"/>
              <a:gd name="connsiteY46-12188" fmla="*/ 288168 h 4939827"/>
              <a:gd name="connsiteX47-12189" fmla="*/ 9195590 w 12192000"/>
              <a:gd name="connsiteY47-12190" fmla="*/ 279568 h 4939827"/>
              <a:gd name="connsiteX48-12191" fmla="*/ 9219336 w 12192000"/>
              <a:gd name="connsiteY48-12192" fmla="*/ 278133 h 4939827"/>
              <a:gd name="connsiteX49-12193" fmla="*/ 9232362 w 12192000"/>
              <a:gd name="connsiteY49-12194" fmla="*/ 275894 h 4939827"/>
              <a:gd name="connsiteX50-12195" fmla="*/ 9233396 w 12192000"/>
              <a:gd name="connsiteY50-12196" fmla="*/ 274803 h 4939827"/>
              <a:gd name="connsiteX51-12197" fmla="*/ 9256213 w 12192000"/>
              <a:gd name="connsiteY51-12198" fmla="*/ 281576 h 4939827"/>
              <a:gd name="connsiteX52-12199" fmla="*/ 9371484 w 12192000"/>
              <a:gd name="connsiteY52-12200" fmla="*/ 329634 h 4939827"/>
              <a:gd name="connsiteX53-12201" fmla="*/ 9404829 w 12192000"/>
              <a:gd name="connsiteY53-12202" fmla="*/ 339038 h 4939827"/>
              <a:gd name="connsiteX54-12203" fmla="*/ 9427021 w 12192000"/>
              <a:gd name="connsiteY54-12204" fmla="*/ 358784 h 4939827"/>
              <a:gd name="connsiteX55-12205" fmla="*/ 9670844 w 12192000"/>
              <a:gd name="connsiteY55-12206" fmla="*/ 405128 h 4939827"/>
              <a:gd name="connsiteX56-12207" fmla="*/ 9816083 w 12192000"/>
              <a:gd name="connsiteY56-12208" fmla="*/ 416573 h 4939827"/>
              <a:gd name="connsiteX57-12209" fmla="*/ 9936741 w 12192000"/>
              <a:gd name="connsiteY57-12210" fmla="*/ 437044 h 4939827"/>
              <a:gd name="connsiteX58-12211" fmla="*/ 10050093 w 12192000"/>
              <a:gd name="connsiteY58-12212" fmla="*/ 443783 h 4939827"/>
              <a:gd name="connsiteX59-12213" fmla="*/ 10130090 w 12192000"/>
              <a:gd name="connsiteY59-12214" fmla="*/ 459520 h 4939827"/>
              <a:gd name="connsiteX60-12215" fmla="*/ 10173456 w 12192000"/>
              <a:gd name="connsiteY60-12216" fmla="*/ 457749 h 4939827"/>
              <a:gd name="connsiteX61-12217" fmla="*/ 10218232 w 12192000"/>
              <a:gd name="connsiteY61-12218" fmla="*/ 459820 h 4939827"/>
              <a:gd name="connsiteX62-12219" fmla="*/ 10354176 w 12192000"/>
              <a:gd name="connsiteY62-12220" fmla="*/ 471377 h 4939827"/>
              <a:gd name="connsiteX63-12221" fmla="*/ 10430681 w 12192000"/>
              <a:gd name="connsiteY63-12222" fmla="*/ 481226 h 4939827"/>
              <a:gd name="connsiteX64-12223" fmla="*/ 10478169 w 12192000"/>
              <a:gd name="connsiteY64-12224" fmla="*/ 481774 h 4939827"/>
              <a:gd name="connsiteX65-12225" fmla="*/ 10540907 w 12192000"/>
              <a:gd name="connsiteY65-12226" fmla="*/ 485607 h 4939827"/>
              <a:gd name="connsiteX66-12227" fmla="*/ 10614941 w 12192000"/>
              <a:gd name="connsiteY66-12228" fmla="*/ 487592 h 4939827"/>
              <a:gd name="connsiteX67-12229" fmla="*/ 10674098 w 12192000"/>
              <a:gd name="connsiteY67-12230" fmla="*/ 521656 h 4939827"/>
              <a:gd name="connsiteX68-12231" fmla="*/ 10874834 w 12192000"/>
              <a:gd name="connsiteY68-12232" fmla="*/ 574867 h 4939827"/>
              <a:gd name="connsiteX69-12233" fmla="*/ 10944981 w 12192000"/>
              <a:gd name="connsiteY69-12234" fmla="*/ 615042 h 4939827"/>
              <a:gd name="connsiteX70-12235" fmla="*/ 11006376 w 12192000"/>
              <a:gd name="connsiteY70-12236" fmla="*/ 645957 h 4939827"/>
              <a:gd name="connsiteX71-12237" fmla="*/ 11076308 w 12192000"/>
              <a:gd name="connsiteY71-12238" fmla="*/ 675698 h 4939827"/>
              <a:gd name="connsiteX72-12239" fmla="*/ 11148789 w 12192000"/>
              <a:gd name="connsiteY72-12240" fmla="*/ 685041 h 4939827"/>
              <a:gd name="connsiteX73-12241" fmla="*/ 11249129 w 12192000"/>
              <a:gd name="connsiteY73-12242" fmla="*/ 684218 h 4939827"/>
              <a:gd name="connsiteX74-12243" fmla="*/ 11299915 w 12192000"/>
              <a:gd name="connsiteY74-12244" fmla="*/ 692177 h 4939827"/>
              <a:gd name="connsiteX75-12245" fmla="*/ 11386973 w 12192000"/>
              <a:gd name="connsiteY75-12246" fmla="*/ 708209 h 4939827"/>
              <a:gd name="connsiteX76-12247" fmla="*/ 11500105 w 12192000"/>
              <a:gd name="connsiteY76-12248" fmla="*/ 735014 h 4939827"/>
              <a:gd name="connsiteX77-12249" fmla="*/ 11621735 w 12192000"/>
              <a:gd name="connsiteY77-12250" fmla="*/ 789584 h 4939827"/>
              <a:gd name="connsiteX78-12251" fmla="*/ 11691200 w 12192000"/>
              <a:gd name="connsiteY78-12252" fmla="*/ 867902 h 4939827"/>
              <a:gd name="connsiteX79-12253" fmla="*/ 11819427 w 12192000"/>
              <a:gd name="connsiteY79-12254" fmla="*/ 911634 h 4939827"/>
              <a:gd name="connsiteX80-12255" fmla="*/ 11969720 w 12192000"/>
              <a:gd name="connsiteY80-12256" fmla="*/ 964737 h 4939827"/>
              <a:gd name="connsiteX81-12257" fmla="*/ 12055766 w 12192000"/>
              <a:gd name="connsiteY81-12258" fmla="*/ 991268 h 4939827"/>
              <a:gd name="connsiteX82-12259" fmla="*/ 12171539 w 12192000"/>
              <a:gd name="connsiteY82-12260" fmla="*/ 995427 h 4939827"/>
              <a:gd name="connsiteX83-12261" fmla="*/ 12187831 w 12192000"/>
              <a:gd name="connsiteY83-12262" fmla="*/ 996580 h 4939827"/>
              <a:gd name="connsiteX84-12263" fmla="*/ 12192000 w 12192000"/>
              <a:gd name="connsiteY84-12264" fmla="*/ 996726 h 4939827"/>
              <a:gd name="connsiteX85-12265" fmla="*/ 12192000 w 12192000"/>
              <a:gd name="connsiteY85-12266" fmla="*/ 4939827 h 4939827"/>
              <a:gd name="connsiteX86-12267" fmla="*/ 0 w 12192000"/>
              <a:gd name="connsiteY86-12268" fmla="*/ 4939827 h 4939827"/>
              <a:gd name="connsiteX87-12269" fmla="*/ 0 w 12192000"/>
              <a:gd name="connsiteY87-12270" fmla="*/ 512043 h 4939827"/>
              <a:gd name="connsiteX88-12271" fmla="*/ 7381 w 12192000"/>
              <a:gd name="connsiteY88-12272" fmla="*/ 512580 h 4939827"/>
              <a:gd name="connsiteX89-12273" fmla="*/ 100029 w 12192000"/>
              <a:gd name="connsiteY89-12274" fmla="*/ 504758 h 4939827"/>
              <a:gd name="connsiteX90-12275" fmla="*/ 155244 w 12192000"/>
              <a:gd name="connsiteY90-12276" fmla="*/ 525130 h 4939827"/>
              <a:gd name="connsiteX91-12277" fmla="*/ 254366 w 12192000"/>
              <a:gd name="connsiteY91-12278" fmla="*/ 534449 h 4939827"/>
              <a:gd name="connsiteX92-12279" fmla="*/ 447292 w 12192000"/>
              <a:gd name="connsiteY92-12280" fmla="*/ 542725 h 4939827"/>
              <a:gd name="connsiteX93-12281" fmla="*/ 628105 w 12192000"/>
              <a:gd name="connsiteY93-12282" fmla="*/ 547853 h 4939827"/>
              <a:gd name="connsiteX94-12283" fmla="*/ 783146 w 12192000"/>
              <a:gd name="connsiteY94-12284" fmla="*/ 591799 h 4939827"/>
              <a:gd name="connsiteX95-12285" fmla="*/ 1043676 w 12192000"/>
              <a:gd name="connsiteY95-12286" fmla="*/ 591887 h 4939827"/>
              <a:gd name="connsiteX96-12287" fmla="*/ 1281816 w 12192000"/>
              <a:gd name="connsiteY96-12288" fmla="*/ 520946 h 4939827"/>
              <a:gd name="connsiteX97-12289" fmla="*/ 1486347 w 12192000"/>
              <a:gd name="connsiteY97-12290" fmla="*/ 487310 h 4939827"/>
              <a:gd name="connsiteX98-12291" fmla="*/ 1568079 w 12192000"/>
              <a:gd name="connsiteY98-12292" fmla="*/ 462531 h 4939827"/>
              <a:gd name="connsiteX99-12293" fmla="*/ 1622516 w 12192000"/>
              <a:gd name="connsiteY99-12294" fmla="*/ 466058 h 4939827"/>
              <a:gd name="connsiteX100-12295" fmla="*/ 1655457 w 12192000"/>
              <a:gd name="connsiteY100-12296" fmla="*/ 465359 h 4939827"/>
              <a:gd name="connsiteX101-12297" fmla="*/ 1717454 w 12192000"/>
              <a:gd name="connsiteY101-12298" fmla="*/ 417203 h 4939827"/>
              <a:gd name="connsiteX102-12299" fmla="*/ 1913794 w 12192000"/>
              <a:gd name="connsiteY102-12300" fmla="*/ 365255 h 4939827"/>
              <a:gd name="connsiteX103-12301" fmla="*/ 2129762 w 12192000"/>
              <a:gd name="connsiteY103-12302" fmla="*/ 367832 h 4939827"/>
              <a:gd name="connsiteX104-12303" fmla="*/ 2376970 w 12192000"/>
              <a:gd name="connsiteY104-12304" fmla="*/ 350129 h 4939827"/>
              <a:gd name="connsiteX105-12305" fmla="*/ 2480155 w 12192000"/>
              <a:gd name="connsiteY105-12306" fmla="*/ 359227 h 4939827"/>
              <a:gd name="connsiteX106-12307" fmla="*/ 2586782 w 12192000"/>
              <a:gd name="connsiteY106-12308" fmla="*/ 339352 h 4939827"/>
              <a:gd name="connsiteX107-12309" fmla="*/ 2679617 w 12192000"/>
              <a:gd name="connsiteY107-12310" fmla="*/ 305383 h 4939827"/>
              <a:gd name="connsiteX108-12311" fmla="*/ 2788947 w 12192000"/>
              <a:gd name="connsiteY108-12312" fmla="*/ 250375 h 4939827"/>
              <a:gd name="connsiteX109-12313" fmla="*/ 2965530 w 12192000"/>
              <a:gd name="connsiteY109-12314" fmla="*/ 245958 h 4939827"/>
              <a:gd name="connsiteX110-12315" fmla="*/ 3103677 w 12192000"/>
              <a:gd name="connsiteY110-12316" fmla="*/ 209527 h 4939827"/>
              <a:gd name="connsiteX111-12317" fmla="*/ 3126759 w 12192000"/>
              <a:gd name="connsiteY111-12318" fmla="*/ 211226 h 4939827"/>
              <a:gd name="connsiteX112-12319" fmla="*/ 3164020 w 12192000"/>
              <a:gd name="connsiteY112-12320" fmla="*/ 212779 h 4939827"/>
              <a:gd name="connsiteX113-12321" fmla="*/ 3285019 w 12192000"/>
              <a:gd name="connsiteY113-12322" fmla="*/ 220535 h 4939827"/>
              <a:gd name="connsiteX114-12323" fmla="*/ 3365154 w 12192000"/>
              <a:gd name="connsiteY114-12324" fmla="*/ 226416 h 4939827"/>
              <a:gd name="connsiteX115-12325" fmla="*/ 3367507 w 12192000"/>
              <a:gd name="connsiteY115-12326" fmla="*/ 225416 h 4939827"/>
              <a:gd name="connsiteX116-12327" fmla="*/ 3387567 w 12192000"/>
              <a:gd name="connsiteY116-12328" fmla="*/ 227103 h 4939827"/>
              <a:gd name="connsiteX117-12329" fmla="*/ 3498001 w 12192000"/>
              <a:gd name="connsiteY117-12330" fmla="*/ 231941 h 4939827"/>
              <a:gd name="connsiteX118-12331" fmla="*/ 3561557 w 12192000"/>
              <a:gd name="connsiteY118-12332" fmla="*/ 228095 h 4939827"/>
              <a:gd name="connsiteX119-12333" fmla="*/ 3611920 w 12192000"/>
              <a:gd name="connsiteY119-12334" fmla="*/ 218094 h 4939827"/>
              <a:gd name="connsiteX120-12335" fmla="*/ 3620528 w 12192000"/>
              <a:gd name="connsiteY120-12336" fmla="*/ 218788 h 4939827"/>
              <a:gd name="connsiteX121-12337" fmla="*/ 3620766 w 12192000"/>
              <a:gd name="connsiteY121-12338" fmla="*/ 218511 h 4939827"/>
              <a:gd name="connsiteX122-12339" fmla="*/ 3629977 w 12192000"/>
              <a:gd name="connsiteY122-12340" fmla="*/ 218664 h 4939827"/>
              <a:gd name="connsiteX123-12341" fmla="*/ 3636217 w 12192000"/>
              <a:gd name="connsiteY123-12342" fmla="*/ 220048 h 4939827"/>
              <a:gd name="connsiteX124-12343" fmla="*/ 3709484 w 12192000"/>
              <a:gd name="connsiteY124-12344" fmla="*/ 186927 h 4939827"/>
              <a:gd name="connsiteX125-12345" fmla="*/ 3761342 w 12192000"/>
              <a:gd name="connsiteY125-12346" fmla="*/ 177474 h 4939827"/>
              <a:gd name="connsiteX126-12347" fmla="*/ 3799748 w 12192000"/>
              <a:gd name="connsiteY126-12348" fmla="*/ 167154 h 4939827"/>
              <a:gd name="connsiteX127-12349" fmla="*/ 3922756 w 12192000"/>
              <a:gd name="connsiteY127-12350" fmla="*/ 194044 h 4939827"/>
              <a:gd name="connsiteX128-12351" fmla="*/ 4028476 w 12192000"/>
              <a:gd name="connsiteY128-12352" fmla="*/ 223679 h 4939827"/>
              <a:gd name="connsiteX129-12353" fmla="*/ 4191582 w 12192000"/>
              <a:gd name="connsiteY129-12354" fmla="*/ 238952 h 4939827"/>
              <a:gd name="connsiteX130-12355" fmla="*/ 4251024 w 12192000"/>
              <a:gd name="connsiteY130-12356" fmla="*/ 240874 h 4939827"/>
              <a:gd name="connsiteX131-12357" fmla="*/ 4355275 w 12192000"/>
              <a:gd name="connsiteY131-12358" fmla="*/ 260205 h 4939827"/>
              <a:gd name="connsiteX132-12359" fmla="*/ 4423807 w 12192000"/>
              <a:gd name="connsiteY132-12360" fmla="*/ 270366 h 4939827"/>
              <a:gd name="connsiteX133-12361" fmla="*/ 4558432 w 12192000"/>
              <a:gd name="connsiteY133-12362" fmla="*/ 269194 h 4939827"/>
              <a:gd name="connsiteX134-12363" fmla="*/ 4635061 w 12192000"/>
              <a:gd name="connsiteY134-12364" fmla="*/ 280682 h 4939827"/>
              <a:gd name="connsiteX135-12365" fmla="*/ 4807427 w 12192000"/>
              <a:gd name="connsiteY135-12366" fmla="*/ 276835 h 4939827"/>
              <a:gd name="connsiteX136-12367" fmla="*/ 5028933 w 12192000"/>
              <a:gd name="connsiteY136-12368" fmla="*/ 183887 h 4939827"/>
              <a:gd name="connsiteX137-12369" fmla="*/ 5093642 w 12192000"/>
              <a:gd name="connsiteY137-12370" fmla="*/ 177214 h 4939827"/>
              <a:gd name="connsiteX138-12371" fmla="*/ 5102642 w 12192000"/>
              <a:gd name="connsiteY138-12372" fmla="*/ 186816 h 4939827"/>
              <a:gd name="connsiteX139-12373" fmla="*/ 5193590 w 12192000"/>
              <a:gd name="connsiteY139-12374" fmla="*/ 156458 h 4939827"/>
              <a:gd name="connsiteX140-12375" fmla="*/ 5323922 w 12192000"/>
              <a:gd name="connsiteY140-12376" fmla="*/ 146332 h 4939827"/>
              <a:gd name="connsiteX141-12377" fmla="*/ 5421860 w 12192000"/>
              <a:gd name="connsiteY141-12378" fmla="*/ 167298 h 4939827"/>
              <a:gd name="connsiteX142-12379" fmla="*/ 5476948 w 12192000"/>
              <a:gd name="connsiteY142-12380" fmla="*/ 173249 h 4939827"/>
              <a:gd name="connsiteX143-12381" fmla="*/ 5516842 w 12192000"/>
              <a:gd name="connsiteY143-12382" fmla="*/ 184018 h 4939827"/>
              <a:gd name="connsiteX144-12383" fmla="*/ 5619415 w 12192000"/>
              <a:gd name="connsiteY144-12384" fmla="*/ 176781 h 4939827"/>
              <a:gd name="connsiteX145-12385" fmla="*/ 5789867 w 12192000"/>
              <a:gd name="connsiteY145-12386" fmla="*/ 150304 h 4939827"/>
              <a:gd name="connsiteX146-12387" fmla="*/ 5825953 w 12192000"/>
              <a:gd name="connsiteY146-12388" fmla="*/ 147907 h 4939827"/>
              <a:gd name="connsiteX147-12389" fmla="*/ 5856168 w 12192000"/>
              <a:gd name="connsiteY147-12390" fmla="*/ 158719 h 4939827"/>
              <a:gd name="connsiteX148-12391" fmla="*/ 5862476 w 12192000"/>
              <a:gd name="connsiteY148-12392" fmla="*/ 172447 h 4939827"/>
              <a:gd name="connsiteX149-12393" fmla="*/ 5882195 w 12192000"/>
              <a:gd name="connsiteY149-12394" fmla="*/ 173195 h 4939827"/>
              <a:gd name="connsiteX150-12395" fmla="*/ 5952585 w 12192000"/>
              <a:gd name="connsiteY150-12396" fmla="*/ 161012 h 4939827"/>
              <a:gd name="connsiteX151-12397" fmla="*/ 6001964 w 12192000"/>
              <a:gd name="connsiteY151-12398" fmla="*/ 154786 h 4939827"/>
              <a:gd name="connsiteX152-12399" fmla="*/ 6184207 w 12192000"/>
              <a:gd name="connsiteY152-12400" fmla="*/ 132658 h 4939827"/>
              <a:gd name="connsiteX153-12401" fmla="*/ 6415830 w 12192000"/>
              <a:gd name="connsiteY153-12402" fmla="*/ 136006 h 4939827"/>
              <a:gd name="connsiteX154-12403" fmla="*/ 6756965 w 12192000"/>
              <a:gd name="connsiteY154-12404" fmla="*/ 57636 h 4939827"/>
              <a:gd name="connsiteX155-12405" fmla="*/ 6819400 w 12192000"/>
              <a:gd name="connsiteY155-12406" fmla="*/ 30742 h 4939827"/>
              <a:gd name="connsiteX156-12407" fmla="*/ 6986370 w 12192000"/>
              <a:gd name="connsiteY156-12408" fmla="*/ 12659 h 4939827"/>
              <a:gd name="connsiteX157-12409" fmla="*/ 6989536 w 12192000"/>
              <a:gd name="connsiteY157-12410" fmla="*/ 14528 h 4939827"/>
              <a:gd name="connsiteX158-12411" fmla="*/ 7015933 w 12192000"/>
              <a:gd name="connsiteY158-12412" fmla="*/ 9653 h 4939827"/>
              <a:gd name="connsiteX159-12413" fmla="*/ 7020592 w 12192000"/>
              <a:gd name="connsiteY159-12414" fmla="*/ 1651 h 4939827"/>
              <a:gd name="connsiteX160-12415" fmla="*/ 7025905 w 12192000"/>
              <a:gd name="connsiteY160-12416" fmla="*/ 0 h 4939827"/>
              <a:gd name="connsiteX0-12417" fmla="*/ 7025905 w 12192000"/>
              <a:gd name="connsiteY0-12418" fmla="*/ 0 h 4939827"/>
              <a:gd name="connsiteX1-12419" fmla="*/ 7032579 w 12192000"/>
              <a:gd name="connsiteY1-12420" fmla="*/ 2808 h 4939827"/>
              <a:gd name="connsiteX2-12421" fmla="*/ 7079505 w 12192000"/>
              <a:gd name="connsiteY2-12422" fmla="*/ 12971 h 4939827"/>
              <a:gd name="connsiteX3-12423" fmla="*/ 7158791 w 12192000"/>
              <a:gd name="connsiteY3-12424" fmla="*/ 12462 h 4939827"/>
              <a:gd name="connsiteX4-12425" fmla="*/ 7233338 w 12192000"/>
              <a:gd name="connsiteY4-12426" fmla="*/ 24846 h 4939827"/>
              <a:gd name="connsiteX5-12427" fmla="*/ 7259791 w 12192000"/>
              <a:gd name="connsiteY5-12428" fmla="*/ 29557 h 4939827"/>
              <a:gd name="connsiteX6-12429" fmla="*/ 7263923 w 12192000"/>
              <a:gd name="connsiteY6-12430" fmla="*/ 35029 h 4939827"/>
              <a:gd name="connsiteX7-12431" fmla="*/ 7281549 w 12192000"/>
              <a:gd name="connsiteY7-12432" fmla="*/ 39654 h 4939827"/>
              <a:gd name="connsiteX8-12433" fmla="*/ 7374735 w 12192000"/>
              <a:gd name="connsiteY8-12434" fmla="*/ 65326 h 4939827"/>
              <a:gd name="connsiteX9-12435" fmla="*/ 7376078 w 12192000"/>
              <a:gd name="connsiteY9-12436" fmla="*/ 63849 h 4939827"/>
              <a:gd name="connsiteX10-12437" fmla="*/ 7402026 w 12192000"/>
              <a:gd name="connsiteY10-12438" fmla="*/ 60308 h 4939827"/>
              <a:gd name="connsiteX11-12439" fmla="*/ 7415091 w 12192000"/>
              <a:gd name="connsiteY11-12440" fmla="*/ 77403 h 4939827"/>
              <a:gd name="connsiteX12-12441" fmla="*/ 7488682 w 12192000"/>
              <a:gd name="connsiteY12-12442" fmla="*/ 83440 h 4939827"/>
              <a:gd name="connsiteX13-12443" fmla="*/ 7732750 w 12192000"/>
              <a:gd name="connsiteY13-12444" fmla="*/ 145456 h 4939827"/>
              <a:gd name="connsiteX14-12445" fmla="*/ 7785900 w 12192000"/>
              <a:gd name="connsiteY14-12446" fmla="*/ 154493 h 4939827"/>
              <a:gd name="connsiteX15-12447" fmla="*/ 7952584 w 12192000"/>
              <a:gd name="connsiteY15-12448" fmla="*/ 170181 h 4939827"/>
              <a:gd name="connsiteX16-12449" fmla="*/ 8009534 w 12192000"/>
              <a:gd name="connsiteY16-12450" fmla="*/ 176441 h 4939827"/>
              <a:gd name="connsiteX17-12451" fmla="*/ 8058681 w 12192000"/>
              <a:gd name="connsiteY17-12452" fmla="*/ 219431 h 4939827"/>
              <a:gd name="connsiteX18-12453" fmla="*/ 8126175 w 12192000"/>
              <a:gd name="connsiteY18-12454" fmla="*/ 240005 h 4939827"/>
              <a:gd name="connsiteX19-12455" fmla="*/ 8166439 w 12192000"/>
              <a:gd name="connsiteY19-12456" fmla="*/ 252699 h 4939827"/>
              <a:gd name="connsiteX20-12457" fmla="*/ 8281371 w 12192000"/>
              <a:gd name="connsiteY20-12458" fmla="*/ 256875 h 4939827"/>
              <a:gd name="connsiteX21-12459" fmla="*/ 8381609 w 12192000"/>
              <a:gd name="connsiteY21-12460" fmla="*/ 240618 h 4939827"/>
              <a:gd name="connsiteX22-12461" fmla="*/ 8406759 w 12192000"/>
              <a:gd name="connsiteY22-12462" fmla="*/ 232517 h 4939827"/>
              <a:gd name="connsiteX23-12463" fmla="*/ 8426506 w 12192000"/>
              <a:gd name="connsiteY23-12464" fmla="*/ 241842 h 4939827"/>
              <a:gd name="connsiteX24-12465" fmla="*/ 8427949 w 12192000"/>
              <a:gd name="connsiteY24-12466" fmla="*/ 240981 h 4939827"/>
              <a:gd name="connsiteX25-12467" fmla="*/ 8441468 w 12192000"/>
              <a:gd name="connsiteY25-12468" fmla="*/ 241157 h 4939827"/>
              <a:gd name="connsiteX26-12469" fmla="*/ 8565757 w 12192000"/>
              <a:gd name="connsiteY26-12470" fmla="*/ 255317 h 4939827"/>
              <a:gd name="connsiteX27-12471" fmla="*/ 8573171 w 12192000"/>
              <a:gd name="connsiteY27-12472" fmla="*/ 258426 h 4939827"/>
              <a:gd name="connsiteX28-12473" fmla="*/ 8573548 w 12192000"/>
              <a:gd name="connsiteY28-12474" fmla="*/ 258241 h 4939827"/>
              <a:gd name="connsiteX29-12475" fmla="*/ 8581827 w 12192000"/>
              <a:gd name="connsiteY29-12476" fmla="*/ 261028 h 4939827"/>
              <a:gd name="connsiteX30-12477" fmla="*/ 8586687 w 12192000"/>
              <a:gd name="connsiteY30-12478" fmla="*/ 264089 h 4939827"/>
              <a:gd name="connsiteX31-12479" fmla="*/ 8672650 w 12192000"/>
              <a:gd name="connsiteY31-12480" fmla="*/ 254821 h 4939827"/>
              <a:gd name="connsiteX32-12481" fmla="*/ 8785543 w 12192000"/>
              <a:gd name="connsiteY32-12482" fmla="*/ 263406 h 4939827"/>
              <a:gd name="connsiteX33-12483" fmla="*/ 8830588 w 12192000"/>
              <a:gd name="connsiteY33-12484" fmla="*/ 265483 h 4939827"/>
              <a:gd name="connsiteX34-12485" fmla="*/ 8905142 w 12192000"/>
              <a:gd name="connsiteY34-12486" fmla="*/ 264958 h 4939827"/>
              <a:gd name="connsiteX35-12487" fmla="*/ 8968582 w 12192000"/>
              <a:gd name="connsiteY35-12488" fmla="*/ 262728 h 4939827"/>
              <a:gd name="connsiteX36-12489" fmla="*/ 8972994 w 12192000"/>
              <a:gd name="connsiteY36-12490" fmla="*/ 263284 h 4939827"/>
              <a:gd name="connsiteX37-12491" fmla="*/ 9004605 w 12192000"/>
              <a:gd name="connsiteY37-12492" fmla="*/ 258041 h 4939827"/>
              <a:gd name="connsiteX38-12493" fmla="*/ 9016165 w 12192000"/>
              <a:gd name="connsiteY38-12494" fmla="*/ 261258 h 4939827"/>
              <a:gd name="connsiteX39-12495" fmla="*/ 9043297 w 12192000"/>
              <a:gd name="connsiteY39-12496" fmla="*/ 281547 h 4939827"/>
              <a:gd name="connsiteX40-12497" fmla="*/ 9048315 w 12192000"/>
              <a:gd name="connsiteY40-12498" fmla="*/ 279264 h 4939827"/>
              <a:gd name="connsiteX41-12499" fmla="*/ 9054706 w 12192000"/>
              <a:gd name="connsiteY41-12500" fmla="*/ 278538 h 4939827"/>
              <a:gd name="connsiteX42-12501" fmla="*/ 9070919 w 12192000"/>
              <a:gd name="connsiteY42-12502" fmla="*/ 281810 h 4939827"/>
              <a:gd name="connsiteX43-12503" fmla="*/ 9076813 w 12192000"/>
              <a:gd name="connsiteY43-12504" fmla="*/ 283909 h 4939827"/>
              <a:gd name="connsiteX44-12505" fmla="*/ 9085871 w 12192000"/>
              <a:gd name="connsiteY44-12506" fmla="*/ 285133 h 4939827"/>
              <a:gd name="connsiteX45-12507" fmla="*/ 9086159 w 12192000"/>
              <a:gd name="connsiteY45-12508" fmla="*/ 284887 h 4939827"/>
              <a:gd name="connsiteX46-12509" fmla="*/ 9134606 w 12192000"/>
              <a:gd name="connsiteY46-12510" fmla="*/ 288168 h 4939827"/>
              <a:gd name="connsiteX47-12511" fmla="*/ 9195590 w 12192000"/>
              <a:gd name="connsiteY47-12512" fmla="*/ 279568 h 4939827"/>
              <a:gd name="connsiteX48-12513" fmla="*/ 9219336 w 12192000"/>
              <a:gd name="connsiteY48-12514" fmla="*/ 278133 h 4939827"/>
              <a:gd name="connsiteX49-12515" fmla="*/ 9232362 w 12192000"/>
              <a:gd name="connsiteY49-12516" fmla="*/ 275894 h 4939827"/>
              <a:gd name="connsiteX50-12517" fmla="*/ 9233396 w 12192000"/>
              <a:gd name="connsiteY50-12518" fmla="*/ 274803 h 4939827"/>
              <a:gd name="connsiteX51-12519" fmla="*/ 9371484 w 12192000"/>
              <a:gd name="connsiteY51-12520" fmla="*/ 329634 h 4939827"/>
              <a:gd name="connsiteX52-12521" fmla="*/ 9404829 w 12192000"/>
              <a:gd name="connsiteY52-12522" fmla="*/ 339038 h 4939827"/>
              <a:gd name="connsiteX53-12523" fmla="*/ 9427021 w 12192000"/>
              <a:gd name="connsiteY53-12524" fmla="*/ 358784 h 4939827"/>
              <a:gd name="connsiteX54-12525" fmla="*/ 9670844 w 12192000"/>
              <a:gd name="connsiteY54-12526" fmla="*/ 405128 h 4939827"/>
              <a:gd name="connsiteX55-12527" fmla="*/ 9816083 w 12192000"/>
              <a:gd name="connsiteY55-12528" fmla="*/ 416573 h 4939827"/>
              <a:gd name="connsiteX56-12529" fmla="*/ 9936741 w 12192000"/>
              <a:gd name="connsiteY56-12530" fmla="*/ 437044 h 4939827"/>
              <a:gd name="connsiteX57-12531" fmla="*/ 10050093 w 12192000"/>
              <a:gd name="connsiteY57-12532" fmla="*/ 443783 h 4939827"/>
              <a:gd name="connsiteX58-12533" fmla="*/ 10130090 w 12192000"/>
              <a:gd name="connsiteY58-12534" fmla="*/ 459520 h 4939827"/>
              <a:gd name="connsiteX59-12535" fmla="*/ 10173456 w 12192000"/>
              <a:gd name="connsiteY59-12536" fmla="*/ 457749 h 4939827"/>
              <a:gd name="connsiteX60-12537" fmla="*/ 10218232 w 12192000"/>
              <a:gd name="connsiteY60-12538" fmla="*/ 459820 h 4939827"/>
              <a:gd name="connsiteX61-12539" fmla="*/ 10354176 w 12192000"/>
              <a:gd name="connsiteY61-12540" fmla="*/ 471377 h 4939827"/>
              <a:gd name="connsiteX62-12541" fmla="*/ 10430681 w 12192000"/>
              <a:gd name="connsiteY62-12542" fmla="*/ 481226 h 4939827"/>
              <a:gd name="connsiteX63-12543" fmla="*/ 10478169 w 12192000"/>
              <a:gd name="connsiteY63-12544" fmla="*/ 481774 h 4939827"/>
              <a:gd name="connsiteX64-12545" fmla="*/ 10540907 w 12192000"/>
              <a:gd name="connsiteY64-12546" fmla="*/ 485607 h 4939827"/>
              <a:gd name="connsiteX65-12547" fmla="*/ 10614941 w 12192000"/>
              <a:gd name="connsiteY65-12548" fmla="*/ 487592 h 4939827"/>
              <a:gd name="connsiteX66-12549" fmla="*/ 10674098 w 12192000"/>
              <a:gd name="connsiteY66-12550" fmla="*/ 521656 h 4939827"/>
              <a:gd name="connsiteX67-12551" fmla="*/ 10874834 w 12192000"/>
              <a:gd name="connsiteY67-12552" fmla="*/ 574867 h 4939827"/>
              <a:gd name="connsiteX68-12553" fmla="*/ 10944981 w 12192000"/>
              <a:gd name="connsiteY68-12554" fmla="*/ 615042 h 4939827"/>
              <a:gd name="connsiteX69-12555" fmla="*/ 11006376 w 12192000"/>
              <a:gd name="connsiteY69-12556" fmla="*/ 645957 h 4939827"/>
              <a:gd name="connsiteX70-12557" fmla="*/ 11076308 w 12192000"/>
              <a:gd name="connsiteY70-12558" fmla="*/ 675698 h 4939827"/>
              <a:gd name="connsiteX71-12559" fmla="*/ 11148789 w 12192000"/>
              <a:gd name="connsiteY71-12560" fmla="*/ 685041 h 4939827"/>
              <a:gd name="connsiteX72-12561" fmla="*/ 11249129 w 12192000"/>
              <a:gd name="connsiteY72-12562" fmla="*/ 684218 h 4939827"/>
              <a:gd name="connsiteX73-12563" fmla="*/ 11299915 w 12192000"/>
              <a:gd name="connsiteY73-12564" fmla="*/ 692177 h 4939827"/>
              <a:gd name="connsiteX74-12565" fmla="*/ 11386973 w 12192000"/>
              <a:gd name="connsiteY74-12566" fmla="*/ 708209 h 4939827"/>
              <a:gd name="connsiteX75-12567" fmla="*/ 11500105 w 12192000"/>
              <a:gd name="connsiteY75-12568" fmla="*/ 735014 h 4939827"/>
              <a:gd name="connsiteX76-12569" fmla="*/ 11621735 w 12192000"/>
              <a:gd name="connsiteY76-12570" fmla="*/ 789584 h 4939827"/>
              <a:gd name="connsiteX77-12571" fmla="*/ 11691200 w 12192000"/>
              <a:gd name="connsiteY77-12572" fmla="*/ 867902 h 4939827"/>
              <a:gd name="connsiteX78-12573" fmla="*/ 11819427 w 12192000"/>
              <a:gd name="connsiteY78-12574" fmla="*/ 911634 h 4939827"/>
              <a:gd name="connsiteX79-12575" fmla="*/ 11969720 w 12192000"/>
              <a:gd name="connsiteY79-12576" fmla="*/ 964737 h 4939827"/>
              <a:gd name="connsiteX80-12577" fmla="*/ 12055766 w 12192000"/>
              <a:gd name="connsiteY80-12578" fmla="*/ 991268 h 4939827"/>
              <a:gd name="connsiteX81-12579" fmla="*/ 12171539 w 12192000"/>
              <a:gd name="connsiteY81-12580" fmla="*/ 995427 h 4939827"/>
              <a:gd name="connsiteX82-12581" fmla="*/ 12187831 w 12192000"/>
              <a:gd name="connsiteY82-12582" fmla="*/ 996580 h 4939827"/>
              <a:gd name="connsiteX83-12583" fmla="*/ 12192000 w 12192000"/>
              <a:gd name="connsiteY83-12584" fmla="*/ 996726 h 4939827"/>
              <a:gd name="connsiteX84-12585" fmla="*/ 12192000 w 12192000"/>
              <a:gd name="connsiteY84-12586" fmla="*/ 4939827 h 4939827"/>
              <a:gd name="connsiteX85-12587" fmla="*/ 0 w 12192000"/>
              <a:gd name="connsiteY85-12588" fmla="*/ 4939827 h 4939827"/>
              <a:gd name="connsiteX86-12589" fmla="*/ 0 w 12192000"/>
              <a:gd name="connsiteY86-12590" fmla="*/ 512043 h 4939827"/>
              <a:gd name="connsiteX87-12591" fmla="*/ 7381 w 12192000"/>
              <a:gd name="connsiteY87-12592" fmla="*/ 512580 h 4939827"/>
              <a:gd name="connsiteX88-12593" fmla="*/ 100029 w 12192000"/>
              <a:gd name="connsiteY88-12594" fmla="*/ 504758 h 4939827"/>
              <a:gd name="connsiteX89-12595" fmla="*/ 155244 w 12192000"/>
              <a:gd name="connsiteY89-12596" fmla="*/ 525130 h 4939827"/>
              <a:gd name="connsiteX90-12597" fmla="*/ 254366 w 12192000"/>
              <a:gd name="connsiteY90-12598" fmla="*/ 534449 h 4939827"/>
              <a:gd name="connsiteX91-12599" fmla="*/ 447292 w 12192000"/>
              <a:gd name="connsiteY91-12600" fmla="*/ 542725 h 4939827"/>
              <a:gd name="connsiteX92-12601" fmla="*/ 628105 w 12192000"/>
              <a:gd name="connsiteY92-12602" fmla="*/ 547853 h 4939827"/>
              <a:gd name="connsiteX93-12603" fmla="*/ 783146 w 12192000"/>
              <a:gd name="connsiteY93-12604" fmla="*/ 591799 h 4939827"/>
              <a:gd name="connsiteX94-12605" fmla="*/ 1043676 w 12192000"/>
              <a:gd name="connsiteY94-12606" fmla="*/ 591887 h 4939827"/>
              <a:gd name="connsiteX95-12607" fmla="*/ 1281816 w 12192000"/>
              <a:gd name="connsiteY95-12608" fmla="*/ 520946 h 4939827"/>
              <a:gd name="connsiteX96-12609" fmla="*/ 1486347 w 12192000"/>
              <a:gd name="connsiteY96-12610" fmla="*/ 487310 h 4939827"/>
              <a:gd name="connsiteX97-12611" fmla="*/ 1568079 w 12192000"/>
              <a:gd name="connsiteY97-12612" fmla="*/ 462531 h 4939827"/>
              <a:gd name="connsiteX98-12613" fmla="*/ 1622516 w 12192000"/>
              <a:gd name="connsiteY98-12614" fmla="*/ 466058 h 4939827"/>
              <a:gd name="connsiteX99-12615" fmla="*/ 1655457 w 12192000"/>
              <a:gd name="connsiteY99-12616" fmla="*/ 465359 h 4939827"/>
              <a:gd name="connsiteX100-12617" fmla="*/ 1717454 w 12192000"/>
              <a:gd name="connsiteY100-12618" fmla="*/ 417203 h 4939827"/>
              <a:gd name="connsiteX101-12619" fmla="*/ 1913794 w 12192000"/>
              <a:gd name="connsiteY101-12620" fmla="*/ 365255 h 4939827"/>
              <a:gd name="connsiteX102-12621" fmla="*/ 2129762 w 12192000"/>
              <a:gd name="connsiteY102-12622" fmla="*/ 367832 h 4939827"/>
              <a:gd name="connsiteX103-12623" fmla="*/ 2376970 w 12192000"/>
              <a:gd name="connsiteY103-12624" fmla="*/ 350129 h 4939827"/>
              <a:gd name="connsiteX104-12625" fmla="*/ 2480155 w 12192000"/>
              <a:gd name="connsiteY104-12626" fmla="*/ 359227 h 4939827"/>
              <a:gd name="connsiteX105-12627" fmla="*/ 2586782 w 12192000"/>
              <a:gd name="connsiteY105-12628" fmla="*/ 339352 h 4939827"/>
              <a:gd name="connsiteX106-12629" fmla="*/ 2679617 w 12192000"/>
              <a:gd name="connsiteY106-12630" fmla="*/ 305383 h 4939827"/>
              <a:gd name="connsiteX107-12631" fmla="*/ 2788947 w 12192000"/>
              <a:gd name="connsiteY107-12632" fmla="*/ 250375 h 4939827"/>
              <a:gd name="connsiteX108-12633" fmla="*/ 2965530 w 12192000"/>
              <a:gd name="connsiteY108-12634" fmla="*/ 245958 h 4939827"/>
              <a:gd name="connsiteX109-12635" fmla="*/ 3103677 w 12192000"/>
              <a:gd name="connsiteY109-12636" fmla="*/ 209527 h 4939827"/>
              <a:gd name="connsiteX110-12637" fmla="*/ 3126759 w 12192000"/>
              <a:gd name="connsiteY110-12638" fmla="*/ 211226 h 4939827"/>
              <a:gd name="connsiteX111-12639" fmla="*/ 3164020 w 12192000"/>
              <a:gd name="connsiteY111-12640" fmla="*/ 212779 h 4939827"/>
              <a:gd name="connsiteX112-12641" fmla="*/ 3285019 w 12192000"/>
              <a:gd name="connsiteY112-12642" fmla="*/ 220535 h 4939827"/>
              <a:gd name="connsiteX113-12643" fmla="*/ 3365154 w 12192000"/>
              <a:gd name="connsiteY113-12644" fmla="*/ 226416 h 4939827"/>
              <a:gd name="connsiteX114-12645" fmla="*/ 3367507 w 12192000"/>
              <a:gd name="connsiteY114-12646" fmla="*/ 225416 h 4939827"/>
              <a:gd name="connsiteX115-12647" fmla="*/ 3387567 w 12192000"/>
              <a:gd name="connsiteY115-12648" fmla="*/ 227103 h 4939827"/>
              <a:gd name="connsiteX116-12649" fmla="*/ 3498001 w 12192000"/>
              <a:gd name="connsiteY116-12650" fmla="*/ 231941 h 4939827"/>
              <a:gd name="connsiteX117-12651" fmla="*/ 3561557 w 12192000"/>
              <a:gd name="connsiteY117-12652" fmla="*/ 228095 h 4939827"/>
              <a:gd name="connsiteX118-12653" fmla="*/ 3611920 w 12192000"/>
              <a:gd name="connsiteY118-12654" fmla="*/ 218094 h 4939827"/>
              <a:gd name="connsiteX119-12655" fmla="*/ 3620528 w 12192000"/>
              <a:gd name="connsiteY119-12656" fmla="*/ 218788 h 4939827"/>
              <a:gd name="connsiteX120-12657" fmla="*/ 3620766 w 12192000"/>
              <a:gd name="connsiteY120-12658" fmla="*/ 218511 h 4939827"/>
              <a:gd name="connsiteX121-12659" fmla="*/ 3629977 w 12192000"/>
              <a:gd name="connsiteY121-12660" fmla="*/ 218664 h 4939827"/>
              <a:gd name="connsiteX122-12661" fmla="*/ 3636217 w 12192000"/>
              <a:gd name="connsiteY122-12662" fmla="*/ 220048 h 4939827"/>
              <a:gd name="connsiteX123-12663" fmla="*/ 3709484 w 12192000"/>
              <a:gd name="connsiteY123-12664" fmla="*/ 186927 h 4939827"/>
              <a:gd name="connsiteX124-12665" fmla="*/ 3761342 w 12192000"/>
              <a:gd name="connsiteY124-12666" fmla="*/ 177474 h 4939827"/>
              <a:gd name="connsiteX125-12667" fmla="*/ 3799748 w 12192000"/>
              <a:gd name="connsiteY125-12668" fmla="*/ 167154 h 4939827"/>
              <a:gd name="connsiteX126-12669" fmla="*/ 3922756 w 12192000"/>
              <a:gd name="connsiteY126-12670" fmla="*/ 194044 h 4939827"/>
              <a:gd name="connsiteX127-12671" fmla="*/ 4028476 w 12192000"/>
              <a:gd name="connsiteY127-12672" fmla="*/ 223679 h 4939827"/>
              <a:gd name="connsiteX128-12673" fmla="*/ 4191582 w 12192000"/>
              <a:gd name="connsiteY128-12674" fmla="*/ 238952 h 4939827"/>
              <a:gd name="connsiteX129-12675" fmla="*/ 4251024 w 12192000"/>
              <a:gd name="connsiteY129-12676" fmla="*/ 240874 h 4939827"/>
              <a:gd name="connsiteX130-12677" fmla="*/ 4355275 w 12192000"/>
              <a:gd name="connsiteY130-12678" fmla="*/ 260205 h 4939827"/>
              <a:gd name="connsiteX131-12679" fmla="*/ 4423807 w 12192000"/>
              <a:gd name="connsiteY131-12680" fmla="*/ 270366 h 4939827"/>
              <a:gd name="connsiteX132-12681" fmla="*/ 4558432 w 12192000"/>
              <a:gd name="connsiteY132-12682" fmla="*/ 269194 h 4939827"/>
              <a:gd name="connsiteX133-12683" fmla="*/ 4635061 w 12192000"/>
              <a:gd name="connsiteY133-12684" fmla="*/ 280682 h 4939827"/>
              <a:gd name="connsiteX134-12685" fmla="*/ 4807427 w 12192000"/>
              <a:gd name="connsiteY134-12686" fmla="*/ 276835 h 4939827"/>
              <a:gd name="connsiteX135-12687" fmla="*/ 5028933 w 12192000"/>
              <a:gd name="connsiteY135-12688" fmla="*/ 183887 h 4939827"/>
              <a:gd name="connsiteX136-12689" fmla="*/ 5093642 w 12192000"/>
              <a:gd name="connsiteY136-12690" fmla="*/ 177214 h 4939827"/>
              <a:gd name="connsiteX137-12691" fmla="*/ 5102642 w 12192000"/>
              <a:gd name="connsiteY137-12692" fmla="*/ 186816 h 4939827"/>
              <a:gd name="connsiteX138-12693" fmla="*/ 5193590 w 12192000"/>
              <a:gd name="connsiteY138-12694" fmla="*/ 156458 h 4939827"/>
              <a:gd name="connsiteX139-12695" fmla="*/ 5323922 w 12192000"/>
              <a:gd name="connsiteY139-12696" fmla="*/ 146332 h 4939827"/>
              <a:gd name="connsiteX140-12697" fmla="*/ 5421860 w 12192000"/>
              <a:gd name="connsiteY140-12698" fmla="*/ 167298 h 4939827"/>
              <a:gd name="connsiteX141-12699" fmla="*/ 5476948 w 12192000"/>
              <a:gd name="connsiteY141-12700" fmla="*/ 173249 h 4939827"/>
              <a:gd name="connsiteX142-12701" fmla="*/ 5516842 w 12192000"/>
              <a:gd name="connsiteY142-12702" fmla="*/ 184018 h 4939827"/>
              <a:gd name="connsiteX143-12703" fmla="*/ 5619415 w 12192000"/>
              <a:gd name="connsiteY143-12704" fmla="*/ 176781 h 4939827"/>
              <a:gd name="connsiteX144-12705" fmla="*/ 5789867 w 12192000"/>
              <a:gd name="connsiteY144-12706" fmla="*/ 150304 h 4939827"/>
              <a:gd name="connsiteX145-12707" fmla="*/ 5825953 w 12192000"/>
              <a:gd name="connsiteY145-12708" fmla="*/ 147907 h 4939827"/>
              <a:gd name="connsiteX146-12709" fmla="*/ 5856168 w 12192000"/>
              <a:gd name="connsiteY146-12710" fmla="*/ 158719 h 4939827"/>
              <a:gd name="connsiteX147-12711" fmla="*/ 5862476 w 12192000"/>
              <a:gd name="connsiteY147-12712" fmla="*/ 172447 h 4939827"/>
              <a:gd name="connsiteX148-12713" fmla="*/ 5882195 w 12192000"/>
              <a:gd name="connsiteY148-12714" fmla="*/ 173195 h 4939827"/>
              <a:gd name="connsiteX149-12715" fmla="*/ 5952585 w 12192000"/>
              <a:gd name="connsiteY149-12716" fmla="*/ 161012 h 4939827"/>
              <a:gd name="connsiteX150-12717" fmla="*/ 6001964 w 12192000"/>
              <a:gd name="connsiteY150-12718" fmla="*/ 154786 h 4939827"/>
              <a:gd name="connsiteX151-12719" fmla="*/ 6184207 w 12192000"/>
              <a:gd name="connsiteY151-12720" fmla="*/ 132658 h 4939827"/>
              <a:gd name="connsiteX152-12721" fmla="*/ 6415830 w 12192000"/>
              <a:gd name="connsiteY152-12722" fmla="*/ 136006 h 4939827"/>
              <a:gd name="connsiteX153-12723" fmla="*/ 6756965 w 12192000"/>
              <a:gd name="connsiteY153-12724" fmla="*/ 57636 h 4939827"/>
              <a:gd name="connsiteX154-12725" fmla="*/ 6819400 w 12192000"/>
              <a:gd name="connsiteY154-12726" fmla="*/ 30742 h 4939827"/>
              <a:gd name="connsiteX155-12727" fmla="*/ 6986370 w 12192000"/>
              <a:gd name="connsiteY155-12728" fmla="*/ 12659 h 4939827"/>
              <a:gd name="connsiteX156-12729" fmla="*/ 6989536 w 12192000"/>
              <a:gd name="connsiteY156-12730" fmla="*/ 14528 h 4939827"/>
              <a:gd name="connsiteX157-12731" fmla="*/ 7015933 w 12192000"/>
              <a:gd name="connsiteY157-12732" fmla="*/ 9653 h 4939827"/>
              <a:gd name="connsiteX158-12733" fmla="*/ 7020592 w 12192000"/>
              <a:gd name="connsiteY158-12734" fmla="*/ 1651 h 4939827"/>
              <a:gd name="connsiteX159-12735" fmla="*/ 7025905 w 12192000"/>
              <a:gd name="connsiteY159-12736" fmla="*/ 0 h 4939827"/>
              <a:gd name="connsiteX0-12737" fmla="*/ 7025905 w 12192000"/>
              <a:gd name="connsiteY0-12738" fmla="*/ 0 h 4939827"/>
              <a:gd name="connsiteX1-12739" fmla="*/ 7032579 w 12192000"/>
              <a:gd name="connsiteY1-12740" fmla="*/ 2808 h 4939827"/>
              <a:gd name="connsiteX2-12741" fmla="*/ 7079505 w 12192000"/>
              <a:gd name="connsiteY2-12742" fmla="*/ 12971 h 4939827"/>
              <a:gd name="connsiteX3-12743" fmla="*/ 7158791 w 12192000"/>
              <a:gd name="connsiteY3-12744" fmla="*/ 12462 h 4939827"/>
              <a:gd name="connsiteX4-12745" fmla="*/ 7233338 w 12192000"/>
              <a:gd name="connsiteY4-12746" fmla="*/ 24846 h 4939827"/>
              <a:gd name="connsiteX5-12747" fmla="*/ 7259791 w 12192000"/>
              <a:gd name="connsiteY5-12748" fmla="*/ 29557 h 4939827"/>
              <a:gd name="connsiteX6-12749" fmla="*/ 7263923 w 12192000"/>
              <a:gd name="connsiteY6-12750" fmla="*/ 35029 h 4939827"/>
              <a:gd name="connsiteX7-12751" fmla="*/ 7281549 w 12192000"/>
              <a:gd name="connsiteY7-12752" fmla="*/ 39654 h 4939827"/>
              <a:gd name="connsiteX8-12753" fmla="*/ 7374735 w 12192000"/>
              <a:gd name="connsiteY8-12754" fmla="*/ 65326 h 4939827"/>
              <a:gd name="connsiteX9-12755" fmla="*/ 7376078 w 12192000"/>
              <a:gd name="connsiteY9-12756" fmla="*/ 63849 h 4939827"/>
              <a:gd name="connsiteX10-12757" fmla="*/ 7402026 w 12192000"/>
              <a:gd name="connsiteY10-12758" fmla="*/ 60308 h 4939827"/>
              <a:gd name="connsiteX11-12759" fmla="*/ 7415091 w 12192000"/>
              <a:gd name="connsiteY11-12760" fmla="*/ 77403 h 4939827"/>
              <a:gd name="connsiteX12-12761" fmla="*/ 7488682 w 12192000"/>
              <a:gd name="connsiteY12-12762" fmla="*/ 83440 h 4939827"/>
              <a:gd name="connsiteX13-12763" fmla="*/ 7732750 w 12192000"/>
              <a:gd name="connsiteY13-12764" fmla="*/ 145456 h 4939827"/>
              <a:gd name="connsiteX14-12765" fmla="*/ 7785900 w 12192000"/>
              <a:gd name="connsiteY14-12766" fmla="*/ 154493 h 4939827"/>
              <a:gd name="connsiteX15-12767" fmla="*/ 7952584 w 12192000"/>
              <a:gd name="connsiteY15-12768" fmla="*/ 170181 h 4939827"/>
              <a:gd name="connsiteX16-12769" fmla="*/ 8009534 w 12192000"/>
              <a:gd name="connsiteY16-12770" fmla="*/ 176441 h 4939827"/>
              <a:gd name="connsiteX17-12771" fmla="*/ 8058681 w 12192000"/>
              <a:gd name="connsiteY17-12772" fmla="*/ 219431 h 4939827"/>
              <a:gd name="connsiteX18-12773" fmla="*/ 8126175 w 12192000"/>
              <a:gd name="connsiteY18-12774" fmla="*/ 240005 h 4939827"/>
              <a:gd name="connsiteX19-12775" fmla="*/ 8166439 w 12192000"/>
              <a:gd name="connsiteY19-12776" fmla="*/ 252699 h 4939827"/>
              <a:gd name="connsiteX20-12777" fmla="*/ 8281371 w 12192000"/>
              <a:gd name="connsiteY20-12778" fmla="*/ 256875 h 4939827"/>
              <a:gd name="connsiteX21-12779" fmla="*/ 8381609 w 12192000"/>
              <a:gd name="connsiteY21-12780" fmla="*/ 240618 h 4939827"/>
              <a:gd name="connsiteX22-12781" fmla="*/ 8406759 w 12192000"/>
              <a:gd name="connsiteY22-12782" fmla="*/ 232517 h 4939827"/>
              <a:gd name="connsiteX23-12783" fmla="*/ 8426506 w 12192000"/>
              <a:gd name="connsiteY23-12784" fmla="*/ 241842 h 4939827"/>
              <a:gd name="connsiteX24-12785" fmla="*/ 8427949 w 12192000"/>
              <a:gd name="connsiteY24-12786" fmla="*/ 240981 h 4939827"/>
              <a:gd name="connsiteX25-12787" fmla="*/ 8441468 w 12192000"/>
              <a:gd name="connsiteY25-12788" fmla="*/ 241157 h 4939827"/>
              <a:gd name="connsiteX26-12789" fmla="*/ 8565757 w 12192000"/>
              <a:gd name="connsiteY26-12790" fmla="*/ 255317 h 4939827"/>
              <a:gd name="connsiteX27-12791" fmla="*/ 8573171 w 12192000"/>
              <a:gd name="connsiteY27-12792" fmla="*/ 258426 h 4939827"/>
              <a:gd name="connsiteX28-12793" fmla="*/ 8573548 w 12192000"/>
              <a:gd name="connsiteY28-12794" fmla="*/ 258241 h 4939827"/>
              <a:gd name="connsiteX29-12795" fmla="*/ 8581827 w 12192000"/>
              <a:gd name="connsiteY29-12796" fmla="*/ 261028 h 4939827"/>
              <a:gd name="connsiteX30-12797" fmla="*/ 8586687 w 12192000"/>
              <a:gd name="connsiteY30-12798" fmla="*/ 264089 h 4939827"/>
              <a:gd name="connsiteX31-12799" fmla="*/ 8672650 w 12192000"/>
              <a:gd name="connsiteY31-12800" fmla="*/ 254821 h 4939827"/>
              <a:gd name="connsiteX32-12801" fmla="*/ 8785543 w 12192000"/>
              <a:gd name="connsiteY32-12802" fmla="*/ 263406 h 4939827"/>
              <a:gd name="connsiteX33-12803" fmla="*/ 8830588 w 12192000"/>
              <a:gd name="connsiteY33-12804" fmla="*/ 265483 h 4939827"/>
              <a:gd name="connsiteX34-12805" fmla="*/ 8905142 w 12192000"/>
              <a:gd name="connsiteY34-12806" fmla="*/ 264958 h 4939827"/>
              <a:gd name="connsiteX35-12807" fmla="*/ 8968582 w 12192000"/>
              <a:gd name="connsiteY35-12808" fmla="*/ 262728 h 4939827"/>
              <a:gd name="connsiteX36-12809" fmla="*/ 8972994 w 12192000"/>
              <a:gd name="connsiteY36-12810" fmla="*/ 263284 h 4939827"/>
              <a:gd name="connsiteX37-12811" fmla="*/ 9004605 w 12192000"/>
              <a:gd name="connsiteY37-12812" fmla="*/ 258041 h 4939827"/>
              <a:gd name="connsiteX38-12813" fmla="*/ 9016165 w 12192000"/>
              <a:gd name="connsiteY38-12814" fmla="*/ 261258 h 4939827"/>
              <a:gd name="connsiteX39-12815" fmla="*/ 9043297 w 12192000"/>
              <a:gd name="connsiteY39-12816" fmla="*/ 281547 h 4939827"/>
              <a:gd name="connsiteX40-12817" fmla="*/ 9048315 w 12192000"/>
              <a:gd name="connsiteY40-12818" fmla="*/ 279264 h 4939827"/>
              <a:gd name="connsiteX41-12819" fmla="*/ 9054706 w 12192000"/>
              <a:gd name="connsiteY41-12820" fmla="*/ 278538 h 4939827"/>
              <a:gd name="connsiteX42-12821" fmla="*/ 9070919 w 12192000"/>
              <a:gd name="connsiteY42-12822" fmla="*/ 281810 h 4939827"/>
              <a:gd name="connsiteX43-12823" fmla="*/ 9076813 w 12192000"/>
              <a:gd name="connsiteY43-12824" fmla="*/ 283909 h 4939827"/>
              <a:gd name="connsiteX44-12825" fmla="*/ 9085871 w 12192000"/>
              <a:gd name="connsiteY44-12826" fmla="*/ 285133 h 4939827"/>
              <a:gd name="connsiteX45-12827" fmla="*/ 9086159 w 12192000"/>
              <a:gd name="connsiteY45-12828" fmla="*/ 284887 h 4939827"/>
              <a:gd name="connsiteX46-12829" fmla="*/ 9134606 w 12192000"/>
              <a:gd name="connsiteY46-12830" fmla="*/ 288168 h 4939827"/>
              <a:gd name="connsiteX47-12831" fmla="*/ 9195590 w 12192000"/>
              <a:gd name="connsiteY47-12832" fmla="*/ 279568 h 4939827"/>
              <a:gd name="connsiteX48-12833" fmla="*/ 9219336 w 12192000"/>
              <a:gd name="connsiteY48-12834" fmla="*/ 278133 h 4939827"/>
              <a:gd name="connsiteX49-12835" fmla="*/ 9232362 w 12192000"/>
              <a:gd name="connsiteY49-12836" fmla="*/ 275894 h 4939827"/>
              <a:gd name="connsiteX50-12837" fmla="*/ 9283638 w 12192000"/>
              <a:gd name="connsiteY50-12838" fmla="*/ 299924 h 4939827"/>
              <a:gd name="connsiteX51-12839" fmla="*/ 9371484 w 12192000"/>
              <a:gd name="connsiteY51-12840" fmla="*/ 329634 h 4939827"/>
              <a:gd name="connsiteX52-12841" fmla="*/ 9404829 w 12192000"/>
              <a:gd name="connsiteY52-12842" fmla="*/ 339038 h 4939827"/>
              <a:gd name="connsiteX53-12843" fmla="*/ 9427021 w 12192000"/>
              <a:gd name="connsiteY53-12844" fmla="*/ 358784 h 4939827"/>
              <a:gd name="connsiteX54-12845" fmla="*/ 9670844 w 12192000"/>
              <a:gd name="connsiteY54-12846" fmla="*/ 405128 h 4939827"/>
              <a:gd name="connsiteX55-12847" fmla="*/ 9816083 w 12192000"/>
              <a:gd name="connsiteY55-12848" fmla="*/ 416573 h 4939827"/>
              <a:gd name="connsiteX56-12849" fmla="*/ 9936741 w 12192000"/>
              <a:gd name="connsiteY56-12850" fmla="*/ 437044 h 4939827"/>
              <a:gd name="connsiteX57-12851" fmla="*/ 10050093 w 12192000"/>
              <a:gd name="connsiteY57-12852" fmla="*/ 443783 h 4939827"/>
              <a:gd name="connsiteX58-12853" fmla="*/ 10130090 w 12192000"/>
              <a:gd name="connsiteY58-12854" fmla="*/ 459520 h 4939827"/>
              <a:gd name="connsiteX59-12855" fmla="*/ 10173456 w 12192000"/>
              <a:gd name="connsiteY59-12856" fmla="*/ 457749 h 4939827"/>
              <a:gd name="connsiteX60-12857" fmla="*/ 10218232 w 12192000"/>
              <a:gd name="connsiteY60-12858" fmla="*/ 459820 h 4939827"/>
              <a:gd name="connsiteX61-12859" fmla="*/ 10354176 w 12192000"/>
              <a:gd name="connsiteY61-12860" fmla="*/ 471377 h 4939827"/>
              <a:gd name="connsiteX62-12861" fmla="*/ 10430681 w 12192000"/>
              <a:gd name="connsiteY62-12862" fmla="*/ 481226 h 4939827"/>
              <a:gd name="connsiteX63-12863" fmla="*/ 10478169 w 12192000"/>
              <a:gd name="connsiteY63-12864" fmla="*/ 481774 h 4939827"/>
              <a:gd name="connsiteX64-12865" fmla="*/ 10540907 w 12192000"/>
              <a:gd name="connsiteY64-12866" fmla="*/ 485607 h 4939827"/>
              <a:gd name="connsiteX65-12867" fmla="*/ 10614941 w 12192000"/>
              <a:gd name="connsiteY65-12868" fmla="*/ 487592 h 4939827"/>
              <a:gd name="connsiteX66-12869" fmla="*/ 10674098 w 12192000"/>
              <a:gd name="connsiteY66-12870" fmla="*/ 521656 h 4939827"/>
              <a:gd name="connsiteX67-12871" fmla="*/ 10874834 w 12192000"/>
              <a:gd name="connsiteY67-12872" fmla="*/ 574867 h 4939827"/>
              <a:gd name="connsiteX68-12873" fmla="*/ 10944981 w 12192000"/>
              <a:gd name="connsiteY68-12874" fmla="*/ 615042 h 4939827"/>
              <a:gd name="connsiteX69-12875" fmla="*/ 11006376 w 12192000"/>
              <a:gd name="connsiteY69-12876" fmla="*/ 645957 h 4939827"/>
              <a:gd name="connsiteX70-12877" fmla="*/ 11076308 w 12192000"/>
              <a:gd name="connsiteY70-12878" fmla="*/ 675698 h 4939827"/>
              <a:gd name="connsiteX71-12879" fmla="*/ 11148789 w 12192000"/>
              <a:gd name="connsiteY71-12880" fmla="*/ 685041 h 4939827"/>
              <a:gd name="connsiteX72-12881" fmla="*/ 11249129 w 12192000"/>
              <a:gd name="connsiteY72-12882" fmla="*/ 684218 h 4939827"/>
              <a:gd name="connsiteX73-12883" fmla="*/ 11299915 w 12192000"/>
              <a:gd name="connsiteY73-12884" fmla="*/ 692177 h 4939827"/>
              <a:gd name="connsiteX74-12885" fmla="*/ 11386973 w 12192000"/>
              <a:gd name="connsiteY74-12886" fmla="*/ 708209 h 4939827"/>
              <a:gd name="connsiteX75-12887" fmla="*/ 11500105 w 12192000"/>
              <a:gd name="connsiteY75-12888" fmla="*/ 735014 h 4939827"/>
              <a:gd name="connsiteX76-12889" fmla="*/ 11621735 w 12192000"/>
              <a:gd name="connsiteY76-12890" fmla="*/ 789584 h 4939827"/>
              <a:gd name="connsiteX77-12891" fmla="*/ 11691200 w 12192000"/>
              <a:gd name="connsiteY77-12892" fmla="*/ 867902 h 4939827"/>
              <a:gd name="connsiteX78-12893" fmla="*/ 11819427 w 12192000"/>
              <a:gd name="connsiteY78-12894" fmla="*/ 911634 h 4939827"/>
              <a:gd name="connsiteX79-12895" fmla="*/ 11969720 w 12192000"/>
              <a:gd name="connsiteY79-12896" fmla="*/ 964737 h 4939827"/>
              <a:gd name="connsiteX80-12897" fmla="*/ 12055766 w 12192000"/>
              <a:gd name="connsiteY80-12898" fmla="*/ 991268 h 4939827"/>
              <a:gd name="connsiteX81-12899" fmla="*/ 12171539 w 12192000"/>
              <a:gd name="connsiteY81-12900" fmla="*/ 995427 h 4939827"/>
              <a:gd name="connsiteX82-12901" fmla="*/ 12187831 w 12192000"/>
              <a:gd name="connsiteY82-12902" fmla="*/ 996580 h 4939827"/>
              <a:gd name="connsiteX83-12903" fmla="*/ 12192000 w 12192000"/>
              <a:gd name="connsiteY83-12904" fmla="*/ 996726 h 4939827"/>
              <a:gd name="connsiteX84-12905" fmla="*/ 12192000 w 12192000"/>
              <a:gd name="connsiteY84-12906" fmla="*/ 4939827 h 4939827"/>
              <a:gd name="connsiteX85-12907" fmla="*/ 0 w 12192000"/>
              <a:gd name="connsiteY85-12908" fmla="*/ 4939827 h 4939827"/>
              <a:gd name="connsiteX86-12909" fmla="*/ 0 w 12192000"/>
              <a:gd name="connsiteY86-12910" fmla="*/ 512043 h 4939827"/>
              <a:gd name="connsiteX87-12911" fmla="*/ 7381 w 12192000"/>
              <a:gd name="connsiteY87-12912" fmla="*/ 512580 h 4939827"/>
              <a:gd name="connsiteX88-12913" fmla="*/ 100029 w 12192000"/>
              <a:gd name="connsiteY88-12914" fmla="*/ 504758 h 4939827"/>
              <a:gd name="connsiteX89-12915" fmla="*/ 155244 w 12192000"/>
              <a:gd name="connsiteY89-12916" fmla="*/ 525130 h 4939827"/>
              <a:gd name="connsiteX90-12917" fmla="*/ 254366 w 12192000"/>
              <a:gd name="connsiteY90-12918" fmla="*/ 534449 h 4939827"/>
              <a:gd name="connsiteX91-12919" fmla="*/ 447292 w 12192000"/>
              <a:gd name="connsiteY91-12920" fmla="*/ 542725 h 4939827"/>
              <a:gd name="connsiteX92-12921" fmla="*/ 628105 w 12192000"/>
              <a:gd name="connsiteY92-12922" fmla="*/ 547853 h 4939827"/>
              <a:gd name="connsiteX93-12923" fmla="*/ 783146 w 12192000"/>
              <a:gd name="connsiteY93-12924" fmla="*/ 591799 h 4939827"/>
              <a:gd name="connsiteX94-12925" fmla="*/ 1043676 w 12192000"/>
              <a:gd name="connsiteY94-12926" fmla="*/ 591887 h 4939827"/>
              <a:gd name="connsiteX95-12927" fmla="*/ 1281816 w 12192000"/>
              <a:gd name="connsiteY95-12928" fmla="*/ 520946 h 4939827"/>
              <a:gd name="connsiteX96-12929" fmla="*/ 1486347 w 12192000"/>
              <a:gd name="connsiteY96-12930" fmla="*/ 487310 h 4939827"/>
              <a:gd name="connsiteX97-12931" fmla="*/ 1568079 w 12192000"/>
              <a:gd name="connsiteY97-12932" fmla="*/ 462531 h 4939827"/>
              <a:gd name="connsiteX98-12933" fmla="*/ 1622516 w 12192000"/>
              <a:gd name="connsiteY98-12934" fmla="*/ 466058 h 4939827"/>
              <a:gd name="connsiteX99-12935" fmla="*/ 1655457 w 12192000"/>
              <a:gd name="connsiteY99-12936" fmla="*/ 465359 h 4939827"/>
              <a:gd name="connsiteX100-12937" fmla="*/ 1717454 w 12192000"/>
              <a:gd name="connsiteY100-12938" fmla="*/ 417203 h 4939827"/>
              <a:gd name="connsiteX101-12939" fmla="*/ 1913794 w 12192000"/>
              <a:gd name="connsiteY101-12940" fmla="*/ 365255 h 4939827"/>
              <a:gd name="connsiteX102-12941" fmla="*/ 2129762 w 12192000"/>
              <a:gd name="connsiteY102-12942" fmla="*/ 367832 h 4939827"/>
              <a:gd name="connsiteX103-12943" fmla="*/ 2376970 w 12192000"/>
              <a:gd name="connsiteY103-12944" fmla="*/ 350129 h 4939827"/>
              <a:gd name="connsiteX104-12945" fmla="*/ 2480155 w 12192000"/>
              <a:gd name="connsiteY104-12946" fmla="*/ 359227 h 4939827"/>
              <a:gd name="connsiteX105-12947" fmla="*/ 2586782 w 12192000"/>
              <a:gd name="connsiteY105-12948" fmla="*/ 339352 h 4939827"/>
              <a:gd name="connsiteX106-12949" fmla="*/ 2679617 w 12192000"/>
              <a:gd name="connsiteY106-12950" fmla="*/ 305383 h 4939827"/>
              <a:gd name="connsiteX107-12951" fmla="*/ 2788947 w 12192000"/>
              <a:gd name="connsiteY107-12952" fmla="*/ 250375 h 4939827"/>
              <a:gd name="connsiteX108-12953" fmla="*/ 2965530 w 12192000"/>
              <a:gd name="connsiteY108-12954" fmla="*/ 245958 h 4939827"/>
              <a:gd name="connsiteX109-12955" fmla="*/ 3103677 w 12192000"/>
              <a:gd name="connsiteY109-12956" fmla="*/ 209527 h 4939827"/>
              <a:gd name="connsiteX110-12957" fmla="*/ 3126759 w 12192000"/>
              <a:gd name="connsiteY110-12958" fmla="*/ 211226 h 4939827"/>
              <a:gd name="connsiteX111-12959" fmla="*/ 3164020 w 12192000"/>
              <a:gd name="connsiteY111-12960" fmla="*/ 212779 h 4939827"/>
              <a:gd name="connsiteX112-12961" fmla="*/ 3285019 w 12192000"/>
              <a:gd name="connsiteY112-12962" fmla="*/ 220535 h 4939827"/>
              <a:gd name="connsiteX113-12963" fmla="*/ 3365154 w 12192000"/>
              <a:gd name="connsiteY113-12964" fmla="*/ 226416 h 4939827"/>
              <a:gd name="connsiteX114-12965" fmla="*/ 3367507 w 12192000"/>
              <a:gd name="connsiteY114-12966" fmla="*/ 225416 h 4939827"/>
              <a:gd name="connsiteX115-12967" fmla="*/ 3387567 w 12192000"/>
              <a:gd name="connsiteY115-12968" fmla="*/ 227103 h 4939827"/>
              <a:gd name="connsiteX116-12969" fmla="*/ 3498001 w 12192000"/>
              <a:gd name="connsiteY116-12970" fmla="*/ 231941 h 4939827"/>
              <a:gd name="connsiteX117-12971" fmla="*/ 3561557 w 12192000"/>
              <a:gd name="connsiteY117-12972" fmla="*/ 228095 h 4939827"/>
              <a:gd name="connsiteX118-12973" fmla="*/ 3611920 w 12192000"/>
              <a:gd name="connsiteY118-12974" fmla="*/ 218094 h 4939827"/>
              <a:gd name="connsiteX119-12975" fmla="*/ 3620528 w 12192000"/>
              <a:gd name="connsiteY119-12976" fmla="*/ 218788 h 4939827"/>
              <a:gd name="connsiteX120-12977" fmla="*/ 3620766 w 12192000"/>
              <a:gd name="connsiteY120-12978" fmla="*/ 218511 h 4939827"/>
              <a:gd name="connsiteX121-12979" fmla="*/ 3629977 w 12192000"/>
              <a:gd name="connsiteY121-12980" fmla="*/ 218664 h 4939827"/>
              <a:gd name="connsiteX122-12981" fmla="*/ 3636217 w 12192000"/>
              <a:gd name="connsiteY122-12982" fmla="*/ 220048 h 4939827"/>
              <a:gd name="connsiteX123-12983" fmla="*/ 3709484 w 12192000"/>
              <a:gd name="connsiteY123-12984" fmla="*/ 186927 h 4939827"/>
              <a:gd name="connsiteX124-12985" fmla="*/ 3761342 w 12192000"/>
              <a:gd name="connsiteY124-12986" fmla="*/ 177474 h 4939827"/>
              <a:gd name="connsiteX125-12987" fmla="*/ 3799748 w 12192000"/>
              <a:gd name="connsiteY125-12988" fmla="*/ 167154 h 4939827"/>
              <a:gd name="connsiteX126-12989" fmla="*/ 3922756 w 12192000"/>
              <a:gd name="connsiteY126-12990" fmla="*/ 194044 h 4939827"/>
              <a:gd name="connsiteX127-12991" fmla="*/ 4028476 w 12192000"/>
              <a:gd name="connsiteY127-12992" fmla="*/ 223679 h 4939827"/>
              <a:gd name="connsiteX128-12993" fmla="*/ 4191582 w 12192000"/>
              <a:gd name="connsiteY128-12994" fmla="*/ 238952 h 4939827"/>
              <a:gd name="connsiteX129-12995" fmla="*/ 4251024 w 12192000"/>
              <a:gd name="connsiteY129-12996" fmla="*/ 240874 h 4939827"/>
              <a:gd name="connsiteX130-12997" fmla="*/ 4355275 w 12192000"/>
              <a:gd name="connsiteY130-12998" fmla="*/ 260205 h 4939827"/>
              <a:gd name="connsiteX131-12999" fmla="*/ 4423807 w 12192000"/>
              <a:gd name="connsiteY131-13000" fmla="*/ 270366 h 4939827"/>
              <a:gd name="connsiteX132-13001" fmla="*/ 4558432 w 12192000"/>
              <a:gd name="connsiteY132-13002" fmla="*/ 269194 h 4939827"/>
              <a:gd name="connsiteX133-13003" fmla="*/ 4635061 w 12192000"/>
              <a:gd name="connsiteY133-13004" fmla="*/ 280682 h 4939827"/>
              <a:gd name="connsiteX134-13005" fmla="*/ 4807427 w 12192000"/>
              <a:gd name="connsiteY134-13006" fmla="*/ 276835 h 4939827"/>
              <a:gd name="connsiteX135-13007" fmla="*/ 5028933 w 12192000"/>
              <a:gd name="connsiteY135-13008" fmla="*/ 183887 h 4939827"/>
              <a:gd name="connsiteX136-13009" fmla="*/ 5093642 w 12192000"/>
              <a:gd name="connsiteY136-13010" fmla="*/ 177214 h 4939827"/>
              <a:gd name="connsiteX137-13011" fmla="*/ 5102642 w 12192000"/>
              <a:gd name="connsiteY137-13012" fmla="*/ 186816 h 4939827"/>
              <a:gd name="connsiteX138-13013" fmla="*/ 5193590 w 12192000"/>
              <a:gd name="connsiteY138-13014" fmla="*/ 156458 h 4939827"/>
              <a:gd name="connsiteX139-13015" fmla="*/ 5323922 w 12192000"/>
              <a:gd name="connsiteY139-13016" fmla="*/ 146332 h 4939827"/>
              <a:gd name="connsiteX140-13017" fmla="*/ 5421860 w 12192000"/>
              <a:gd name="connsiteY140-13018" fmla="*/ 167298 h 4939827"/>
              <a:gd name="connsiteX141-13019" fmla="*/ 5476948 w 12192000"/>
              <a:gd name="connsiteY141-13020" fmla="*/ 173249 h 4939827"/>
              <a:gd name="connsiteX142-13021" fmla="*/ 5516842 w 12192000"/>
              <a:gd name="connsiteY142-13022" fmla="*/ 184018 h 4939827"/>
              <a:gd name="connsiteX143-13023" fmla="*/ 5619415 w 12192000"/>
              <a:gd name="connsiteY143-13024" fmla="*/ 176781 h 4939827"/>
              <a:gd name="connsiteX144-13025" fmla="*/ 5789867 w 12192000"/>
              <a:gd name="connsiteY144-13026" fmla="*/ 150304 h 4939827"/>
              <a:gd name="connsiteX145-13027" fmla="*/ 5825953 w 12192000"/>
              <a:gd name="connsiteY145-13028" fmla="*/ 147907 h 4939827"/>
              <a:gd name="connsiteX146-13029" fmla="*/ 5856168 w 12192000"/>
              <a:gd name="connsiteY146-13030" fmla="*/ 158719 h 4939827"/>
              <a:gd name="connsiteX147-13031" fmla="*/ 5862476 w 12192000"/>
              <a:gd name="connsiteY147-13032" fmla="*/ 172447 h 4939827"/>
              <a:gd name="connsiteX148-13033" fmla="*/ 5882195 w 12192000"/>
              <a:gd name="connsiteY148-13034" fmla="*/ 173195 h 4939827"/>
              <a:gd name="connsiteX149-13035" fmla="*/ 5952585 w 12192000"/>
              <a:gd name="connsiteY149-13036" fmla="*/ 161012 h 4939827"/>
              <a:gd name="connsiteX150-13037" fmla="*/ 6001964 w 12192000"/>
              <a:gd name="connsiteY150-13038" fmla="*/ 154786 h 4939827"/>
              <a:gd name="connsiteX151-13039" fmla="*/ 6184207 w 12192000"/>
              <a:gd name="connsiteY151-13040" fmla="*/ 132658 h 4939827"/>
              <a:gd name="connsiteX152-13041" fmla="*/ 6415830 w 12192000"/>
              <a:gd name="connsiteY152-13042" fmla="*/ 136006 h 4939827"/>
              <a:gd name="connsiteX153-13043" fmla="*/ 6756965 w 12192000"/>
              <a:gd name="connsiteY153-13044" fmla="*/ 57636 h 4939827"/>
              <a:gd name="connsiteX154-13045" fmla="*/ 6819400 w 12192000"/>
              <a:gd name="connsiteY154-13046" fmla="*/ 30742 h 4939827"/>
              <a:gd name="connsiteX155-13047" fmla="*/ 6986370 w 12192000"/>
              <a:gd name="connsiteY155-13048" fmla="*/ 12659 h 4939827"/>
              <a:gd name="connsiteX156-13049" fmla="*/ 6989536 w 12192000"/>
              <a:gd name="connsiteY156-13050" fmla="*/ 14528 h 4939827"/>
              <a:gd name="connsiteX157-13051" fmla="*/ 7015933 w 12192000"/>
              <a:gd name="connsiteY157-13052" fmla="*/ 9653 h 4939827"/>
              <a:gd name="connsiteX158-13053" fmla="*/ 7020592 w 12192000"/>
              <a:gd name="connsiteY158-13054" fmla="*/ 1651 h 4939827"/>
              <a:gd name="connsiteX159-13055" fmla="*/ 7025905 w 12192000"/>
              <a:gd name="connsiteY159-13056" fmla="*/ 0 h 4939827"/>
              <a:gd name="connsiteX0-13057" fmla="*/ 7025905 w 12192000"/>
              <a:gd name="connsiteY0-13058" fmla="*/ 0 h 4939827"/>
              <a:gd name="connsiteX1-13059" fmla="*/ 7032579 w 12192000"/>
              <a:gd name="connsiteY1-13060" fmla="*/ 2808 h 4939827"/>
              <a:gd name="connsiteX2-13061" fmla="*/ 7079505 w 12192000"/>
              <a:gd name="connsiteY2-13062" fmla="*/ 12971 h 4939827"/>
              <a:gd name="connsiteX3-13063" fmla="*/ 7158791 w 12192000"/>
              <a:gd name="connsiteY3-13064" fmla="*/ 12462 h 4939827"/>
              <a:gd name="connsiteX4-13065" fmla="*/ 7233338 w 12192000"/>
              <a:gd name="connsiteY4-13066" fmla="*/ 24846 h 4939827"/>
              <a:gd name="connsiteX5-13067" fmla="*/ 7259791 w 12192000"/>
              <a:gd name="connsiteY5-13068" fmla="*/ 29557 h 4939827"/>
              <a:gd name="connsiteX6-13069" fmla="*/ 7263923 w 12192000"/>
              <a:gd name="connsiteY6-13070" fmla="*/ 35029 h 4939827"/>
              <a:gd name="connsiteX7-13071" fmla="*/ 7281549 w 12192000"/>
              <a:gd name="connsiteY7-13072" fmla="*/ 39654 h 4939827"/>
              <a:gd name="connsiteX8-13073" fmla="*/ 7374735 w 12192000"/>
              <a:gd name="connsiteY8-13074" fmla="*/ 65326 h 4939827"/>
              <a:gd name="connsiteX9-13075" fmla="*/ 7376078 w 12192000"/>
              <a:gd name="connsiteY9-13076" fmla="*/ 63849 h 4939827"/>
              <a:gd name="connsiteX10-13077" fmla="*/ 7402026 w 12192000"/>
              <a:gd name="connsiteY10-13078" fmla="*/ 60308 h 4939827"/>
              <a:gd name="connsiteX11-13079" fmla="*/ 7415091 w 12192000"/>
              <a:gd name="connsiteY11-13080" fmla="*/ 77403 h 4939827"/>
              <a:gd name="connsiteX12-13081" fmla="*/ 7488682 w 12192000"/>
              <a:gd name="connsiteY12-13082" fmla="*/ 83440 h 4939827"/>
              <a:gd name="connsiteX13-13083" fmla="*/ 7732750 w 12192000"/>
              <a:gd name="connsiteY13-13084" fmla="*/ 145456 h 4939827"/>
              <a:gd name="connsiteX14-13085" fmla="*/ 7785900 w 12192000"/>
              <a:gd name="connsiteY14-13086" fmla="*/ 154493 h 4939827"/>
              <a:gd name="connsiteX15-13087" fmla="*/ 7952584 w 12192000"/>
              <a:gd name="connsiteY15-13088" fmla="*/ 170181 h 4939827"/>
              <a:gd name="connsiteX16-13089" fmla="*/ 8009534 w 12192000"/>
              <a:gd name="connsiteY16-13090" fmla="*/ 176441 h 4939827"/>
              <a:gd name="connsiteX17-13091" fmla="*/ 8058681 w 12192000"/>
              <a:gd name="connsiteY17-13092" fmla="*/ 219431 h 4939827"/>
              <a:gd name="connsiteX18-13093" fmla="*/ 8126175 w 12192000"/>
              <a:gd name="connsiteY18-13094" fmla="*/ 240005 h 4939827"/>
              <a:gd name="connsiteX19-13095" fmla="*/ 8166439 w 12192000"/>
              <a:gd name="connsiteY19-13096" fmla="*/ 252699 h 4939827"/>
              <a:gd name="connsiteX20-13097" fmla="*/ 8281371 w 12192000"/>
              <a:gd name="connsiteY20-13098" fmla="*/ 256875 h 4939827"/>
              <a:gd name="connsiteX21-13099" fmla="*/ 8381609 w 12192000"/>
              <a:gd name="connsiteY21-13100" fmla="*/ 240618 h 4939827"/>
              <a:gd name="connsiteX22-13101" fmla="*/ 8406759 w 12192000"/>
              <a:gd name="connsiteY22-13102" fmla="*/ 232517 h 4939827"/>
              <a:gd name="connsiteX23-13103" fmla="*/ 8426506 w 12192000"/>
              <a:gd name="connsiteY23-13104" fmla="*/ 241842 h 4939827"/>
              <a:gd name="connsiteX24-13105" fmla="*/ 8427949 w 12192000"/>
              <a:gd name="connsiteY24-13106" fmla="*/ 240981 h 4939827"/>
              <a:gd name="connsiteX25-13107" fmla="*/ 8441468 w 12192000"/>
              <a:gd name="connsiteY25-13108" fmla="*/ 241157 h 4939827"/>
              <a:gd name="connsiteX26-13109" fmla="*/ 8565757 w 12192000"/>
              <a:gd name="connsiteY26-13110" fmla="*/ 255317 h 4939827"/>
              <a:gd name="connsiteX27-13111" fmla="*/ 8573171 w 12192000"/>
              <a:gd name="connsiteY27-13112" fmla="*/ 258426 h 4939827"/>
              <a:gd name="connsiteX28-13113" fmla="*/ 8573548 w 12192000"/>
              <a:gd name="connsiteY28-13114" fmla="*/ 258241 h 4939827"/>
              <a:gd name="connsiteX29-13115" fmla="*/ 8581827 w 12192000"/>
              <a:gd name="connsiteY29-13116" fmla="*/ 261028 h 4939827"/>
              <a:gd name="connsiteX30-13117" fmla="*/ 8672650 w 12192000"/>
              <a:gd name="connsiteY30-13118" fmla="*/ 254821 h 4939827"/>
              <a:gd name="connsiteX31-13119" fmla="*/ 8785543 w 12192000"/>
              <a:gd name="connsiteY31-13120" fmla="*/ 263406 h 4939827"/>
              <a:gd name="connsiteX32-13121" fmla="*/ 8830588 w 12192000"/>
              <a:gd name="connsiteY32-13122" fmla="*/ 265483 h 4939827"/>
              <a:gd name="connsiteX33-13123" fmla="*/ 8905142 w 12192000"/>
              <a:gd name="connsiteY33-13124" fmla="*/ 264958 h 4939827"/>
              <a:gd name="connsiteX34-13125" fmla="*/ 8968582 w 12192000"/>
              <a:gd name="connsiteY34-13126" fmla="*/ 262728 h 4939827"/>
              <a:gd name="connsiteX35-13127" fmla="*/ 8972994 w 12192000"/>
              <a:gd name="connsiteY35-13128" fmla="*/ 263284 h 4939827"/>
              <a:gd name="connsiteX36-13129" fmla="*/ 9004605 w 12192000"/>
              <a:gd name="connsiteY36-13130" fmla="*/ 258041 h 4939827"/>
              <a:gd name="connsiteX37-13131" fmla="*/ 9016165 w 12192000"/>
              <a:gd name="connsiteY37-13132" fmla="*/ 261258 h 4939827"/>
              <a:gd name="connsiteX38-13133" fmla="*/ 9043297 w 12192000"/>
              <a:gd name="connsiteY38-13134" fmla="*/ 281547 h 4939827"/>
              <a:gd name="connsiteX39-13135" fmla="*/ 9048315 w 12192000"/>
              <a:gd name="connsiteY39-13136" fmla="*/ 279264 h 4939827"/>
              <a:gd name="connsiteX40-13137" fmla="*/ 9054706 w 12192000"/>
              <a:gd name="connsiteY40-13138" fmla="*/ 278538 h 4939827"/>
              <a:gd name="connsiteX41-13139" fmla="*/ 9070919 w 12192000"/>
              <a:gd name="connsiteY41-13140" fmla="*/ 281810 h 4939827"/>
              <a:gd name="connsiteX42-13141" fmla="*/ 9076813 w 12192000"/>
              <a:gd name="connsiteY42-13142" fmla="*/ 283909 h 4939827"/>
              <a:gd name="connsiteX43-13143" fmla="*/ 9085871 w 12192000"/>
              <a:gd name="connsiteY43-13144" fmla="*/ 285133 h 4939827"/>
              <a:gd name="connsiteX44-13145" fmla="*/ 9086159 w 12192000"/>
              <a:gd name="connsiteY44-13146" fmla="*/ 284887 h 4939827"/>
              <a:gd name="connsiteX45-13147" fmla="*/ 9134606 w 12192000"/>
              <a:gd name="connsiteY45-13148" fmla="*/ 288168 h 4939827"/>
              <a:gd name="connsiteX46-13149" fmla="*/ 9195590 w 12192000"/>
              <a:gd name="connsiteY46-13150" fmla="*/ 279568 h 4939827"/>
              <a:gd name="connsiteX47-13151" fmla="*/ 9219336 w 12192000"/>
              <a:gd name="connsiteY47-13152" fmla="*/ 278133 h 4939827"/>
              <a:gd name="connsiteX48-13153" fmla="*/ 9232362 w 12192000"/>
              <a:gd name="connsiteY48-13154" fmla="*/ 275894 h 4939827"/>
              <a:gd name="connsiteX49-13155" fmla="*/ 9283638 w 12192000"/>
              <a:gd name="connsiteY49-13156" fmla="*/ 299924 h 4939827"/>
              <a:gd name="connsiteX50-13157" fmla="*/ 9371484 w 12192000"/>
              <a:gd name="connsiteY50-13158" fmla="*/ 329634 h 4939827"/>
              <a:gd name="connsiteX51-13159" fmla="*/ 9404829 w 12192000"/>
              <a:gd name="connsiteY51-13160" fmla="*/ 339038 h 4939827"/>
              <a:gd name="connsiteX52-13161" fmla="*/ 9427021 w 12192000"/>
              <a:gd name="connsiteY52-13162" fmla="*/ 358784 h 4939827"/>
              <a:gd name="connsiteX53-13163" fmla="*/ 9670844 w 12192000"/>
              <a:gd name="connsiteY53-13164" fmla="*/ 405128 h 4939827"/>
              <a:gd name="connsiteX54-13165" fmla="*/ 9816083 w 12192000"/>
              <a:gd name="connsiteY54-13166" fmla="*/ 416573 h 4939827"/>
              <a:gd name="connsiteX55-13167" fmla="*/ 9936741 w 12192000"/>
              <a:gd name="connsiteY55-13168" fmla="*/ 437044 h 4939827"/>
              <a:gd name="connsiteX56-13169" fmla="*/ 10050093 w 12192000"/>
              <a:gd name="connsiteY56-13170" fmla="*/ 443783 h 4939827"/>
              <a:gd name="connsiteX57-13171" fmla="*/ 10130090 w 12192000"/>
              <a:gd name="connsiteY57-13172" fmla="*/ 459520 h 4939827"/>
              <a:gd name="connsiteX58-13173" fmla="*/ 10173456 w 12192000"/>
              <a:gd name="connsiteY58-13174" fmla="*/ 457749 h 4939827"/>
              <a:gd name="connsiteX59-13175" fmla="*/ 10218232 w 12192000"/>
              <a:gd name="connsiteY59-13176" fmla="*/ 459820 h 4939827"/>
              <a:gd name="connsiteX60-13177" fmla="*/ 10354176 w 12192000"/>
              <a:gd name="connsiteY60-13178" fmla="*/ 471377 h 4939827"/>
              <a:gd name="connsiteX61-13179" fmla="*/ 10430681 w 12192000"/>
              <a:gd name="connsiteY61-13180" fmla="*/ 481226 h 4939827"/>
              <a:gd name="connsiteX62-13181" fmla="*/ 10478169 w 12192000"/>
              <a:gd name="connsiteY62-13182" fmla="*/ 481774 h 4939827"/>
              <a:gd name="connsiteX63-13183" fmla="*/ 10540907 w 12192000"/>
              <a:gd name="connsiteY63-13184" fmla="*/ 485607 h 4939827"/>
              <a:gd name="connsiteX64-13185" fmla="*/ 10614941 w 12192000"/>
              <a:gd name="connsiteY64-13186" fmla="*/ 487592 h 4939827"/>
              <a:gd name="connsiteX65-13187" fmla="*/ 10674098 w 12192000"/>
              <a:gd name="connsiteY65-13188" fmla="*/ 521656 h 4939827"/>
              <a:gd name="connsiteX66-13189" fmla="*/ 10874834 w 12192000"/>
              <a:gd name="connsiteY66-13190" fmla="*/ 574867 h 4939827"/>
              <a:gd name="connsiteX67-13191" fmla="*/ 10944981 w 12192000"/>
              <a:gd name="connsiteY67-13192" fmla="*/ 615042 h 4939827"/>
              <a:gd name="connsiteX68-13193" fmla="*/ 11006376 w 12192000"/>
              <a:gd name="connsiteY68-13194" fmla="*/ 645957 h 4939827"/>
              <a:gd name="connsiteX69-13195" fmla="*/ 11076308 w 12192000"/>
              <a:gd name="connsiteY69-13196" fmla="*/ 675698 h 4939827"/>
              <a:gd name="connsiteX70-13197" fmla="*/ 11148789 w 12192000"/>
              <a:gd name="connsiteY70-13198" fmla="*/ 685041 h 4939827"/>
              <a:gd name="connsiteX71-13199" fmla="*/ 11249129 w 12192000"/>
              <a:gd name="connsiteY71-13200" fmla="*/ 684218 h 4939827"/>
              <a:gd name="connsiteX72-13201" fmla="*/ 11299915 w 12192000"/>
              <a:gd name="connsiteY72-13202" fmla="*/ 692177 h 4939827"/>
              <a:gd name="connsiteX73-13203" fmla="*/ 11386973 w 12192000"/>
              <a:gd name="connsiteY73-13204" fmla="*/ 708209 h 4939827"/>
              <a:gd name="connsiteX74-13205" fmla="*/ 11500105 w 12192000"/>
              <a:gd name="connsiteY74-13206" fmla="*/ 735014 h 4939827"/>
              <a:gd name="connsiteX75-13207" fmla="*/ 11621735 w 12192000"/>
              <a:gd name="connsiteY75-13208" fmla="*/ 789584 h 4939827"/>
              <a:gd name="connsiteX76-13209" fmla="*/ 11691200 w 12192000"/>
              <a:gd name="connsiteY76-13210" fmla="*/ 867902 h 4939827"/>
              <a:gd name="connsiteX77-13211" fmla="*/ 11819427 w 12192000"/>
              <a:gd name="connsiteY77-13212" fmla="*/ 911634 h 4939827"/>
              <a:gd name="connsiteX78-13213" fmla="*/ 11969720 w 12192000"/>
              <a:gd name="connsiteY78-13214" fmla="*/ 964737 h 4939827"/>
              <a:gd name="connsiteX79-13215" fmla="*/ 12055766 w 12192000"/>
              <a:gd name="connsiteY79-13216" fmla="*/ 991268 h 4939827"/>
              <a:gd name="connsiteX80-13217" fmla="*/ 12171539 w 12192000"/>
              <a:gd name="connsiteY80-13218" fmla="*/ 995427 h 4939827"/>
              <a:gd name="connsiteX81-13219" fmla="*/ 12187831 w 12192000"/>
              <a:gd name="connsiteY81-13220" fmla="*/ 996580 h 4939827"/>
              <a:gd name="connsiteX82-13221" fmla="*/ 12192000 w 12192000"/>
              <a:gd name="connsiteY82-13222" fmla="*/ 996726 h 4939827"/>
              <a:gd name="connsiteX83-13223" fmla="*/ 12192000 w 12192000"/>
              <a:gd name="connsiteY83-13224" fmla="*/ 4939827 h 4939827"/>
              <a:gd name="connsiteX84-13225" fmla="*/ 0 w 12192000"/>
              <a:gd name="connsiteY84-13226" fmla="*/ 4939827 h 4939827"/>
              <a:gd name="connsiteX85-13227" fmla="*/ 0 w 12192000"/>
              <a:gd name="connsiteY85-13228" fmla="*/ 512043 h 4939827"/>
              <a:gd name="connsiteX86-13229" fmla="*/ 7381 w 12192000"/>
              <a:gd name="connsiteY86-13230" fmla="*/ 512580 h 4939827"/>
              <a:gd name="connsiteX87-13231" fmla="*/ 100029 w 12192000"/>
              <a:gd name="connsiteY87-13232" fmla="*/ 504758 h 4939827"/>
              <a:gd name="connsiteX88-13233" fmla="*/ 155244 w 12192000"/>
              <a:gd name="connsiteY88-13234" fmla="*/ 525130 h 4939827"/>
              <a:gd name="connsiteX89-13235" fmla="*/ 254366 w 12192000"/>
              <a:gd name="connsiteY89-13236" fmla="*/ 534449 h 4939827"/>
              <a:gd name="connsiteX90-13237" fmla="*/ 447292 w 12192000"/>
              <a:gd name="connsiteY90-13238" fmla="*/ 542725 h 4939827"/>
              <a:gd name="connsiteX91-13239" fmla="*/ 628105 w 12192000"/>
              <a:gd name="connsiteY91-13240" fmla="*/ 547853 h 4939827"/>
              <a:gd name="connsiteX92-13241" fmla="*/ 783146 w 12192000"/>
              <a:gd name="connsiteY92-13242" fmla="*/ 591799 h 4939827"/>
              <a:gd name="connsiteX93-13243" fmla="*/ 1043676 w 12192000"/>
              <a:gd name="connsiteY93-13244" fmla="*/ 591887 h 4939827"/>
              <a:gd name="connsiteX94-13245" fmla="*/ 1281816 w 12192000"/>
              <a:gd name="connsiteY94-13246" fmla="*/ 520946 h 4939827"/>
              <a:gd name="connsiteX95-13247" fmla="*/ 1486347 w 12192000"/>
              <a:gd name="connsiteY95-13248" fmla="*/ 487310 h 4939827"/>
              <a:gd name="connsiteX96-13249" fmla="*/ 1568079 w 12192000"/>
              <a:gd name="connsiteY96-13250" fmla="*/ 462531 h 4939827"/>
              <a:gd name="connsiteX97-13251" fmla="*/ 1622516 w 12192000"/>
              <a:gd name="connsiteY97-13252" fmla="*/ 466058 h 4939827"/>
              <a:gd name="connsiteX98-13253" fmla="*/ 1655457 w 12192000"/>
              <a:gd name="connsiteY98-13254" fmla="*/ 465359 h 4939827"/>
              <a:gd name="connsiteX99-13255" fmla="*/ 1717454 w 12192000"/>
              <a:gd name="connsiteY99-13256" fmla="*/ 417203 h 4939827"/>
              <a:gd name="connsiteX100-13257" fmla="*/ 1913794 w 12192000"/>
              <a:gd name="connsiteY100-13258" fmla="*/ 365255 h 4939827"/>
              <a:gd name="connsiteX101-13259" fmla="*/ 2129762 w 12192000"/>
              <a:gd name="connsiteY101-13260" fmla="*/ 367832 h 4939827"/>
              <a:gd name="connsiteX102-13261" fmla="*/ 2376970 w 12192000"/>
              <a:gd name="connsiteY102-13262" fmla="*/ 350129 h 4939827"/>
              <a:gd name="connsiteX103-13263" fmla="*/ 2480155 w 12192000"/>
              <a:gd name="connsiteY103-13264" fmla="*/ 359227 h 4939827"/>
              <a:gd name="connsiteX104-13265" fmla="*/ 2586782 w 12192000"/>
              <a:gd name="connsiteY104-13266" fmla="*/ 339352 h 4939827"/>
              <a:gd name="connsiteX105-13267" fmla="*/ 2679617 w 12192000"/>
              <a:gd name="connsiteY105-13268" fmla="*/ 305383 h 4939827"/>
              <a:gd name="connsiteX106-13269" fmla="*/ 2788947 w 12192000"/>
              <a:gd name="connsiteY106-13270" fmla="*/ 250375 h 4939827"/>
              <a:gd name="connsiteX107-13271" fmla="*/ 2965530 w 12192000"/>
              <a:gd name="connsiteY107-13272" fmla="*/ 245958 h 4939827"/>
              <a:gd name="connsiteX108-13273" fmla="*/ 3103677 w 12192000"/>
              <a:gd name="connsiteY108-13274" fmla="*/ 209527 h 4939827"/>
              <a:gd name="connsiteX109-13275" fmla="*/ 3126759 w 12192000"/>
              <a:gd name="connsiteY109-13276" fmla="*/ 211226 h 4939827"/>
              <a:gd name="connsiteX110-13277" fmla="*/ 3164020 w 12192000"/>
              <a:gd name="connsiteY110-13278" fmla="*/ 212779 h 4939827"/>
              <a:gd name="connsiteX111-13279" fmla="*/ 3285019 w 12192000"/>
              <a:gd name="connsiteY111-13280" fmla="*/ 220535 h 4939827"/>
              <a:gd name="connsiteX112-13281" fmla="*/ 3365154 w 12192000"/>
              <a:gd name="connsiteY112-13282" fmla="*/ 226416 h 4939827"/>
              <a:gd name="connsiteX113-13283" fmla="*/ 3367507 w 12192000"/>
              <a:gd name="connsiteY113-13284" fmla="*/ 225416 h 4939827"/>
              <a:gd name="connsiteX114-13285" fmla="*/ 3387567 w 12192000"/>
              <a:gd name="connsiteY114-13286" fmla="*/ 227103 h 4939827"/>
              <a:gd name="connsiteX115-13287" fmla="*/ 3498001 w 12192000"/>
              <a:gd name="connsiteY115-13288" fmla="*/ 231941 h 4939827"/>
              <a:gd name="connsiteX116-13289" fmla="*/ 3561557 w 12192000"/>
              <a:gd name="connsiteY116-13290" fmla="*/ 228095 h 4939827"/>
              <a:gd name="connsiteX117-13291" fmla="*/ 3611920 w 12192000"/>
              <a:gd name="connsiteY117-13292" fmla="*/ 218094 h 4939827"/>
              <a:gd name="connsiteX118-13293" fmla="*/ 3620528 w 12192000"/>
              <a:gd name="connsiteY118-13294" fmla="*/ 218788 h 4939827"/>
              <a:gd name="connsiteX119-13295" fmla="*/ 3620766 w 12192000"/>
              <a:gd name="connsiteY119-13296" fmla="*/ 218511 h 4939827"/>
              <a:gd name="connsiteX120-13297" fmla="*/ 3629977 w 12192000"/>
              <a:gd name="connsiteY120-13298" fmla="*/ 218664 h 4939827"/>
              <a:gd name="connsiteX121-13299" fmla="*/ 3636217 w 12192000"/>
              <a:gd name="connsiteY121-13300" fmla="*/ 220048 h 4939827"/>
              <a:gd name="connsiteX122-13301" fmla="*/ 3709484 w 12192000"/>
              <a:gd name="connsiteY122-13302" fmla="*/ 186927 h 4939827"/>
              <a:gd name="connsiteX123-13303" fmla="*/ 3761342 w 12192000"/>
              <a:gd name="connsiteY123-13304" fmla="*/ 177474 h 4939827"/>
              <a:gd name="connsiteX124-13305" fmla="*/ 3799748 w 12192000"/>
              <a:gd name="connsiteY124-13306" fmla="*/ 167154 h 4939827"/>
              <a:gd name="connsiteX125-13307" fmla="*/ 3922756 w 12192000"/>
              <a:gd name="connsiteY125-13308" fmla="*/ 194044 h 4939827"/>
              <a:gd name="connsiteX126-13309" fmla="*/ 4028476 w 12192000"/>
              <a:gd name="connsiteY126-13310" fmla="*/ 223679 h 4939827"/>
              <a:gd name="connsiteX127-13311" fmla="*/ 4191582 w 12192000"/>
              <a:gd name="connsiteY127-13312" fmla="*/ 238952 h 4939827"/>
              <a:gd name="connsiteX128-13313" fmla="*/ 4251024 w 12192000"/>
              <a:gd name="connsiteY128-13314" fmla="*/ 240874 h 4939827"/>
              <a:gd name="connsiteX129-13315" fmla="*/ 4355275 w 12192000"/>
              <a:gd name="connsiteY129-13316" fmla="*/ 260205 h 4939827"/>
              <a:gd name="connsiteX130-13317" fmla="*/ 4423807 w 12192000"/>
              <a:gd name="connsiteY130-13318" fmla="*/ 270366 h 4939827"/>
              <a:gd name="connsiteX131-13319" fmla="*/ 4558432 w 12192000"/>
              <a:gd name="connsiteY131-13320" fmla="*/ 269194 h 4939827"/>
              <a:gd name="connsiteX132-13321" fmla="*/ 4635061 w 12192000"/>
              <a:gd name="connsiteY132-13322" fmla="*/ 280682 h 4939827"/>
              <a:gd name="connsiteX133-13323" fmla="*/ 4807427 w 12192000"/>
              <a:gd name="connsiteY133-13324" fmla="*/ 276835 h 4939827"/>
              <a:gd name="connsiteX134-13325" fmla="*/ 5028933 w 12192000"/>
              <a:gd name="connsiteY134-13326" fmla="*/ 183887 h 4939827"/>
              <a:gd name="connsiteX135-13327" fmla="*/ 5093642 w 12192000"/>
              <a:gd name="connsiteY135-13328" fmla="*/ 177214 h 4939827"/>
              <a:gd name="connsiteX136-13329" fmla="*/ 5102642 w 12192000"/>
              <a:gd name="connsiteY136-13330" fmla="*/ 186816 h 4939827"/>
              <a:gd name="connsiteX137-13331" fmla="*/ 5193590 w 12192000"/>
              <a:gd name="connsiteY137-13332" fmla="*/ 156458 h 4939827"/>
              <a:gd name="connsiteX138-13333" fmla="*/ 5323922 w 12192000"/>
              <a:gd name="connsiteY138-13334" fmla="*/ 146332 h 4939827"/>
              <a:gd name="connsiteX139-13335" fmla="*/ 5421860 w 12192000"/>
              <a:gd name="connsiteY139-13336" fmla="*/ 167298 h 4939827"/>
              <a:gd name="connsiteX140-13337" fmla="*/ 5476948 w 12192000"/>
              <a:gd name="connsiteY140-13338" fmla="*/ 173249 h 4939827"/>
              <a:gd name="connsiteX141-13339" fmla="*/ 5516842 w 12192000"/>
              <a:gd name="connsiteY141-13340" fmla="*/ 184018 h 4939827"/>
              <a:gd name="connsiteX142-13341" fmla="*/ 5619415 w 12192000"/>
              <a:gd name="connsiteY142-13342" fmla="*/ 176781 h 4939827"/>
              <a:gd name="connsiteX143-13343" fmla="*/ 5789867 w 12192000"/>
              <a:gd name="connsiteY143-13344" fmla="*/ 150304 h 4939827"/>
              <a:gd name="connsiteX144-13345" fmla="*/ 5825953 w 12192000"/>
              <a:gd name="connsiteY144-13346" fmla="*/ 147907 h 4939827"/>
              <a:gd name="connsiteX145-13347" fmla="*/ 5856168 w 12192000"/>
              <a:gd name="connsiteY145-13348" fmla="*/ 158719 h 4939827"/>
              <a:gd name="connsiteX146-13349" fmla="*/ 5862476 w 12192000"/>
              <a:gd name="connsiteY146-13350" fmla="*/ 172447 h 4939827"/>
              <a:gd name="connsiteX147-13351" fmla="*/ 5882195 w 12192000"/>
              <a:gd name="connsiteY147-13352" fmla="*/ 173195 h 4939827"/>
              <a:gd name="connsiteX148-13353" fmla="*/ 5952585 w 12192000"/>
              <a:gd name="connsiteY148-13354" fmla="*/ 161012 h 4939827"/>
              <a:gd name="connsiteX149-13355" fmla="*/ 6001964 w 12192000"/>
              <a:gd name="connsiteY149-13356" fmla="*/ 154786 h 4939827"/>
              <a:gd name="connsiteX150-13357" fmla="*/ 6184207 w 12192000"/>
              <a:gd name="connsiteY150-13358" fmla="*/ 132658 h 4939827"/>
              <a:gd name="connsiteX151-13359" fmla="*/ 6415830 w 12192000"/>
              <a:gd name="connsiteY151-13360" fmla="*/ 136006 h 4939827"/>
              <a:gd name="connsiteX152-13361" fmla="*/ 6756965 w 12192000"/>
              <a:gd name="connsiteY152-13362" fmla="*/ 57636 h 4939827"/>
              <a:gd name="connsiteX153-13363" fmla="*/ 6819400 w 12192000"/>
              <a:gd name="connsiteY153-13364" fmla="*/ 30742 h 4939827"/>
              <a:gd name="connsiteX154-13365" fmla="*/ 6986370 w 12192000"/>
              <a:gd name="connsiteY154-13366" fmla="*/ 12659 h 4939827"/>
              <a:gd name="connsiteX155-13367" fmla="*/ 6989536 w 12192000"/>
              <a:gd name="connsiteY155-13368" fmla="*/ 14528 h 4939827"/>
              <a:gd name="connsiteX156-13369" fmla="*/ 7015933 w 12192000"/>
              <a:gd name="connsiteY156-13370" fmla="*/ 9653 h 4939827"/>
              <a:gd name="connsiteX157-13371" fmla="*/ 7020592 w 12192000"/>
              <a:gd name="connsiteY157-13372" fmla="*/ 1651 h 4939827"/>
              <a:gd name="connsiteX158-13373" fmla="*/ 7025905 w 12192000"/>
              <a:gd name="connsiteY158-13374" fmla="*/ 0 h 4939827"/>
              <a:gd name="connsiteX0-13375" fmla="*/ 7025905 w 12192000"/>
              <a:gd name="connsiteY0-13376" fmla="*/ 0 h 4939827"/>
              <a:gd name="connsiteX1-13377" fmla="*/ 7032579 w 12192000"/>
              <a:gd name="connsiteY1-13378" fmla="*/ 2808 h 4939827"/>
              <a:gd name="connsiteX2-13379" fmla="*/ 7079505 w 12192000"/>
              <a:gd name="connsiteY2-13380" fmla="*/ 12971 h 4939827"/>
              <a:gd name="connsiteX3-13381" fmla="*/ 7158791 w 12192000"/>
              <a:gd name="connsiteY3-13382" fmla="*/ 12462 h 4939827"/>
              <a:gd name="connsiteX4-13383" fmla="*/ 7233338 w 12192000"/>
              <a:gd name="connsiteY4-13384" fmla="*/ 24846 h 4939827"/>
              <a:gd name="connsiteX5-13385" fmla="*/ 7259791 w 12192000"/>
              <a:gd name="connsiteY5-13386" fmla="*/ 29557 h 4939827"/>
              <a:gd name="connsiteX6-13387" fmla="*/ 7263923 w 12192000"/>
              <a:gd name="connsiteY6-13388" fmla="*/ 35029 h 4939827"/>
              <a:gd name="connsiteX7-13389" fmla="*/ 7281549 w 12192000"/>
              <a:gd name="connsiteY7-13390" fmla="*/ 39654 h 4939827"/>
              <a:gd name="connsiteX8-13391" fmla="*/ 7374735 w 12192000"/>
              <a:gd name="connsiteY8-13392" fmla="*/ 65326 h 4939827"/>
              <a:gd name="connsiteX9-13393" fmla="*/ 7376078 w 12192000"/>
              <a:gd name="connsiteY9-13394" fmla="*/ 63849 h 4939827"/>
              <a:gd name="connsiteX10-13395" fmla="*/ 7402026 w 12192000"/>
              <a:gd name="connsiteY10-13396" fmla="*/ 60308 h 4939827"/>
              <a:gd name="connsiteX11-13397" fmla="*/ 7415091 w 12192000"/>
              <a:gd name="connsiteY11-13398" fmla="*/ 77403 h 4939827"/>
              <a:gd name="connsiteX12-13399" fmla="*/ 7488682 w 12192000"/>
              <a:gd name="connsiteY12-13400" fmla="*/ 83440 h 4939827"/>
              <a:gd name="connsiteX13-13401" fmla="*/ 7732750 w 12192000"/>
              <a:gd name="connsiteY13-13402" fmla="*/ 145456 h 4939827"/>
              <a:gd name="connsiteX14-13403" fmla="*/ 7785900 w 12192000"/>
              <a:gd name="connsiteY14-13404" fmla="*/ 154493 h 4939827"/>
              <a:gd name="connsiteX15-13405" fmla="*/ 7952584 w 12192000"/>
              <a:gd name="connsiteY15-13406" fmla="*/ 170181 h 4939827"/>
              <a:gd name="connsiteX16-13407" fmla="*/ 8009534 w 12192000"/>
              <a:gd name="connsiteY16-13408" fmla="*/ 176441 h 4939827"/>
              <a:gd name="connsiteX17-13409" fmla="*/ 8058681 w 12192000"/>
              <a:gd name="connsiteY17-13410" fmla="*/ 219431 h 4939827"/>
              <a:gd name="connsiteX18-13411" fmla="*/ 8126175 w 12192000"/>
              <a:gd name="connsiteY18-13412" fmla="*/ 240005 h 4939827"/>
              <a:gd name="connsiteX19-13413" fmla="*/ 8166439 w 12192000"/>
              <a:gd name="connsiteY19-13414" fmla="*/ 252699 h 4939827"/>
              <a:gd name="connsiteX20-13415" fmla="*/ 8281371 w 12192000"/>
              <a:gd name="connsiteY20-13416" fmla="*/ 256875 h 4939827"/>
              <a:gd name="connsiteX21-13417" fmla="*/ 8381609 w 12192000"/>
              <a:gd name="connsiteY21-13418" fmla="*/ 240618 h 4939827"/>
              <a:gd name="connsiteX22-13419" fmla="*/ 8406759 w 12192000"/>
              <a:gd name="connsiteY22-13420" fmla="*/ 232517 h 4939827"/>
              <a:gd name="connsiteX23-13421" fmla="*/ 8426506 w 12192000"/>
              <a:gd name="connsiteY23-13422" fmla="*/ 241842 h 4939827"/>
              <a:gd name="connsiteX24-13423" fmla="*/ 8427949 w 12192000"/>
              <a:gd name="connsiteY24-13424" fmla="*/ 240981 h 4939827"/>
              <a:gd name="connsiteX25-13425" fmla="*/ 8441468 w 12192000"/>
              <a:gd name="connsiteY25-13426" fmla="*/ 241157 h 4939827"/>
              <a:gd name="connsiteX26-13427" fmla="*/ 8565757 w 12192000"/>
              <a:gd name="connsiteY26-13428" fmla="*/ 255317 h 4939827"/>
              <a:gd name="connsiteX27-13429" fmla="*/ 8573171 w 12192000"/>
              <a:gd name="connsiteY27-13430" fmla="*/ 258426 h 4939827"/>
              <a:gd name="connsiteX28-13431" fmla="*/ 8573548 w 12192000"/>
              <a:gd name="connsiteY28-13432" fmla="*/ 258241 h 4939827"/>
              <a:gd name="connsiteX29-13433" fmla="*/ 8622021 w 12192000"/>
              <a:gd name="connsiteY29-13434" fmla="*/ 261028 h 4939827"/>
              <a:gd name="connsiteX30-13435" fmla="*/ 8672650 w 12192000"/>
              <a:gd name="connsiteY30-13436" fmla="*/ 254821 h 4939827"/>
              <a:gd name="connsiteX31-13437" fmla="*/ 8785543 w 12192000"/>
              <a:gd name="connsiteY31-13438" fmla="*/ 263406 h 4939827"/>
              <a:gd name="connsiteX32-13439" fmla="*/ 8830588 w 12192000"/>
              <a:gd name="connsiteY32-13440" fmla="*/ 265483 h 4939827"/>
              <a:gd name="connsiteX33-13441" fmla="*/ 8905142 w 12192000"/>
              <a:gd name="connsiteY33-13442" fmla="*/ 264958 h 4939827"/>
              <a:gd name="connsiteX34-13443" fmla="*/ 8968582 w 12192000"/>
              <a:gd name="connsiteY34-13444" fmla="*/ 262728 h 4939827"/>
              <a:gd name="connsiteX35-13445" fmla="*/ 8972994 w 12192000"/>
              <a:gd name="connsiteY35-13446" fmla="*/ 263284 h 4939827"/>
              <a:gd name="connsiteX36-13447" fmla="*/ 9004605 w 12192000"/>
              <a:gd name="connsiteY36-13448" fmla="*/ 258041 h 4939827"/>
              <a:gd name="connsiteX37-13449" fmla="*/ 9016165 w 12192000"/>
              <a:gd name="connsiteY37-13450" fmla="*/ 261258 h 4939827"/>
              <a:gd name="connsiteX38-13451" fmla="*/ 9043297 w 12192000"/>
              <a:gd name="connsiteY38-13452" fmla="*/ 281547 h 4939827"/>
              <a:gd name="connsiteX39-13453" fmla="*/ 9048315 w 12192000"/>
              <a:gd name="connsiteY39-13454" fmla="*/ 279264 h 4939827"/>
              <a:gd name="connsiteX40-13455" fmla="*/ 9054706 w 12192000"/>
              <a:gd name="connsiteY40-13456" fmla="*/ 278538 h 4939827"/>
              <a:gd name="connsiteX41-13457" fmla="*/ 9070919 w 12192000"/>
              <a:gd name="connsiteY41-13458" fmla="*/ 281810 h 4939827"/>
              <a:gd name="connsiteX42-13459" fmla="*/ 9076813 w 12192000"/>
              <a:gd name="connsiteY42-13460" fmla="*/ 283909 h 4939827"/>
              <a:gd name="connsiteX43-13461" fmla="*/ 9085871 w 12192000"/>
              <a:gd name="connsiteY43-13462" fmla="*/ 285133 h 4939827"/>
              <a:gd name="connsiteX44-13463" fmla="*/ 9086159 w 12192000"/>
              <a:gd name="connsiteY44-13464" fmla="*/ 284887 h 4939827"/>
              <a:gd name="connsiteX45-13465" fmla="*/ 9134606 w 12192000"/>
              <a:gd name="connsiteY45-13466" fmla="*/ 288168 h 4939827"/>
              <a:gd name="connsiteX46-13467" fmla="*/ 9195590 w 12192000"/>
              <a:gd name="connsiteY46-13468" fmla="*/ 279568 h 4939827"/>
              <a:gd name="connsiteX47-13469" fmla="*/ 9219336 w 12192000"/>
              <a:gd name="connsiteY47-13470" fmla="*/ 278133 h 4939827"/>
              <a:gd name="connsiteX48-13471" fmla="*/ 9232362 w 12192000"/>
              <a:gd name="connsiteY48-13472" fmla="*/ 275894 h 4939827"/>
              <a:gd name="connsiteX49-13473" fmla="*/ 9283638 w 12192000"/>
              <a:gd name="connsiteY49-13474" fmla="*/ 299924 h 4939827"/>
              <a:gd name="connsiteX50-13475" fmla="*/ 9371484 w 12192000"/>
              <a:gd name="connsiteY50-13476" fmla="*/ 329634 h 4939827"/>
              <a:gd name="connsiteX51-13477" fmla="*/ 9404829 w 12192000"/>
              <a:gd name="connsiteY51-13478" fmla="*/ 339038 h 4939827"/>
              <a:gd name="connsiteX52-13479" fmla="*/ 9427021 w 12192000"/>
              <a:gd name="connsiteY52-13480" fmla="*/ 358784 h 4939827"/>
              <a:gd name="connsiteX53-13481" fmla="*/ 9670844 w 12192000"/>
              <a:gd name="connsiteY53-13482" fmla="*/ 405128 h 4939827"/>
              <a:gd name="connsiteX54-13483" fmla="*/ 9816083 w 12192000"/>
              <a:gd name="connsiteY54-13484" fmla="*/ 416573 h 4939827"/>
              <a:gd name="connsiteX55-13485" fmla="*/ 9936741 w 12192000"/>
              <a:gd name="connsiteY55-13486" fmla="*/ 437044 h 4939827"/>
              <a:gd name="connsiteX56-13487" fmla="*/ 10050093 w 12192000"/>
              <a:gd name="connsiteY56-13488" fmla="*/ 443783 h 4939827"/>
              <a:gd name="connsiteX57-13489" fmla="*/ 10130090 w 12192000"/>
              <a:gd name="connsiteY57-13490" fmla="*/ 459520 h 4939827"/>
              <a:gd name="connsiteX58-13491" fmla="*/ 10173456 w 12192000"/>
              <a:gd name="connsiteY58-13492" fmla="*/ 457749 h 4939827"/>
              <a:gd name="connsiteX59-13493" fmla="*/ 10218232 w 12192000"/>
              <a:gd name="connsiteY59-13494" fmla="*/ 459820 h 4939827"/>
              <a:gd name="connsiteX60-13495" fmla="*/ 10354176 w 12192000"/>
              <a:gd name="connsiteY60-13496" fmla="*/ 471377 h 4939827"/>
              <a:gd name="connsiteX61-13497" fmla="*/ 10430681 w 12192000"/>
              <a:gd name="connsiteY61-13498" fmla="*/ 481226 h 4939827"/>
              <a:gd name="connsiteX62-13499" fmla="*/ 10478169 w 12192000"/>
              <a:gd name="connsiteY62-13500" fmla="*/ 481774 h 4939827"/>
              <a:gd name="connsiteX63-13501" fmla="*/ 10540907 w 12192000"/>
              <a:gd name="connsiteY63-13502" fmla="*/ 485607 h 4939827"/>
              <a:gd name="connsiteX64-13503" fmla="*/ 10614941 w 12192000"/>
              <a:gd name="connsiteY64-13504" fmla="*/ 487592 h 4939827"/>
              <a:gd name="connsiteX65-13505" fmla="*/ 10674098 w 12192000"/>
              <a:gd name="connsiteY65-13506" fmla="*/ 521656 h 4939827"/>
              <a:gd name="connsiteX66-13507" fmla="*/ 10874834 w 12192000"/>
              <a:gd name="connsiteY66-13508" fmla="*/ 574867 h 4939827"/>
              <a:gd name="connsiteX67-13509" fmla="*/ 10944981 w 12192000"/>
              <a:gd name="connsiteY67-13510" fmla="*/ 615042 h 4939827"/>
              <a:gd name="connsiteX68-13511" fmla="*/ 11006376 w 12192000"/>
              <a:gd name="connsiteY68-13512" fmla="*/ 645957 h 4939827"/>
              <a:gd name="connsiteX69-13513" fmla="*/ 11076308 w 12192000"/>
              <a:gd name="connsiteY69-13514" fmla="*/ 675698 h 4939827"/>
              <a:gd name="connsiteX70-13515" fmla="*/ 11148789 w 12192000"/>
              <a:gd name="connsiteY70-13516" fmla="*/ 685041 h 4939827"/>
              <a:gd name="connsiteX71-13517" fmla="*/ 11249129 w 12192000"/>
              <a:gd name="connsiteY71-13518" fmla="*/ 684218 h 4939827"/>
              <a:gd name="connsiteX72-13519" fmla="*/ 11299915 w 12192000"/>
              <a:gd name="connsiteY72-13520" fmla="*/ 692177 h 4939827"/>
              <a:gd name="connsiteX73-13521" fmla="*/ 11386973 w 12192000"/>
              <a:gd name="connsiteY73-13522" fmla="*/ 708209 h 4939827"/>
              <a:gd name="connsiteX74-13523" fmla="*/ 11500105 w 12192000"/>
              <a:gd name="connsiteY74-13524" fmla="*/ 735014 h 4939827"/>
              <a:gd name="connsiteX75-13525" fmla="*/ 11621735 w 12192000"/>
              <a:gd name="connsiteY75-13526" fmla="*/ 789584 h 4939827"/>
              <a:gd name="connsiteX76-13527" fmla="*/ 11691200 w 12192000"/>
              <a:gd name="connsiteY76-13528" fmla="*/ 867902 h 4939827"/>
              <a:gd name="connsiteX77-13529" fmla="*/ 11819427 w 12192000"/>
              <a:gd name="connsiteY77-13530" fmla="*/ 911634 h 4939827"/>
              <a:gd name="connsiteX78-13531" fmla="*/ 11969720 w 12192000"/>
              <a:gd name="connsiteY78-13532" fmla="*/ 964737 h 4939827"/>
              <a:gd name="connsiteX79-13533" fmla="*/ 12055766 w 12192000"/>
              <a:gd name="connsiteY79-13534" fmla="*/ 991268 h 4939827"/>
              <a:gd name="connsiteX80-13535" fmla="*/ 12171539 w 12192000"/>
              <a:gd name="connsiteY80-13536" fmla="*/ 995427 h 4939827"/>
              <a:gd name="connsiteX81-13537" fmla="*/ 12187831 w 12192000"/>
              <a:gd name="connsiteY81-13538" fmla="*/ 996580 h 4939827"/>
              <a:gd name="connsiteX82-13539" fmla="*/ 12192000 w 12192000"/>
              <a:gd name="connsiteY82-13540" fmla="*/ 996726 h 4939827"/>
              <a:gd name="connsiteX83-13541" fmla="*/ 12192000 w 12192000"/>
              <a:gd name="connsiteY83-13542" fmla="*/ 4939827 h 4939827"/>
              <a:gd name="connsiteX84-13543" fmla="*/ 0 w 12192000"/>
              <a:gd name="connsiteY84-13544" fmla="*/ 4939827 h 4939827"/>
              <a:gd name="connsiteX85-13545" fmla="*/ 0 w 12192000"/>
              <a:gd name="connsiteY85-13546" fmla="*/ 512043 h 4939827"/>
              <a:gd name="connsiteX86-13547" fmla="*/ 7381 w 12192000"/>
              <a:gd name="connsiteY86-13548" fmla="*/ 512580 h 4939827"/>
              <a:gd name="connsiteX87-13549" fmla="*/ 100029 w 12192000"/>
              <a:gd name="connsiteY87-13550" fmla="*/ 504758 h 4939827"/>
              <a:gd name="connsiteX88-13551" fmla="*/ 155244 w 12192000"/>
              <a:gd name="connsiteY88-13552" fmla="*/ 525130 h 4939827"/>
              <a:gd name="connsiteX89-13553" fmla="*/ 254366 w 12192000"/>
              <a:gd name="connsiteY89-13554" fmla="*/ 534449 h 4939827"/>
              <a:gd name="connsiteX90-13555" fmla="*/ 447292 w 12192000"/>
              <a:gd name="connsiteY90-13556" fmla="*/ 542725 h 4939827"/>
              <a:gd name="connsiteX91-13557" fmla="*/ 628105 w 12192000"/>
              <a:gd name="connsiteY91-13558" fmla="*/ 547853 h 4939827"/>
              <a:gd name="connsiteX92-13559" fmla="*/ 783146 w 12192000"/>
              <a:gd name="connsiteY92-13560" fmla="*/ 591799 h 4939827"/>
              <a:gd name="connsiteX93-13561" fmla="*/ 1043676 w 12192000"/>
              <a:gd name="connsiteY93-13562" fmla="*/ 591887 h 4939827"/>
              <a:gd name="connsiteX94-13563" fmla="*/ 1281816 w 12192000"/>
              <a:gd name="connsiteY94-13564" fmla="*/ 520946 h 4939827"/>
              <a:gd name="connsiteX95-13565" fmla="*/ 1486347 w 12192000"/>
              <a:gd name="connsiteY95-13566" fmla="*/ 487310 h 4939827"/>
              <a:gd name="connsiteX96-13567" fmla="*/ 1568079 w 12192000"/>
              <a:gd name="connsiteY96-13568" fmla="*/ 462531 h 4939827"/>
              <a:gd name="connsiteX97-13569" fmla="*/ 1622516 w 12192000"/>
              <a:gd name="connsiteY97-13570" fmla="*/ 466058 h 4939827"/>
              <a:gd name="connsiteX98-13571" fmla="*/ 1655457 w 12192000"/>
              <a:gd name="connsiteY98-13572" fmla="*/ 465359 h 4939827"/>
              <a:gd name="connsiteX99-13573" fmla="*/ 1717454 w 12192000"/>
              <a:gd name="connsiteY99-13574" fmla="*/ 417203 h 4939827"/>
              <a:gd name="connsiteX100-13575" fmla="*/ 1913794 w 12192000"/>
              <a:gd name="connsiteY100-13576" fmla="*/ 365255 h 4939827"/>
              <a:gd name="connsiteX101-13577" fmla="*/ 2129762 w 12192000"/>
              <a:gd name="connsiteY101-13578" fmla="*/ 367832 h 4939827"/>
              <a:gd name="connsiteX102-13579" fmla="*/ 2376970 w 12192000"/>
              <a:gd name="connsiteY102-13580" fmla="*/ 350129 h 4939827"/>
              <a:gd name="connsiteX103-13581" fmla="*/ 2480155 w 12192000"/>
              <a:gd name="connsiteY103-13582" fmla="*/ 359227 h 4939827"/>
              <a:gd name="connsiteX104-13583" fmla="*/ 2586782 w 12192000"/>
              <a:gd name="connsiteY104-13584" fmla="*/ 339352 h 4939827"/>
              <a:gd name="connsiteX105-13585" fmla="*/ 2679617 w 12192000"/>
              <a:gd name="connsiteY105-13586" fmla="*/ 305383 h 4939827"/>
              <a:gd name="connsiteX106-13587" fmla="*/ 2788947 w 12192000"/>
              <a:gd name="connsiteY106-13588" fmla="*/ 250375 h 4939827"/>
              <a:gd name="connsiteX107-13589" fmla="*/ 2965530 w 12192000"/>
              <a:gd name="connsiteY107-13590" fmla="*/ 245958 h 4939827"/>
              <a:gd name="connsiteX108-13591" fmla="*/ 3103677 w 12192000"/>
              <a:gd name="connsiteY108-13592" fmla="*/ 209527 h 4939827"/>
              <a:gd name="connsiteX109-13593" fmla="*/ 3126759 w 12192000"/>
              <a:gd name="connsiteY109-13594" fmla="*/ 211226 h 4939827"/>
              <a:gd name="connsiteX110-13595" fmla="*/ 3164020 w 12192000"/>
              <a:gd name="connsiteY110-13596" fmla="*/ 212779 h 4939827"/>
              <a:gd name="connsiteX111-13597" fmla="*/ 3285019 w 12192000"/>
              <a:gd name="connsiteY111-13598" fmla="*/ 220535 h 4939827"/>
              <a:gd name="connsiteX112-13599" fmla="*/ 3365154 w 12192000"/>
              <a:gd name="connsiteY112-13600" fmla="*/ 226416 h 4939827"/>
              <a:gd name="connsiteX113-13601" fmla="*/ 3367507 w 12192000"/>
              <a:gd name="connsiteY113-13602" fmla="*/ 225416 h 4939827"/>
              <a:gd name="connsiteX114-13603" fmla="*/ 3387567 w 12192000"/>
              <a:gd name="connsiteY114-13604" fmla="*/ 227103 h 4939827"/>
              <a:gd name="connsiteX115-13605" fmla="*/ 3498001 w 12192000"/>
              <a:gd name="connsiteY115-13606" fmla="*/ 231941 h 4939827"/>
              <a:gd name="connsiteX116-13607" fmla="*/ 3561557 w 12192000"/>
              <a:gd name="connsiteY116-13608" fmla="*/ 228095 h 4939827"/>
              <a:gd name="connsiteX117-13609" fmla="*/ 3611920 w 12192000"/>
              <a:gd name="connsiteY117-13610" fmla="*/ 218094 h 4939827"/>
              <a:gd name="connsiteX118-13611" fmla="*/ 3620528 w 12192000"/>
              <a:gd name="connsiteY118-13612" fmla="*/ 218788 h 4939827"/>
              <a:gd name="connsiteX119-13613" fmla="*/ 3620766 w 12192000"/>
              <a:gd name="connsiteY119-13614" fmla="*/ 218511 h 4939827"/>
              <a:gd name="connsiteX120-13615" fmla="*/ 3629977 w 12192000"/>
              <a:gd name="connsiteY120-13616" fmla="*/ 218664 h 4939827"/>
              <a:gd name="connsiteX121-13617" fmla="*/ 3636217 w 12192000"/>
              <a:gd name="connsiteY121-13618" fmla="*/ 220048 h 4939827"/>
              <a:gd name="connsiteX122-13619" fmla="*/ 3709484 w 12192000"/>
              <a:gd name="connsiteY122-13620" fmla="*/ 186927 h 4939827"/>
              <a:gd name="connsiteX123-13621" fmla="*/ 3761342 w 12192000"/>
              <a:gd name="connsiteY123-13622" fmla="*/ 177474 h 4939827"/>
              <a:gd name="connsiteX124-13623" fmla="*/ 3799748 w 12192000"/>
              <a:gd name="connsiteY124-13624" fmla="*/ 167154 h 4939827"/>
              <a:gd name="connsiteX125-13625" fmla="*/ 3922756 w 12192000"/>
              <a:gd name="connsiteY125-13626" fmla="*/ 194044 h 4939827"/>
              <a:gd name="connsiteX126-13627" fmla="*/ 4028476 w 12192000"/>
              <a:gd name="connsiteY126-13628" fmla="*/ 223679 h 4939827"/>
              <a:gd name="connsiteX127-13629" fmla="*/ 4191582 w 12192000"/>
              <a:gd name="connsiteY127-13630" fmla="*/ 238952 h 4939827"/>
              <a:gd name="connsiteX128-13631" fmla="*/ 4251024 w 12192000"/>
              <a:gd name="connsiteY128-13632" fmla="*/ 240874 h 4939827"/>
              <a:gd name="connsiteX129-13633" fmla="*/ 4355275 w 12192000"/>
              <a:gd name="connsiteY129-13634" fmla="*/ 260205 h 4939827"/>
              <a:gd name="connsiteX130-13635" fmla="*/ 4423807 w 12192000"/>
              <a:gd name="connsiteY130-13636" fmla="*/ 270366 h 4939827"/>
              <a:gd name="connsiteX131-13637" fmla="*/ 4558432 w 12192000"/>
              <a:gd name="connsiteY131-13638" fmla="*/ 269194 h 4939827"/>
              <a:gd name="connsiteX132-13639" fmla="*/ 4635061 w 12192000"/>
              <a:gd name="connsiteY132-13640" fmla="*/ 280682 h 4939827"/>
              <a:gd name="connsiteX133-13641" fmla="*/ 4807427 w 12192000"/>
              <a:gd name="connsiteY133-13642" fmla="*/ 276835 h 4939827"/>
              <a:gd name="connsiteX134-13643" fmla="*/ 5028933 w 12192000"/>
              <a:gd name="connsiteY134-13644" fmla="*/ 183887 h 4939827"/>
              <a:gd name="connsiteX135-13645" fmla="*/ 5093642 w 12192000"/>
              <a:gd name="connsiteY135-13646" fmla="*/ 177214 h 4939827"/>
              <a:gd name="connsiteX136-13647" fmla="*/ 5102642 w 12192000"/>
              <a:gd name="connsiteY136-13648" fmla="*/ 186816 h 4939827"/>
              <a:gd name="connsiteX137-13649" fmla="*/ 5193590 w 12192000"/>
              <a:gd name="connsiteY137-13650" fmla="*/ 156458 h 4939827"/>
              <a:gd name="connsiteX138-13651" fmla="*/ 5323922 w 12192000"/>
              <a:gd name="connsiteY138-13652" fmla="*/ 146332 h 4939827"/>
              <a:gd name="connsiteX139-13653" fmla="*/ 5421860 w 12192000"/>
              <a:gd name="connsiteY139-13654" fmla="*/ 167298 h 4939827"/>
              <a:gd name="connsiteX140-13655" fmla="*/ 5476948 w 12192000"/>
              <a:gd name="connsiteY140-13656" fmla="*/ 173249 h 4939827"/>
              <a:gd name="connsiteX141-13657" fmla="*/ 5516842 w 12192000"/>
              <a:gd name="connsiteY141-13658" fmla="*/ 184018 h 4939827"/>
              <a:gd name="connsiteX142-13659" fmla="*/ 5619415 w 12192000"/>
              <a:gd name="connsiteY142-13660" fmla="*/ 176781 h 4939827"/>
              <a:gd name="connsiteX143-13661" fmla="*/ 5789867 w 12192000"/>
              <a:gd name="connsiteY143-13662" fmla="*/ 150304 h 4939827"/>
              <a:gd name="connsiteX144-13663" fmla="*/ 5825953 w 12192000"/>
              <a:gd name="connsiteY144-13664" fmla="*/ 147907 h 4939827"/>
              <a:gd name="connsiteX145-13665" fmla="*/ 5856168 w 12192000"/>
              <a:gd name="connsiteY145-13666" fmla="*/ 158719 h 4939827"/>
              <a:gd name="connsiteX146-13667" fmla="*/ 5862476 w 12192000"/>
              <a:gd name="connsiteY146-13668" fmla="*/ 172447 h 4939827"/>
              <a:gd name="connsiteX147-13669" fmla="*/ 5882195 w 12192000"/>
              <a:gd name="connsiteY147-13670" fmla="*/ 173195 h 4939827"/>
              <a:gd name="connsiteX148-13671" fmla="*/ 5952585 w 12192000"/>
              <a:gd name="connsiteY148-13672" fmla="*/ 161012 h 4939827"/>
              <a:gd name="connsiteX149-13673" fmla="*/ 6001964 w 12192000"/>
              <a:gd name="connsiteY149-13674" fmla="*/ 154786 h 4939827"/>
              <a:gd name="connsiteX150-13675" fmla="*/ 6184207 w 12192000"/>
              <a:gd name="connsiteY150-13676" fmla="*/ 132658 h 4939827"/>
              <a:gd name="connsiteX151-13677" fmla="*/ 6415830 w 12192000"/>
              <a:gd name="connsiteY151-13678" fmla="*/ 136006 h 4939827"/>
              <a:gd name="connsiteX152-13679" fmla="*/ 6756965 w 12192000"/>
              <a:gd name="connsiteY152-13680" fmla="*/ 57636 h 4939827"/>
              <a:gd name="connsiteX153-13681" fmla="*/ 6819400 w 12192000"/>
              <a:gd name="connsiteY153-13682" fmla="*/ 30742 h 4939827"/>
              <a:gd name="connsiteX154-13683" fmla="*/ 6986370 w 12192000"/>
              <a:gd name="connsiteY154-13684" fmla="*/ 12659 h 4939827"/>
              <a:gd name="connsiteX155-13685" fmla="*/ 6989536 w 12192000"/>
              <a:gd name="connsiteY155-13686" fmla="*/ 14528 h 4939827"/>
              <a:gd name="connsiteX156-13687" fmla="*/ 7015933 w 12192000"/>
              <a:gd name="connsiteY156-13688" fmla="*/ 9653 h 4939827"/>
              <a:gd name="connsiteX157-13689" fmla="*/ 7020592 w 12192000"/>
              <a:gd name="connsiteY157-13690" fmla="*/ 1651 h 4939827"/>
              <a:gd name="connsiteX158-13691" fmla="*/ 7025905 w 12192000"/>
              <a:gd name="connsiteY158-13692" fmla="*/ 0 h 4939827"/>
              <a:gd name="connsiteX0-13693" fmla="*/ 7025905 w 12192000"/>
              <a:gd name="connsiteY0-13694" fmla="*/ 0 h 4939827"/>
              <a:gd name="connsiteX1-13695" fmla="*/ 7032579 w 12192000"/>
              <a:gd name="connsiteY1-13696" fmla="*/ 2808 h 4939827"/>
              <a:gd name="connsiteX2-13697" fmla="*/ 7079505 w 12192000"/>
              <a:gd name="connsiteY2-13698" fmla="*/ 12971 h 4939827"/>
              <a:gd name="connsiteX3-13699" fmla="*/ 7158791 w 12192000"/>
              <a:gd name="connsiteY3-13700" fmla="*/ 12462 h 4939827"/>
              <a:gd name="connsiteX4-13701" fmla="*/ 7233338 w 12192000"/>
              <a:gd name="connsiteY4-13702" fmla="*/ 24846 h 4939827"/>
              <a:gd name="connsiteX5-13703" fmla="*/ 7259791 w 12192000"/>
              <a:gd name="connsiteY5-13704" fmla="*/ 29557 h 4939827"/>
              <a:gd name="connsiteX6-13705" fmla="*/ 7263923 w 12192000"/>
              <a:gd name="connsiteY6-13706" fmla="*/ 35029 h 4939827"/>
              <a:gd name="connsiteX7-13707" fmla="*/ 7281549 w 12192000"/>
              <a:gd name="connsiteY7-13708" fmla="*/ 39654 h 4939827"/>
              <a:gd name="connsiteX8-13709" fmla="*/ 7374735 w 12192000"/>
              <a:gd name="connsiteY8-13710" fmla="*/ 65326 h 4939827"/>
              <a:gd name="connsiteX9-13711" fmla="*/ 7376078 w 12192000"/>
              <a:gd name="connsiteY9-13712" fmla="*/ 63849 h 4939827"/>
              <a:gd name="connsiteX10-13713" fmla="*/ 7402026 w 12192000"/>
              <a:gd name="connsiteY10-13714" fmla="*/ 60308 h 4939827"/>
              <a:gd name="connsiteX11-13715" fmla="*/ 7415091 w 12192000"/>
              <a:gd name="connsiteY11-13716" fmla="*/ 77403 h 4939827"/>
              <a:gd name="connsiteX12-13717" fmla="*/ 7488682 w 12192000"/>
              <a:gd name="connsiteY12-13718" fmla="*/ 83440 h 4939827"/>
              <a:gd name="connsiteX13-13719" fmla="*/ 7732750 w 12192000"/>
              <a:gd name="connsiteY13-13720" fmla="*/ 145456 h 4939827"/>
              <a:gd name="connsiteX14-13721" fmla="*/ 7785900 w 12192000"/>
              <a:gd name="connsiteY14-13722" fmla="*/ 154493 h 4939827"/>
              <a:gd name="connsiteX15-13723" fmla="*/ 7952584 w 12192000"/>
              <a:gd name="connsiteY15-13724" fmla="*/ 170181 h 4939827"/>
              <a:gd name="connsiteX16-13725" fmla="*/ 8009534 w 12192000"/>
              <a:gd name="connsiteY16-13726" fmla="*/ 176441 h 4939827"/>
              <a:gd name="connsiteX17-13727" fmla="*/ 8058681 w 12192000"/>
              <a:gd name="connsiteY17-13728" fmla="*/ 219431 h 4939827"/>
              <a:gd name="connsiteX18-13729" fmla="*/ 8126175 w 12192000"/>
              <a:gd name="connsiteY18-13730" fmla="*/ 240005 h 4939827"/>
              <a:gd name="connsiteX19-13731" fmla="*/ 8281371 w 12192000"/>
              <a:gd name="connsiteY19-13732" fmla="*/ 256875 h 4939827"/>
              <a:gd name="connsiteX20-13733" fmla="*/ 8381609 w 12192000"/>
              <a:gd name="connsiteY20-13734" fmla="*/ 240618 h 4939827"/>
              <a:gd name="connsiteX21-13735" fmla="*/ 8406759 w 12192000"/>
              <a:gd name="connsiteY21-13736" fmla="*/ 232517 h 4939827"/>
              <a:gd name="connsiteX22-13737" fmla="*/ 8426506 w 12192000"/>
              <a:gd name="connsiteY22-13738" fmla="*/ 241842 h 4939827"/>
              <a:gd name="connsiteX23-13739" fmla="*/ 8427949 w 12192000"/>
              <a:gd name="connsiteY23-13740" fmla="*/ 240981 h 4939827"/>
              <a:gd name="connsiteX24-13741" fmla="*/ 8441468 w 12192000"/>
              <a:gd name="connsiteY24-13742" fmla="*/ 241157 h 4939827"/>
              <a:gd name="connsiteX25-13743" fmla="*/ 8565757 w 12192000"/>
              <a:gd name="connsiteY25-13744" fmla="*/ 255317 h 4939827"/>
              <a:gd name="connsiteX26-13745" fmla="*/ 8573171 w 12192000"/>
              <a:gd name="connsiteY26-13746" fmla="*/ 258426 h 4939827"/>
              <a:gd name="connsiteX27-13747" fmla="*/ 8573548 w 12192000"/>
              <a:gd name="connsiteY27-13748" fmla="*/ 258241 h 4939827"/>
              <a:gd name="connsiteX28-13749" fmla="*/ 8622021 w 12192000"/>
              <a:gd name="connsiteY28-13750" fmla="*/ 261028 h 4939827"/>
              <a:gd name="connsiteX29-13751" fmla="*/ 8672650 w 12192000"/>
              <a:gd name="connsiteY29-13752" fmla="*/ 254821 h 4939827"/>
              <a:gd name="connsiteX30-13753" fmla="*/ 8785543 w 12192000"/>
              <a:gd name="connsiteY30-13754" fmla="*/ 263406 h 4939827"/>
              <a:gd name="connsiteX31-13755" fmla="*/ 8830588 w 12192000"/>
              <a:gd name="connsiteY31-13756" fmla="*/ 265483 h 4939827"/>
              <a:gd name="connsiteX32-13757" fmla="*/ 8905142 w 12192000"/>
              <a:gd name="connsiteY32-13758" fmla="*/ 264958 h 4939827"/>
              <a:gd name="connsiteX33-13759" fmla="*/ 8968582 w 12192000"/>
              <a:gd name="connsiteY33-13760" fmla="*/ 262728 h 4939827"/>
              <a:gd name="connsiteX34-13761" fmla="*/ 8972994 w 12192000"/>
              <a:gd name="connsiteY34-13762" fmla="*/ 263284 h 4939827"/>
              <a:gd name="connsiteX35-13763" fmla="*/ 9004605 w 12192000"/>
              <a:gd name="connsiteY35-13764" fmla="*/ 258041 h 4939827"/>
              <a:gd name="connsiteX36-13765" fmla="*/ 9016165 w 12192000"/>
              <a:gd name="connsiteY36-13766" fmla="*/ 261258 h 4939827"/>
              <a:gd name="connsiteX37-13767" fmla="*/ 9043297 w 12192000"/>
              <a:gd name="connsiteY37-13768" fmla="*/ 281547 h 4939827"/>
              <a:gd name="connsiteX38-13769" fmla="*/ 9048315 w 12192000"/>
              <a:gd name="connsiteY38-13770" fmla="*/ 279264 h 4939827"/>
              <a:gd name="connsiteX39-13771" fmla="*/ 9054706 w 12192000"/>
              <a:gd name="connsiteY39-13772" fmla="*/ 278538 h 4939827"/>
              <a:gd name="connsiteX40-13773" fmla="*/ 9070919 w 12192000"/>
              <a:gd name="connsiteY40-13774" fmla="*/ 281810 h 4939827"/>
              <a:gd name="connsiteX41-13775" fmla="*/ 9076813 w 12192000"/>
              <a:gd name="connsiteY41-13776" fmla="*/ 283909 h 4939827"/>
              <a:gd name="connsiteX42-13777" fmla="*/ 9085871 w 12192000"/>
              <a:gd name="connsiteY42-13778" fmla="*/ 285133 h 4939827"/>
              <a:gd name="connsiteX43-13779" fmla="*/ 9086159 w 12192000"/>
              <a:gd name="connsiteY43-13780" fmla="*/ 284887 h 4939827"/>
              <a:gd name="connsiteX44-13781" fmla="*/ 9134606 w 12192000"/>
              <a:gd name="connsiteY44-13782" fmla="*/ 288168 h 4939827"/>
              <a:gd name="connsiteX45-13783" fmla="*/ 9195590 w 12192000"/>
              <a:gd name="connsiteY45-13784" fmla="*/ 279568 h 4939827"/>
              <a:gd name="connsiteX46-13785" fmla="*/ 9219336 w 12192000"/>
              <a:gd name="connsiteY46-13786" fmla="*/ 278133 h 4939827"/>
              <a:gd name="connsiteX47-13787" fmla="*/ 9232362 w 12192000"/>
              <a:gd name="connsiteY47-13788" fmla="*/ 275894 h 4939827"/>
              <a:gd name="connsiteX48-13789" fmla="*/ 9283638 w 12192000"/>
              <a:gd name="connsiteY48-13790" fmla="*/ 299924 h 4939827"/>
              <a:gd name="connsiteX49-13791" fmla="*/ 9371484 w 12192000"/>
              <a:gd name="connsiteY49-13792" fmla="*/ 329634 h 4939827"/>
              <a:gd name="connsiteX50-13793" fmla="*/ 9404829 w 12192000"/>
              <a:gd name="connsiteY50-13794" fmla="*/ 339038 h 4939827"/>
              <a:gd name="connsiteX51-13795" fmla="*/ 9427021 w 12192000"/>
              <a:gd name="connsiteY51-13796" fmla="*/ 358784 h 4939827"/>
              <a:gd name="connsiteX52-13797" fmla="*/ 9670844 w 12192000"/>
              <a:gd name="connsiteY52-13798" fmla="*/ 405128 h 4939827"/>
              <a:gd name="connsiteX53-13799" fmla="*/ 9816083 w 12192000"/>
              <a:gd name="connsiteY53-13800" fmla="*/ 416573 h 4939827"/>
              <a:gd name="connsiteX54-13801" fmla="*/ 9936741 w 12192000"/>
              <a:gd name="connsiteY54-13802" fmla="*/ 437044 h 4939827"/>
              <a:gd name="connsiteX55-13803" fmla="*/ 10050093 w 12192000"/>
              <a:gd name="connsiteY55-13804" fmla="*/ 443783 h 4939827"/>
              <a:gd name="connsiteX56-13805" fmla="*/ 10130090 w 12192000"/>
              <a:gd name="connsiteY56-13806" fmla="*/ 459520 h 4939827"/>
              <a:gd name="connsiteX57-13807" fmla="*/ 10173456 w 12192000"/>
              <a:gd name="connsiteY57-13808" fmla="*/ 457749 h 4939827"/>
              <a:gd name="connsiteX58-13809" fmla="*/ 10218232 w 12192000"/>
              <a:gd name="connsiteY58-13810" fmla="*/ 459820 h 4939827"/>
              <a:gd name="connsiteX59-13811" fmla="*/ 10354176 w 12192000"/>
              <a:gd name="connsiteY59-13812" fmla="*/ 471377 h 4939827"/>
              <a:gd name="connsiteX60-13813" fmla="*/ 10430681 w 12192000"/>
              <a:gd name="connsiteY60-13814" fmla="*/ 481226 h 4939827"/>
              <a:gd name="connsiteX61-13815" fmla="*/ 10478169 w 12192000"/>
              <a:gd name="connsiteY61-13816" fmla="*/ 481774 h 4939827"/>
              <a:gd name="connsiteX62-13817" fmla="*/ 10540907 w 12192000"/>
              <a:gd name="connsiteY62-13818" fmla="*/ 485607 h 4939827"/>
              <a:gd name="connsiteX63-13819" fmla="*/ 10614941 w 12192000"/>
              <a:gd name="connsiteY63-13820" fmla="*/ 487592 h 4939827"/>
              <a:gd name="connsiteX64-13821" fmla="*/ 10674098 w 12192000"/>
              <a:gd name="connsiteY64-13822" fmla="*/ 521656 h 4939827"/>
              <a:gd name="connsiteX65-13823" fmla="*/ 10874834 w 12192000"/>
              <a:gd name="connsiteY65-13824" fmla="*/ 574867 h 4939827"/>
              <a:gd name="connsiteX66-13825" fmla="*/ 10944981 w 12192000"/>
              <a:gd name="connsiteY66-13826" fmla="*/ 615042 h 4939827"/>
              <a:gd name="connsiteX67-13827" fmla="*/ 11006376 w 12192000"/>
              <a:gd name="connsiteY67-13828" fmla="*/ 645957 h 4939827"/>
              <a:gd name="connsiteX68-13829" fmla="*/ 11076308 w 12192000"/>
              <a:gd name="connsiteY68-13830" fmla="*/ 675698 h 4939827"/>
              <a:gd name="connsiteX69-13831" fmla="*/ 11148789 w 12192000"/>
              <a:gd name="connsiteY69-13832" fmla="*/ 685041 h 4939827"/>
              <a:gd name="connsiteX70-13833" fmla="*/ 11249129 w 12192000"/>
              <a:gd name="connsiteY70-13834" fmla="*/ 684218 h 4939827"/>
              <a:gd name="connsiteX71-13835" fmla="*/ 11299915 w 12192000"/>
              <a:gd name="connsiteY71-13836" fmla="*/ 692177 h 4939827"/>
              <a:gd name="connsiteX72-13837" fmla="*/ 11386973 w 12192000"/>
              <a:gd name="connsiteY72-13838" fmla="*/ 708209 h 4939827"/>
              <a:gd name="connsiteX73-13839" fmla="*/ 11500105 w 12192000"/>
              <a:gd name="connsiteY73-13840" fmla="*/ 735014 h 4939827"/>
              <a:gd name="connsiteX74-13841" fmla="*/ 11621735 w 12192000"/>
              <a:gd name="connsiteY74-13842" fmla="*/ 789584 h 4939827"/>
              <a:gd name="connsiteX75-13843" fmla="*/ 11691200 w 12192000"/>
              <a:gd name="connsiteY75-13844" fmla="*/ 867902 h 4939827"/>
              <a:gd name="connsiteX76-13845" fmla="*/ 11819427 w 12192000"/>
              <a:gd name="connsiteY76-13846" fmla="*/ 911634 h 4939827"/>
              <a:gd name="connsiteX77-13847" fmla="*/ 11969720 w 12192000"/>
              <a:gd name="connsiteY77-13848" fmla="*/ 964737 h 4939827"/>
              <a:gd name="connsiteX78-13849" fmla="*/ 12055766 w 12192000"/>
              <a:gd name="connsiteY78-13850" fmla="*/ 991268 h 4939827"/>
              <a:gd name="connsiteX79-13851" fmla="*/ 12171539 w 12192000"/>
              <a:gd name="connsiteY79-13852" fmla="*/ 995427 h 4939827"/>
              <a:gd name="connsiteX80-13853" fmla="*/ 12187831 w 12192000"/>
              <a:gd name="connsiteY80-13854" fmla="*/ 996580 h 4939827"/>
              <a:gd name="connsiteX81-13855" fmla="*/ 12192000 w 12192000"/>
              <a:gd name="connsiteY81-13856" fmla="*/ 996726 h 4939827"/>
              <a:gd name="connsiteX82-13857" fmla="*/ 12192000 w 12192000"/>
              <a:gd name="connsiteY82-13858" fmla="*/ 4939827 h 4939827"/>
              <a:gd name="connsiteX83-13859" fmla="*/ 0 w 12192000"/>
              <a:gd name="connsiteY83-13860" fmla="*/ 4939827 h 4939827"/>
              <a:gd name="connsiteX84-13861" fmla="*/ 0 w 12192000"/>
              <a:gd name="connsiteY84-13862" fmla="*/ 512043 h 4939827"/>
              <a:gd name="connsiteX85-13863" fmla="*/ 7381 w 12192000"/>
              <a:gd name="connsiteY85-13864" fmla="*/ 512580 h 4939827"/>
              <a:gd name="connsiteX86-13865" fmla="*/ 100029 w 12192000"/>
              <a:gd name="connsiteY86-13866" fmla="*/ 504758 h 4939827"/>
              <a:gd name="connsiteX87-13867" fmla="*/ 155244 w 12192000"/>
              <a:gd name="connsiteY87-13868" fmla="*/ 525130 h 4939827"/>
              <a:gd name="connsiteX88-13869" fmla="*/ 254366 w 12192000"/>
              <a:gd name="connsiteY88-13870" fmla="*/ 534449 h 4939827"/>
              <a:gd name="connsiteX89-13871" fmla="*/ 447292 w 12192000"/>
              <a:gd name="connsiteY89-13872" fmla="*/ 542725 h 4939827"/>
              <a:gd name="connsiteX90-13873" fmla="*/ 628105 w 12192000"/>
              <a:gd name="connsiteY90-13874" fmla="*/ 547853 h 4939827"/>
              <a:gd name="connsiteX91-13875" fmla="*/ 783146 w 12192000"/>
              <a:gd name="connsiteY91-13876" fmla="*/ 591799 h 4939827"/>
              <a:gd name="connsiteX92-13877" fmla="*/ 1043676 w 12192000"/>
              <a:gd name="connsiteY92-13878" fmla="*/ 591887 h 4939827"/>
              <a:gd name="connsiteX93-13879" fmla="*/ 1281816 w 12192000"/>
              <a:gd name="connsiteY93-13880" fmla="*/ 520946 h 4939827"/>
              <a:gd name="connsiteX94-13881" fmla="*/ 1486347 w 12192000"/>
              <a:gd name="connsiteY94-13882" fmla="*/ 487310 h 4939827"/>
              <a:gd name="connsiteX95-13883" fmla="*/ 1568079 w 12192000"/>
              <a:gd name="connsiteY95-13884" fmla="*/ 462531 h 4939827"/>
              <a:gd name="connsiteX96-13885" fmla="*/ 1622516 w 12192000"/>
              <a:gd name="connsiteY96-13886" fmla="*/ 466058 h 4939827"/>
              <a:gd name="connsiteX97-13887" fmla="*/ 1655457 w 12192000"/>
              <a:gd name="connsiteY97-13888" fmla="*/ 465359 h 4939827"/>
              <a:gd name="connsiteX98-13889" fmla="*/ 1717454 w 12192000"/>
              <a:gd name="connsiteY98-13890" fmla="*/ 417203 h 4939827"/>
              <a:gd name="connsiteX99-13891" fmla="*/ 1913794 w 12192000"/>
              <a:gd name="connsiteY99-13892" fmla="*/ 365255 h 4939827"/>
              <a:gd name="connsiteX100-13893" fmla="*/ 2129762 w 12192000"/>
              <a:gd name="connsiteY100-13894" fmla="*/ 367832 h 4939827"/>
              <a:gd name="connsiteX101-13895" fmla="*/ 2376970 w 12192000"/>
              <a:gd name="connsiteY101-13896" fmla="*/ 350129 h 4939827"/>
              <a:gd name="connsiteX102-13897" fmla="*/ 2480155 w 12192000"/>
              <a:gd name="connsiteY102-13898" fmla="*/ 359227 h 4939827"/>
              <a:gd name="connsiteX103-13899" fmla="*/ 2586782 w 12192000"/>
              <a:gd name="connsiteY103-13900" fmla="*/ 339352 h 4939827"/>
              <a:gd name="connsiteX104-13901" fmla="*/ 2679617 w 12192000"/>
              <a:gd name="connsiteY104-13902" fmla="*/ 305383 h 4939827"/>
              <a:gd name="connsiteX105-13903" fmla="*/ 2788947 w 12192000"/>
              <a:gd name="connsiteY105-13904" fmla="*/ 250375 h 4939827"/>
              <a:gd name="connsiteX106-13905" fmla="*/ 2965530 w 12192000"/>
              <a:gd name="connsiteY106-13906" fmla="*/ 245958 h 4939827"/>
              <a:gd name="connsiteX107-13907" fmla="*/ 3103677 w 12192000"/>
              <a:gd name="connsiteY107-13908" fmla="*/ 209527 h 4939827"/>
              <a:gd name="connsiteX108-13909" fmla="*/ 3126759 w 12192000"/>
              <a:gd name="connsiteY108-13910" fmla="*/ 211226 h 4939827"/>
              <a:gd name="connsiteX109-13911" fmla="*/ 3164020 w 12192000"/>
              <a:gd name="connsiteY109-13912" fmla="*/ 212779 h 4939827"/>
              <a:gd name="connsiteX110-13913" fmla="*/ 3285019 w 12192000"/>
              <a:gd name="connsiteY110-13914" fmla="*/ 220535 h 4939827"/>
              <a:gd name="connsiteX111-13915" fmla="*/ 3365154 w 12192000"/>
              <a:gd name="connsiteY111-13916" fmla="*/ 226416 h 4939827"/>
              <a:gd name="connsiteX112-13917" fmla="*/ 3367507 w 12192000"/>
              <a:gd name="connsiteY112-13918" fmla="*/ 225416 h 4939827"/>
              <a:gd name="connsiteX113-13919" fmla="*/ 3387567 w 12192000"/>
              <a:gd name="connsiteY113-13920" fmla="*/ 227103 h 4939827"/>
              <a:gd name="connsiteX114-13921" fmla="*/ 3498001 w 12192000"/>
              <a:gd name="connsiteY114-13922" fmla="*/ 231941 h 4939827"/>
              <a:gd name="connsiteX115-13923" fmla="*/ 3561557 w 12192000"/>
              <a:gd name="connsiteY115-13924" fmla="*/ 228095 h 4939827"/>
              <a:gd name="connsiteX116-13925" fmla="*/ 3611920 w 12192000"/>
              <a:gd name="connsiteY116-13926" fmla="*/ 218094 h 4939827"/>
              <a:gd name="connsiteX117-13927" fmla="*/ 3620528 w 12192000"/>
              <a:gd name="connsiteY117-13928" fmla="*/ 218788 h 4939827"/>
              <a:gd name="connsiteX118-13929" fmla="*/ 3620766 w 12192000"/>
              <a:gd name="connsiteY118-13930" fmla="*/ 218511 h 4939827"/>
              <a:gd name="connsiteX119-13931" fmla="*/ 3629977 w 12192000"/>
              <a:gd name="connsiteY119-13932" fmla="*/ 218664 h 4939827"/>
              <a:gd name="connsiteX120-13933" fmla="*/ 3636217 w 12192000"/>
              <a:gd name="connsiteY120-13934" fmla="*/ 220048 h 4939827"/>
              <a:gd name="connsiteX121-13935" fmla="*/ 3709484 w 12192000"/>
              <a:gd name="connsiteY121-13936" fmla="*/ 186927 h 4939827"/>
              <a:gd name="connsiteX122-13937" fmla="*/ 3761342 w 12192000"/>
              <a:gd name="connsiteY122-13938" fmla="*/ 177474 h 4939827"/>
              <a:gd name="connsiteX123-13939" fmla="*/ 3799748 w 12192000"/>
              <a:gd name="connsiteY123-13940" fmla="*/ 167154 h 4939827"/>
              <a:gd name="connsiteX124-13941" fmla="*/ 3922756 w 12192000"/>
              <a:gd name="connsiteY124-13942" fmla="*/ 194044 h 4939827"/>
              <a:gd name="connsiteX125-13943" fmla="*/ 4028476 w 12192000"/>
              <a:gd name="connsiteY125-13944" fmla="*/ 223679 h 4939827"/>
              <a:gd name="connsiteX126-13945" fmla="*/ 4191582 w 12192000"/>
              <a:gd name="connsiteY126-13946" fmla="*/ 238952 h 4939827"/>
              <a:gd name="connsiteX127-13947" fmla="*/ 4251024 w 12192000"/>
              <a:gd name="connsiteY127-13948" fmla="*/ 240874 h 4939827"/>
              <a:gd name="connsiteX128-13949" fmla="*/ 4355275 w 12192000"/>
              <a:gd name="connsiteY128-13950" fmla="*/ 260205 h 4939827"/>
              <a:gd name="connsiteX129-13951" fmla="*/ 4423807 w 12192000"/>
              <a:gd name="connsiteY129-13952" fmla="*/ 270366 h 4939827"/>
              <a:gd name="connsiteX130-13953" fmla="*/ 4558432 w 12192000"/>
              <a:gd name="connsiteY130-13954" fmla="*/ 269194 h 4939827"/>
              <a:gd name="connsiteX131-13955" fmla="*/ 4635061 w 12192000"/>
              <a:gd name="connsiteY131-13956" fmla="*/ 280682 h 4939827"/>
              <a:gd name="connsiteX132-13957" fmla="*/ 4807427 w 12192000"/>
              <a:gd name="connsiteY132-13958" fmla="*/ 276835 h 4939827"/>
              <a:gd name="connsiteX133-13959" fmla="*/ 5028933 w 12192000"/>
              <a:gd name="connsiteY133-13960" fmla="*/ 183887 h 4939827"/>
              <a:gd name="connsiteX134-13961" fmla="*/ 5093642 w 12192000"/>
              <a:gd name="connsiteY134-13962" fmla="*/ 177214 h 4939827"/>
              <a:gd name="connsiteX135-13963" fmla="*/ 5102642 w 12192000"/>
              <a:gd name="connsiteY135-13964" fmla="*/ 186816 h 4939827"/>
              <a:gd name="connsiteX136-13965" fmla="*/ 5193590 w 12192000"/>
              <a:gd name="connsiteY136-13966" fmla="*/ 156458 h 4939827"/>
              <a:gd name="connsiteX137-13967" fmla="*/ 5323922 w 12192000"/>
              <a:gd name="connsiteY137-13968" fmla="*/ 146332 h 4939827"/>
              <a:gd name="connsiteX138-13969" fmla="*/ 5421860 w 12192000"/>
              <a:gd name="connsiteY138-13970" fmla="*/ 167298 h 4939827"/>
              <a:gd name="connsiteX139-13971" fmla="*/ 5476948 w 12192000"/>
              <a:gd name="connsiteY139-13972" fmla="*/ 173249 h 4939827"/>
              <a:gd name="connsiteX140-13973" fmla="*/ 5516842 w 12192000"/>
              <a:gd name="connsiteY140-13974" fmla="*/ 184018 h 4939827"/>
              <a:gd name="connsiteX141-13975" fmla="*/ 5619415 w 12192000"/>
              <a:gd name="connsiteY141-13976" fmla="*/ 176781 h 4939827"/>
              <a:gd name="connsiteX142-13977" fmla="*/ 5789867 w 12192000"/>
              <a:gd name="connsiteY142-13978" fmla="*/ 150304 h 4939827"/>
              <a:gd name="connsiteX143-13979" fmla="*/ 5825953 w 12192000"/>
              <a:gd name="connsiteY143-13980" fmla="*/ 147907 h 4939827"/>
              <a:gd name="connsiteX144-13981" fmla="*/ 5856168 w 12192000"/>
              <a:gd name="connsiteY144-13982" fmla="*/ 158719 h 4939827"/>
              <a:gd name="connsiteX145-13983" fmla="*/ 5862476 w 12192000"/>
              <a:gd name="connsiteY145-13984" fmla="*/ 172447 h 4939827"/>
              <a:gd name="connsiteX146-13985" fmla="*/ 5882195 w 12192000"/>
              <a:gd name="connsiteY146-13986" fmla="*/ 173195 h 4939827"/>
              <a:gd name="connsiteX147-13987" fmla="*/ 5952585 w 12192000"/>
              <a:gd name="connsiteY147-13988" fmla="*/ 161012 h 4939827"/>
              <a:gd name="connsiteX148-13989" fmla="*/ 6001964 w 12192000"/>
              <a:gd name="connsiteY148-13990" fmla="*/ 154786 h 4939827"/>
              <a:gd name="connsiteX149-13991" fmla="*/ 6184207 w 12192000"/>
              <a:gd name="connsiteY149-13992" fmla="*/ 132658 h 4939827"/>
              <a:gd name="connsiteX150-13993" fmla="*/ 6415830 w 12192000"/>
              <a:gd name="connsiteY150-13994" fmla="*/ 136006 h 4939827"/>
              <a:gd name="connsiteX151-13995" fmla="*/ 6756965 w 12192000"/>
              <a:gd name="connsiteY151-13996" fmla="*/ 57636 h 4939827"/>
              <a:gd name="connsiteX152-13997" fmla="*/ 6819400 w 12192000"/>
              <a:gd name="connsiteY152-13998" fmla="*/ 30742 h 4939827"/>
              <a:gd name="connsiteX153-13999" fmla="*/ 6986370 w 12192000"/>
              <a:gd name="connsiteY153-14000" fmla="*/ 12659 h 4939827"/>
              <a:gd name="connsiteX154-14001" fmla="*/ 6989536 w 12192000"/>
              <a:gd name="connsiteY154-14002" fmla="*/ 14528 h 4939827"/>
              <a:gd name="connsiteX155-14003" fmla="*/ 7015933 w 12192000"/>
              <a:gd name="connsiteY155-14004" fmla="*/ 9653 h 4939827"/>
              <a:gd name="connsiteX156-14005" fmla="*/ 7020592 w 12192000"/>
              <a:gd name="connsiteY156-14006" fmla="*/ 1651 h 4939827"/>
              <a:gd name="connsiteX157-14007" fmla="*/ 7025905 w 12192000"/>
              <a:gd name="connsiteY157-14008" fmla="*/ 0 h 4939827"/>
              <a:gd name="connsiteX0-14009" fmla="*/ 7025905 w 12192000"/>
              <a:gd name="connsiteY0-14010" fmla="*/ 0 h 4939827"/>
              <a:gd name="connsiteX1-14011" fmla="*/ 7032579 w 12192000"/>
              <a:gd name="connsiteY1-14012" fmla="*/ 2808 h 4939827"/>
              <a:gd name="connsiteX2-14013" fmla="*/ 7079505 w 12192000"/>
              <a:gd name="connsiteY2-14014" fmla="*/ 12971 h 4939827"/>
              <a:gd name="connsiteX3-14015" fmla="*/ 7158791 w 12192000"/>
              <a:gd name="connsiteY3-14016" fmla="*/ 12462 h 4939827"/>
              <a:gd name="connsiteX4-14017" fmla="*/ 7233338 w 12192000"/>
              <a:gd name="connsiteY4-14018" fmla="*/ 24846 h 4939827"/>
              <a:gd name="connsiteX5-14019" fmla="*/ 7259791 w 12192000"/>
              <a:gd name="connsiteY5-14020" fmla="*/ 29557 h 4939827"/>
              <a:gd name="connsiteX6-14021" fmla="*/ 7263923 w 12192000"/>
              <a:gd name="connsiteY6-14022" fmla="*/ 35029 h 4939827"/>
              <a:gd name="connsiteX7-14023" fmla="*/ 7281549 w 12192000"/>
              <a:gd name="connsiteY7-14024" fmla="*/ 39654 h 4939827"/>
              <a:gd name="connsiteX8-14025" fmla="*/ 7374735 w 12192000"/>
              <a:gd name="connsiteY8-14026" fmla="*/ 65326 h 4939827"/>
              <a:gd name="connsiteX9-14027" fmla="*/ 7376078 w 12192000"/>
              <a:gd name="connsiteY9-14028" fmla="*/ 63849 h 4939827"/>
              <a:gd name="connsiteX10-14029" fmla="*/ 7402026 w 12192000"/>
              <a:gd name="connsiteY10-14030" fmla="*/ 60308 h 4939827"/>
              <a:gd name="connsiteX11-14031" fmla="*/ 7415091 w 12192000"/>
              <a:gd name="connsiteY11-14032" fmla="*/ 77403 h 4939827"/>
              <a:gd name="connsiteX12-14033" fmla="*/ 7488682 w 12192000"/>
              <a:gd name="connsiteY12-14034" fmla="*/ 83440 h 4939827"/>
              <a:gd name="connsiteX13-14035" fmla="*/ 7732750 w 12192000"/>
              <a:gd name="connsiteY13-14036" fmla="*/ 145456 h 4939827"/>
              <a:gd name="connsiteX14-14037" fmla="*/ 7785900 w 12192000"/>
              <a:gd name="connsiteY14-14038" fmla="*/ 154493 h 4939827"/>
              <a:gd name="connsiteX15-14039" fmla="*/ 7952584 w 12192000"/>
              <a:gd name="connsiteY15-14040" fmla="*/ 170181 h 4939827"/>
              <a:gd name="connsiteX16-14041" fmla="*/ 8058681 w 12192000"/>
              <a:gd name="connsiteY16-14042" fmla="*/ 219431 h 4939827"/>
              <a:gd name="connsiteX17-14043" fmla="*/ 8126175 w 12192000"/>
              <a:gd name="connsiteY17-14044" fmla="*/ 240005 h 4939827"/>
              <a:gd name="connsiteX18-14045" fmla="*/ 8281371 w 12192000"/>
              <a:gd name="connsiteY18-14046" fmla="*/ 256875 h 4939827"/>
              <a:gd name="connsiteX19-14047" fmla="*/ 8381609 w 12192000"/>
              <a:gd name="connsiteY19-14048" fmla="*/ 240618 h 4939827"/>
              <a:gd name="connsiteX20-14049" fmla="*/ 8406759 w 12192000"/>
              <a:gd name="connsiteY20-14050" fmla="*/ 232517 h 4939827"/>
              <a:gd name="connsiteX21-14051" fmla="*/ 8426506 w 12192000"/>
              <a:gd name="connsiteY21-14052" fmla="*/ 241842 h 4939827"/>
              <a:gd name="connsiteX22-14053" fmla="*/ 8427949 w 12192000"/>
              <a:gd name="connsiteY22-14054" fmla="*/ 240981 h 4939827"/>
              <a:gd name="connsiteX23-14055" fmla="*/ 8441468 w 12192000"/>
              <a:gd name="connsiteY23-14056" fmla="*/ 241157 h 4939827"/>
              <a:gd name="connsiteX24-14057" fmla="*/ 8565757 w 12192000"/>
              <a:gd name="connsiteY24-14058" fmla="*/ 255317 h 4939827"/>
              <a:gd name="connsiteX25-14059" fmla="*/ 8573171 w 12192000"/>
              <a:gd name="connsiteY25-14060" fmla="*/ 258426 h 4939827"/>
              <a:gd name="connsiteX26-14061" fmla="*/ 8573548 w 12192000"/>
              <a:gd name="connsiteY26-14062" fmla="*/ 258241 h 4939827"/>
              <a:gd name="connsiteX27-14063" fmla="*/ 8622021 w 12192000"/>
              <a:gd name="connsiteY27-14064" fmla="*/ 261028 h 4939827"/>
              <a:gd name="connsiteX28-14065" fmla="*/ 8672650 w 12192000"/>
              <a:gd name="connsiteY28-14066" fmla="*/ 254821 h 4939827"/>
              <a:gd name="connsiteX29-14067" fmla="*/ 8785543 w 12192000"/>
              <a:gd name="connsiteY29-14068" fmla="*/ 263406 h 4939827"/>
              <a:gd name="connsiteX30-14069" fmla="*/ 8830588 w 12192000"/>
              <a:gd name="connsiteY30-14070" fmla="*/ 265483 h 4939827"/>
              <a:gd name="connsiteX31-14071" fmla="*/ 8905142 w 12192000"/>
              <a:gd name="connsiteY31-14072" fmla="*/ 264958 h 4939827"/>
              <a:gd name="connsiteX32-14073" fmla="*/ 8968582 w 12192000"/>
              <a:gd name="connsiteY32-14074" fmla="*/ 262728 h 4939827"/>
              <a:gd name="connsiteX33-14075" fmla="*/ 8972994 w 12192000"/>
              <a:gd name="connsiteY33-14076" fmla="*/ 263284 h 4939827"/>
              <a:gd name="connsiteX34-14077" fmla="*/ 9004605 w 12192000"/>
              <a:gd name="connsiteY34-14078" fmla="*/ 258041 h 4939827"/>
              <a:gd name="connsiteX35-14079" fmla="*/ 9016165 w 12192000"/>
              <a:gd name="connsiteY35-14080" fmla="*/ 261258 h 4939827"/>
              <a:gd name="connsiteX36-14081" fmla="*/ 9043297 w 12192000"/>
              <a:gd name="connsiteY36-14082" fmla="*/ 281547 h 4939827"/>
              <a:gd name="connsiteX37-14083" fmla="*/ 9048315 w 12192000"/>
              <a:gd name="connsiteY37-14084" fmla="*/ 279264 h 4939827"/>
              <a:gd name="connsiteX38-14085" fmla="*/ 9054706 w 12192000"/>
              <a:gd name="connsiteY38-14086" fmla="*/ 278538 h 4939827"/>
              <a:gd name="connsiteX39-14087" fmla="*/ 9070919 w 12192000"/>
              <a:gd name="connsiteY39-14088" fmla="*/ 281810 h 4939827"/>
              <a:gd name="connsiteX40-14089" fmla="*/ 9076813 w 12192000"/>
              <a:gd name="connsiteY40-14090" fmla="*/ 283909 h 4939827"/>
              <a:gd name="connsiteX41-14091" fmla="*/ 9085871 w 12192000"/>
              <a:gd name="connsiteY41-14092" fmla="*/ 285133 h 4939827"/>
              <a:gd name="connsiteX42-14093" fmla="*/ 9086159 w 12192000"/>
              <a:gd name="connsiteY42-14094" fmla="*/ 284887 h 4939827"/>
              <a:gd name="connsiteX43-14095" fmla="*/ 9134606 w 12192000"/>
              <a:gd name="connsiteY43-14096" fmla="*/ 288168 h 4939827"/>
              <a:gd name="connsiteX44-14097" fmla="*/ 9195590 w 12192000"/>
              <a:gd name="connsiteY44-14098" fmla="*/ 279568 h 4939827"/>
              <a:gd name="connsiteX45-14099" fmla="*/ 9219336 w 12192000"/>
              <a:gd name="connsiteY45-14100" fmla="*/ 278133 h 4939827"/>
              <a:gd name="connsiteX46-14101" fmla="*/ 9232362 w 12192000"/>
              <a:gd name="connsiteY46-14102" fmla="*/ 275894 h 4939827"/>
              <a:gd name="connsiteX47-14103" fmla="*/ 9283638 w 12192000"/>
              <a:gd name="connsiteY47-14104" fmla="*/ 299924 h 4939827"/>
              <a:gd name="connsiteX48-14105" fmla="*/ 9371484 w 12192000"/>
              <a:gd name="connsiteY48-14106" fmla="*/ 329634 h 4939827"/>
              <a:gd name="connsiteX49-14107" fmla="*/ 9404829 w 12192000"/>
              <a:gd name="connsiteY49-14108" fmla="*/ 339038 h 4939827"/>
              <a:gd name="connsiteX50-14109" fmla="*/ 9427021 w 12192000"/>
              <a:gd name="connsiteY50-14110" fmla="*/ 358784 h 4939827"/>
              <a:gd name="connsiteX51-14111" fmla="*/ 9670844 w 12192000"/>
              <a:gd name="connsiteY51-14112" fmla="*/ 405128 h 4939827"/>
              <a:gd name="connsiteX52-14113" fmla="*/ 9816083 w 12192000"/>
              <a:gd name="connsiteY52-14114" fmla="*/ 416573 h 4939827"/>
              <a:gd name="connsiteX53-14115" fmla="*/ 9936741 w 12192000"/>
              <a:gd name="connsiteY53-14116" fmla="*/ 437044 h 4939827"/>
              <a:gd name="connsiteX54-14117" fmla="*/ 10050093 w 12192000"/>
              <a:gd name="connsiteY54-14118" fmla="*/ 443783 h 4939827"/>
              <a:gd name="connsiteX55-14119" fmla="*/ 10130090 w 12192000"/>
              <a:gd name="connsiteY55-14120" fmla="*/ 459520 h 4939827"/>
              <a:gd name="connsiteX56-14121" fmla="*/ 10173456 w 12192000"/>
              <a:gd name="connsiteY56-14122" fmla="*/ 457749 h 4939827"/>
              <a:gd name="connsiteX57-14123" fmla="*/ 10218232 w 12192000"/>
              <a:gd name="connsiteY57-14124" fmla="*/ 459820 h 4939827"/>
              <a:gd name="connsiteX58-14125" fmla="*/ 10354176 w 12192000"/>
              <a:gd name="connsiteY58-14126" fmla="*/ 471377 h 4939827"/>
              <a:gd name="connsiteX59-14127" fmla="*/ 10430681 w 12192000"/>
              <a:gd name="connsiteY59-14128" fmla="*/ 481226 h 4939827"/>
              <a:gd name="connsiteX60-14129" fmla="*/ 10478169 w 12192000"/>
              <a:gd name="connsiteY60-14130" fmla="*/ 481774 h 4939827"/>
              <a:gd name="connsiteX61-14131" fmla="*/ 10540907 w 12192000"/>
              <a:gd name="connsiteY61-14132" fmla="*/ 485607 h 4939827"/>
              <a:gd name="connsiteX62-14133" fmla="*/ 10614941 w 12192000"/>
              <a:gd name="connsiteY62-14134" fmla="*/ 487592 h 4939827"/>
              <a:gd name="connsiteX63-14135" fmla="*/ 10674098 w 12192000"/>
              <a:gd name="connsiteY63-14136" fmla="*/ 521656 h 4939827"/>
              <a:gd name="connsiteX64-14137" fmla="*/ 10874834 w 12192000"/>
              <a:gd name="connsiteY64-14138" fmla="*/ 574867 h 4939827"/>
              <a:gd name="connsiteX65-14139" fmla="*/ 10944981 w 12192000"/>
              <a:gd name="connsiteY65-14140" fmla="*/ 615042 h 4939827"/>
              <a:gd name="connsiteX66-14141" fmla="*/ 11006376 w 12192000"/>
              <a:gd name="connsiteY66-14142" fmla="*/ 645957 h 4939827"/>
              <a:gd name="connsiteX67-14143" fmla="*/ 11076308 w 12192000"/>
              <a:gd name="connsiteY67-14144" fmla="*/ 675698 h 4939827"/>
              <a:gd name="connsiteX68-14145" fmla="*/ 11148789 w 12192000"/>
              <a:gd name="connsiteY68-14146" fmla="*/ 685041 h 4939827"/>
              <a:gd name="connsiteX69-14147" fmla="*/ 11249129 w 12192000"/>
              <a:gd name="connsiteY69-14148" fmla="*/ 684218 h 4939827"/>
              <a:gd name="connsiteX70-14149" fmla="*/ 11299915 w 12192000"/>
              <a:gd name="connsiteY70-14150" fmla="*/ 692177 h 4939827"/>
              <a:gd name="connsiteX71-14151" fmla="*/ 11386973 w 12192000"/>
              <a:gd name="connsiteY71-14152" fmla="*/ 708209 h 4939827"/>
              <a:gd name="connsiteX72-14153" fmla="*/ 11500105 w 12192000"/>
              <a:gd name="connsiteY72-14154" fmla="*/ 735014 h 4939827"/>
              <a:gd name="connsiteX73-14155" fmla="*/ 11621735 w 12192000"/>
              <a:gd name="connsiteY73-14156" fmla="*/ 789584 h 4939827"/>
              <a:gd name="connsiteX74-14157" fmla="*/ 11691200 w 12192000"/>
              <a:gd name="connsiteY74-14158" fmla="*/ 867902 h 4939827"/>
              <a:gd name="connsiteX75-14159" fmla="*/ 11819427 w 12192000"/>
              <a:gd name="connsiteY75-14160" fmla="*/ 911634 h 4939827"/>
              <a:gd name="connsiteX76-14161" fmla="*/ 11969720 w 12192000"/>
              <a:gd name="connsiteY76-14162" fmla="*/ 964737 h 4939827"/>
              <a:gd name="connsiteX77-14163" fmla="*/ 12055766 w 12192000"/>
              <a:gd name="connsiteY77-14164" fmla="*/ 991268 h 4939827"/>
              <a:gd name="connsiteX78-14165" fmla="*/ 12171539 w 12192000"/>
              <a:gd name="connsiteY78-14166" fmla="*/ 995427 h 4939827"/>
              <a:gd name="connsiteX79-14167" fmla="*/ 12187831 w 12192000"/>
              <a:gd name="connsiteY79-14168" fmla="*/ 996580 h 4939827"/>
              <a:gd name="connsiteX80-14169" fmla="*/ 12192000 w 12192000"/>
              <a:gd name="connsiteY80-14170" fmla="*/ 996726 h 4939827"/>
              <a:gd name="connsiteX81-14171" fmla="*/ 12192000 w 12192000"/>
              <a:gd name="connsiteY81-14172" fmla="*/ 4939827 h 4939827"/>
              <a:gd name="connsiteX82-14173" fmla="*/ 0 w 12192000"/>
              <a:gd name="connsiteY82-14174" fmla="*/ 4939827 h 4939827"/>
              <a:gd name="connsiteX83-14175" fmla="*/ 0 w 12192000"/>
              <a:gd name="connsiteY83-14176" fmla="*/ 512043 h 4939827"/>
              <a:gd name="connsiteX84-14177" fmla="*/ 7381 w 12192000"/>
              <a:gd name="connsiteY84-14178" fmla="*/ 512580 h 4939827"/>
              <a:gd name="connsiteX85-14179" fmla="*/ 100029 w 12192000"/>
              <a:gd name="connsiteY85-14180" fmla="*/ 504758 h 4939827"/>
              <a:gd name="connsiteX86-14181" fmla="*/ 155244 w 12192000"/>
              <a:gd name="connsiteY86-14182" fmla="*/ 525130 h 4939827"/>
              <a:gd name="connsiteX87-14183" fmla="*/ 254366 w 12192000"/>
              <a:gd name="connsiteY87-14184" fmla="*/ 534449 h 4939827"/>
              <a:gd name="connsiteX88-14185" fmla="*/ 447292 w 12192000"/>
              <a:gd name="connsiteY88-14186" fmla="*/ 542725 h 4939827"/>
              <a:gd name="connsiteX89-14187" fmla="*/ 628105 w 12192000"/>
              <a:gd name="connsiteY89-14188" fmla="*/ 547853 h 4939827"/>
              <a:gd name="connsiteX90-14189" fmla="*/ 783146 w 12192000"/>
              <a:gd name="connsiteY90-14190" fmla="*/ 591799 h 4939827"/>
              <a:gd name="connsiteX91-14191" fmla="*/ 1043676 w 12192000"/>
              <a:gd name="connsiteY91-14192" fmla="*/ 591887 h 4939827"/>
              <a:gd name="connsiteX92-14193" fmla="*/ 1281816 w 12192000"/>
              <a:gd name="connsiteY92-14194" fmla="*/ 520946 h 4939827"/>
              <a:gd name="connsiteX93-14195" fmla="*/ 1486347 w 12192000"/>
              <a:gd name="connsiteY93-14196" fmla="*/ 487310 h 4939827"/>
              <a:gd name="connsiteX94-14197" fmla="*/ 1568079 w 12192000"/>
              <a:gd name="connsiteY94-14198" fmla="*/ 462531 h 4939827"/>
              <a:gd name="connsiteX95-14199" fmla="*/ 1622516 w 12192000"/>
              <a:gd name="connsiteY95-14200" fmla="*/ 466058 h 4939827"/>
              <a:gd name="connsiteX96-14201" fmla="*/ 1655457 w 12192000"/>
              <a:gd name="connsiteY96-14202" fmla="*/ 465359 h 4939827"/>
              <a:gd name="connsiteX97-14203" fmla="*/ 1717454 w 12192000"/>
              <a:gd name="connsiteY97-14204" fmla="*/ 417203 h 4939827"/>
              <a:gd name="connsiteX98-14205" fmla="*/ 1913794 w 12192000"/>
              <a:gd name="connsiteY98-14206" fmla="*/ 365255 h 4939827"/>
              <a:gd name="connsiteX99-14207" fmla="*/ 2129762 w 12192000"/>
              <a:gd name="connsiteY99-14208" fmla="*/ 367832 h 4939827"/>
              <a:gd name="connsiteX100-14209" fmla="*/ 2376970 w 12192000"/>
              <a:gd name="connsiteY100-14210" fmla="*/ 350129 h 4939827"/>
              <a:gd name="connsiteX101-14211" fmla="*/ 2480155 w 12192000"/>
              <a:gd name="connsiteY101-14212" fmla="*/ 359227 h 4939827"/>
              <a:gd name="connsiteX102-14213" fmla="*/ 2586782 w 12192000"/>
              <a:gd name="connsiteY102-14214" fmla="*/ 339352 h 4939827"/>
              <a:gd name="connsiteX103-14215" fmla="*/ 2679617 w 12192000"/>
              <a:gd name="connsiteY103-14216" fmla="*/ 305383 h 4939827"/>
              <a:gd name="connsiteX104-14217" fmla="*/ 2788947 w 12192000"/>
              <a:gd name="connsiteY104-14218" fmla="*/ 250375 h 4939827"/>
              <a:gd name="connsiteX105-14219" fmla="*/ 2965530 w 12192000"/>
              <a:gd name="connsiteY105-14220" fmla="*/ 245958 h 4939827"/>
              <a:gd name="connsiteX106-14221" fmla="*/ 3103677 w 12192000"/>
              <a:gd name="connsiteY106-14222" fmla="*/ 209527 h 4939827"/>
              <a:gd name="connsiteX107-14223" fmla="*/ 3126759 w 12192000"/>
              <a:gd name="connsiteY107-14224" fmla="*/ 211226 h 4939827"/>
              <a:gd name="connsiteX108-14225" fmla="*/ 3164020 w 12192000"/>
              <a:gd name="connsiteY108-14226" fmla="*/ 212779 h 4939827"/>
              <a:gd name="connsiteX109-14227" fmla="*/ 3285019 w 12192000"/>
              <a:gd name="connsiteY109-14228" fmla="*/ 220535 h 4939827"/>
              <a:gd name="connsiteX110-14229" fmla="*/ 3365154 w 12192000"/>
              <a:gd name="connsiteY110-14230" fmla="*/ 226416 h 4939827"/>
              <a:gd name="connsiteX111-14231" fmla="*/ 3367507 w 12192000"/>
              <a:gd name="connsiteY111-14232" fmla="*/ 225416 h 4939827"/>
              <a:gd name="connsiteX112-14233" fmla="*/ 3387567 w 12192000"/>
              <a:gd name="connsiteY112-14234" fmla="*/ 227103 h 4939827"/>
              <a:gd name="connsiteX113-14235" fmla="*/ 3498001 w 12192000"/>
              <a:gd name="connsiteY113-14236" fmla="*/ 231941 h 4939827"/>
              <a:gd name="connsiteX114-14237" fmla="*/ 3561557 w 12192000"/>
              <a:gd name="connsiteY114-14238" fmla="*/ 228095 h 4939827"/>
              <a:gd name="connsiteX115-14239" fmla="*/ 3611920 w 12192000"/>
              <a:gd name="connsiteY115-14240" fmla="*/ 218094 h 4939827"/>
              <a:gd name="connsiteX116-14241" fmla="*/ 3620528 w 12192000"/>
              <a:gd name="connsiteY116-14242" fmla="*/ 218788 h 4939827"/>
              <a:gd name="connsiteX117-14243" fmla="*/ 3620766 w 12192000"/>
              <a:gd name="connsiteY117-14244" fmla="*/ 218511 h 4939827"/>
              <a:gd name="connsiteX118-14245" fmla="*/ 3629977 w 12192000"/>
              <a:gd name="connsiteY118-14246" fmla="*/ 218664 h 4939827"/>
              <a:gd name="connsiteX119-14247" fmla="*/ 3636217 w 12192000"/>
              <a:gd name="connsiteY119-14248" fmla="*/ 220048 h 4939827"/>
              <a:gd name="connsiteX120-14249" fmla="*/ 3709484 w 12192000"/>
              <a:gd name="connsiteY120-14250" fmla="*/ 186927 h 4939827"/>
              <a:gd name="connsiteX121-14251" fmla="*/ 3761342 w 12192000"/>
              <a:gd name="connsiteY121-14252" fmla="*/ 177474 h 4939827"/>
              <a:gd name="connsiteX122-14253" fmla="*/ 3799748 w 12192000"/>
              <a:gd name="connsiteY122-14254" fmla="*/ 167154 h 4939827"/>
              <a:gd name="connsiteX123-14255" fmla="*/ 3922756 w 12192000"/>
              <a:gd name="connsiteY123-14256" fmla="*/ 194044 h 4939827"/>
              <a:gd name="connsiteX124-14257" fmla="*/ 4028476 w 12192000"/>
              <a:gd name="connsiteY124-14258" fmla="*/ 223679 h 4939827"/>
              <a:gd name="connsiteX125-14259" fmla="*/ 4191582 w 12192000"/>
              <a:gd name="connsiteY125-14260" fmla="*/ 238952 h 4939827"/>
              <a:gd name="connsiteX126-14261" fmla="*/ 4251024 w 12192000"/>
              <a:gd name="connsiteY126-14262" fmla="*/ 240874 h 4939827"/>
              <a:gd name="connsiteX127-14263" fmla="*/ 4355275 w 12192000"/>
              <a:gd name="connsiteY127-14264" fmla="*/ 260205 h 4939827"/>
              <a:gd name="connsiteX128-14265" fmla="*/ 4423807 w 12192000"/>
              <a:gd name="connsiteY128-14266" fmla="*/ 270366 h 4939827"/>
              <a:gd name="connsiteX129-14267" fmla="*/ 4558432 w 12192000"/>
              <a:gd name="connsiteY129-14268" fmla="*/ 269194 h 4939827"/>
              <a:gd name="connsiteX130-14269" fmla="*/ 4635061 w 12192000"/>
              <a:gd name="connsiteY130-14270" fmla="*/ 280682 h 4939827"/>
              <a:gd name="connsiteX131-14271" fmla="*/ 4807427 w 12192000"/>
              <a:gd name="connsiteY131-14272" fmla="*/ 276835 h 4939827"/>
              <a:gd name="connsiteX132-14273" fmla="*/ 5028933 w 12192000"/>
              <a:gd name="connsiteY132-14274" fmla="*/ 183887 h 4939827"/>
              <a:gd name="connsiteX133-14275" fmla="*/ 5093642 w 12192000"/>
              <a:gd name="connsiteY133-14276" fmla="*/ 177214 h 4939827"/>
              <a:gd name="connsiteX134-14277" fmla="*/ 5102642 w 12192000"/>
              <a:gd name="connsiteY134-14278" fmla="*/ 186816 h 4939827"/>
              <a:gd name="connsiteX135-14279" fmla="*/ 5193590 w 12192000"/>
              <a:gd name="connsiteY135-14280" fmla="*/ 156458 h 4939827"/>
              <a:gd name="connsiteX136-14281" fmla="*/ 5323922 w 12192000"/>
              <a:gd name="connsiteY136-14282" fmla="*/ 146332 h 4939827"/>
              <a:gd name="connsiteX137-14283" fmla="*/ 5421860 w 12192000"/>
              <a:gd name="connsiteY137-14284" fmla="*/ 167298 h 4939827"/>
              <a:gd name="connsiteX138-14285" fmla="*/ 5476948 w 12192000"/>
              <a:gd name="connsiteY138-14286" fmla="*/ 173249 h 4939827"/>
              <a:gd name="connsiteX139-14287" fmla="*/ 5516842 w 12192000"/>
              <a:gd name="connsiteY139-14288" fmla="*/ 184018 h 4939827"/>
              <a:gd name="connsiteX140-14289" fmla="*/ 5619415 w 12192000"/>
              <a:gd name="connsiteY140-14290" fmla="*/ 176781 h 4939827"/>
              <a:gd name="connsiteX141-14291" fmla="*/ 5789867 w 12192000"/>
              <a:gd name="connsiteY141-14292" fmla="*/ 150304 h 4939827"/>
              <a:gd name="connsiteX142-14293" fmla="*/ 5825953 w 12192000"/>
              <a:gd name="connsiteY142-14294" fmla="*/ 147907 h 4939827"/>
              <a:gd name="connsiteX143-14295" fmla="*/ 5856168 w 12192000"/>
              <a:gd name="connsiteY143-14296" fmla="*/ 158719 h 4939827"/>
              <a:gd name="connsiteX144-14297" fmla="*/ 5862476 w 12192000"/>
              <a:gd name="connsiteY144-14298" fmla="*/ 172447 h 4939827"/>
              <a:gd name="connsiteX145-14299" fmla="*/ 5882195 w 12192000"/>
              <a:gd name="connsiteY145-14300" fmla="*/ 173195 h 4939827"/>
              <a:gd name="connsiteX146-14301" fmla="*/ 5952585 w 12192000"/>
              <a:gd name="connsiteY146-14302" fmla="*/ 161012 h 4939827"/>
              <a:gd name="connsiteX147-14303" fmla="*/ 6001964 w 12192000"/>
              <a:gd name="connsiteY147-14304" fmla="*/ 154786 h 4939827"/>
              <a:gd name="connsiteX148-14305" fmla="*/ 6184207 w 12192000"/>
              <a:gd name="connsiteY148-14306" fmla="*/ 132658 h 4939827"/>
              <a:gd name="connsiteX149-14307" fmla="*/ 6415830 w 12192000"/>
              <a:gd name="connsiteY149-14308" fmla="*/ 136006 h 4939827"/>
              <a:gd name="connsiteX150-14309" fmla="*/ 6756965 w 12192000"/>
              <a:gd name="connsiteY150-14310" fmla="*/ 57636 h 4939827"/>
              <a:gd name="connsiteX151-14311" fmla="*/ 6819400 w 12192000"/>
              <a:gd name="connsiteY151-14312" fmla="*/ 30742 h 4939827"/>
              <a:gd name="connsiteX152-14313" fmla="*/ 6986370 w 12192000"/>
              <a:gd name="connsiteY152-14314" fmla="*/ 12659 h 4939827"/>
              <a:gd name="connsiteX153-14315" fmla="*/ 6989536 w 12192000"/>
              <a:gd name="connsiteY153-14316" fmla="*/ 14528 h 4939827"/>
              <a:gd name="connsiteX154-14317" fmla="*/ 7015933 w 12192000"/>
              <a:gd name="connsiteY154-14318" fmla="*/ 9653 h 4939827"/>
              <a:gd name="connsiteX155-14319" fmla="*/ 7020592 w 12192000"/>
              <a:gd name="connsiteY155-14320" fmla="*/ 1651 h 4939827"/>
              <a:gd name="connsiteX156-14321" fmla="*/ 7025905 w 12192000"/>
              <a:gd name="connsiteY156-14322" fmla="*/ 0 h 493982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 ang="0">
                <a:pos x="connsiteX58-117" y="connsiteY58-118"/>
              </a:cxn>
              <a:cxn ang="0">
                <a:pos x="connsiteX59-119" y="connsiteY59-120"/>
              </a:cxn>
              <a:cxn ang="0">
                <a:pos x="connsiteX60-121" y="connsiteY60-122"/>
              </a:cxn>
              <a:cxn ang="0">
                <a:pos x="connsiteX61-123" y="connsiteY61-124"/>
              </a:cxn>
              <a:cxn ang="0">
                <a:pos x="connsiteX62-125" y="connsiteY62-126"/>
              </a:cxn>
              <a:cxn ang="0">
                <a:pos x="connsiteX63-127" y="connsiteY63-128"/>
              </a:cxn>
              <a:cxn ang="0">
                <a:pos x="connsiteX64-129" y="connsiteY64-130"/>
              </a:cxn>
              <a:cxn ang="0">
                <a:pos x="connsiteX65-131" y="connsiteY65-132"/>
              </a:cxn>
              <a:cxn ang="0">
                <a:pos x="connsiteX66-133" y="connsiteY66-134"/>
              </a:cxn>
              <a:cxn ang="0">
                <a:pos x="connsiteX67-135" y="connsiteY67-136"/>
              </a:cxn>
              <a:cxn ang="0">
                <a:pos x="connsiteX68-137" y="connsiteY68-138"/>
              </a:cxn>
              <a:cxn ang="0">
                <a:pos x="connsiteX69-139" y="connsiteY69-140"/>
              </a:cxn>
              <a:cxn ang="0">
                <a:pos x="connsiteX70-141" y="connsiteY70-142"/>
              </a:cxn>
              <a:cxn ang="0">
                <a:pos x="connsiteX71-143" y="connsiteY71-144"/>
              </a:cxn>
              <a:cxn ang="0">
                <a:pos x="connsiteX72-145" y="connsiteY72-146"/>
              </a:cxn>
              <a:cxn ang="0">
                <a:pos x="connsiteX73-147" y="connsiteY73-148"/>
              </a:cxn>
              <a:cxn ang="0">
                <a:pos x="connsiteX74-149" y="connsiteY74-150"/>
              </a:cxn>
              <a:cxn ang="0">
                <a:pos x="connsiteX75-151" y="connsiteY75-152"/>
              </a:cxn>
              <a:cxn ang="0">
                <a:pos x="connsiteX76-153" y="connsiteY76-154"/>
              </a:cxn>
              <a:cxn ang="0">
                <a:pos x="connsiteX77-155" y="connsiteY77-156"/>
              </a:cxn>
              <a:cxn ang="0">
                <a:pos x="connsiteX78-157" y="connsiteY78-158"/>
              </a:cxn>
              <a:cxn ang="0">
                <a:pos x="connsiteX79-159" y="connsiteY79-160"/>
              </a:cxn>
              <a:cxn ang="0">
                <a:pos x="connsiteX80-161" y="connsiteY80-162"/>
              </a:cxn>
              <a:cxn ang="0">
                <a:pos x="connsiteX81-163" y="connsiteY81-164"/>
              </a:cxn>
              <a:cxn ang="0">
                <a:pos x="connsiteX82-165" y="connsiteY82-166"/>
              </a:cxn>
              <a:cxn ang="0">
                <a:pos x="connsiteX83-167" y="connsiteY83-168"/>
              </a:cxn>
              <a:cxn ang="0">
                <a:pos x="connsiteX84-169" y="connsiteY84-170"/>
              </a:cxn>
              <a:cxn ang="0">
                <a:pos x="connsiteX85-171" y="connsiteY85-172"/>
              </a:cxn>
              <a:cxn ang="0">
                <a:pos x="connsiteX86-173" y="connsiteY86-174"/>
              </a:cxn>
              <a:cxn ang="0">
                <a:pos x="connsiteX87-175" y="connsiteY87-176"/>
              </a:cxn>
              <a:cxn ang="0">
                <a:pos x="connsiteX88-177" y="connsiteY88-178"/>
              </a:cxn>
              <a:cxn ang="0">
                <a:pos x="connsiteX89-179" y="connsiteY89-180"/>
              </a:cxn>
              <a:cxn ang="0">
                <a:pos x="connsiteX90-181" y="connsiteY90-182"/>
              </a:cxn>
              <a:cxn ang="0">
                <a:pos x="connsiteX91-183" y="connsiteY91-184"/>
              </a:cxn>
              <a:cxn ang="0">
                <a:pos x="connsiteX92-185" y="connsiteY92-186"/>
              </a:cxn>
              <a:cxn ang="0">
                <a:pos x="connsiteX93-187" y="connsiteY93-188"/>
              </a:cxn>
              <a:cxn ang="0">
                <a:pos x="connsiteX94-189" y="connsiteY94-190"/>
              </a:cxn>
              <a:cxn ang="0">
                <a:pos x="connsiteX95-191" y="connsiteY95-192"/>
              </a:cxn>
              <a:cxn ang="0">
                <a:pos x="connsiteX96-193" y="connsiteY96-194"/>
              </a:cxn>
              <a:cxn ang="0">
                <a:pos x="connsiteX97-195" y="connsiteY97-196"/>
              </a:cxn>
              <a:cxn ang="0">
                <a:pos x="connsiteX98-197" y="connsiteY98-198"/>
              </a:cxn>
              <a:cxn ang="0">
                <a:pos x="connsiteX99-199" y="connsiteY99-200"/>
              </a:cxn>
              <a:cxn ang="0">
                <a:pos x="connsiteX100-201" y="connsiteY100-202"/>
              </a:cxn>
              <a:cxn ang="0">
                <a:pos x="connsiteX101-203" y="connsiteY101-204"/>
              </a:cxn>
              <a:cxn ang="0">
                <a:pos x="connsiteX102-205" y="connsiteY102-206"/>
              </a:cxn>
              <a:cxn ang="0">
                <a:pos x="connsiteX103-207" y="connsiteY103-208"/>
              </a:cxn>
              <a:cxn ang="0">
                <a:pos x="connsiteX104-209" y="connsiteY104-210"/>
              </a:cxn>
              <a:cxn ang="0">
                <a:pos x="connsiteX105-211" y="connsiteY105-212"/>
              </a:cxn>
              <a:cxn ang="0">
                <a:pos x="connsiteX106-213" y="connsiteY106-214"/>
              </a:cxn>
              <a:cxn ang="0">
                <a:pos x="connsiteX107-215" y="connsiteY107-216"/>
              </a:cxn>
              <a:cxn ang="0">
                <a:pos x="connsiteX108-217" y="connsiteY108-218"/>
              </a:cxn>
              <a:cxn ang="0">
                <a:pos x="connsiteX109-219" y="connsiteY109-220"/>
              </a:cxn>
              <a:cxn ang="0">
                <a:pos x="connsiteX110-221" y="connsiteY110-222"/>
              </a:cxn>
              <a:cxn ang="0">
                <a:pos x="connsiteX111-223" y="connsiteY111-224"/>
              </a:cxn>
              <a:cxn ang="0">
                <a:pos x="connsiteX112-225" y="connsiteY112-226"/>
              </a:cxn>
              <a:cxn ang="0">
                <a:pos x="connsiteX113-227" y="connsiteY113-228"/>
              </a:cxn>
              <a:cxn ang="0">
                <a:pos x="connsiteX114-229" y="connsiteY114-230"/>
              </a:cxn>
              <a:cxn ang="0">
                <a:pos x="connsiteX115-231" y="connsiteY115-232"/>
              </a:cxn>
              <a:cxn ang="0">
                <a:pos x="connsiteX116-233" y="connsiteY116-234"/>
              </a:cxn>
              <a:cxn ang="0">
                <a:pos x="connsiteX117-235" y="connsiteY117-236"/>
              </a:cxn>
              <a:cxn ang="0">
                <a:pos x="connsiteX118-237" y="connsiteY118-238"/>
              </a:cxn>
              <a:cxn ang="0">
                <a:pos x="connsiteX119-239" y="connsiteY119-240"/>
              </a:cxn>
              <a:cxn ang="0">
                <a:pos x="connsiteX120-241" y="connsiteY120-242"/>
              </a:cxn>
              <a:cxn ang="0">
                <a:pos x="connsiteX121-243" y="connsiteY121-244"/>
              </a:cxn>
              <a:cxn ang="0">
                <a:pos x="connsiteX122-245" y="connsiteY122-246"/>
              </a:cxn>
              <a:cxn ang="0">
                <a:pos x="connsiteX123-247" y="connsiteY123-248"/>
              </a:cxn>
              <a:cxn ang="0">
                <a:pos x="connsiteX124-249" y="connsiteY124-250"/>
              </a:cxn>
              <a:cxn ang="0">
                <a:pos x="connsiteX125-251" y="connsiteY125-252"/>
              </a:cxn>
              <a:cxn ang="0">
                <a:pos x="connsiteX126-253" y="connsiteY126-254"/>
              </a:cxn>
              <a:cxn ang="0">
                <a:pos x="connsiteX127-255" y="connsiteY127-256"/>
              </a:cxn>
              <a:cxn ang="0">
                <a:pos x="connsiteX128-257" y="connsiteY128-258"/>
              </a:cxn>
              <a:cxn ang="0">
                <a:pos x="connsiteX129-259" y="connsiteY129-260"/>
              </a:cxn>
              <a:cxn ang="0">
                <a:pos x="connsiteX130-261" y="connsiteY130-262"/>
              </a:cxn>
              <a:cxn ang="0">
                <a:pos x="connsiteX131-263" y="connsiteY131-264"/>
              </a:cxn>
              <a:cxn ang="0">
                <a:pos x="connsiteX132-265" y="connsiteY132-266"/>
              </a:cxn>
              <a:cxn ang="0">
                <a:pos x="connsiteX133-267" y="connsiteY133-268"/>
              </a:cxn>
              <a:cxn ang="0">
                <a:pos x="connsiteX134-269" y="connsiteY134-270"/>
              </a:cxn>
              <a:cxn ang="0">
                <a:pos x="connsiteX135-271" y="connsiteY135-272"/>
              </a:cxn>
              <a:cxn ang="0">
                <a:pos x="connsiteX136-273" y="connsiteY136-274"/>
              </a:cxn>
              <a:cxn ang="0">
                <a:pos x="connsiteX137-275" y="connsiteY137-276"/>
              </a:cxn>
              <a:cxn ang="0">
                <a:pos x="connsiteX138-277" y="connsiteY138-278"/>
              </a:cxn>
              <a:cxn ang="0">
                <a:pos x="connsiteX139-279" y="connsiteY139-280"/>
              </a:cxn>
              <a:cxn ang="0">
                <a:pos x="connsiteX140-281" y="connsiteY140-282"/>
              </a:cxn>
              <a:cxn ang="0">
                <a:pos x="connsiteX141-283" y="connsiteY141-284"/>
              </a:cxn>
              <a:cxn ang="0">
                <a:pos x="connsiteX142-285" y="connsiteY142-286"/>
              </a:cxn>
              <a:cxn ang="0">
                <a:pos x="connsiteX143-287" y="connsiteY143-288"/>
              </a:cxn>
              <a:cxn ang="0">
                <a:pos x="connsiteX144-289" y="connsiteY144-290"/>
              </a:cxn>
              <a:cxn ang="0">
                <a:pos x="connsiteX145-291" y="connsiteY145-292"/>
              </a:cxn>
              <a:cxn ang="0">
                <a:pos x="connsiteX146-293" y="connsiteY146-294"/>
              </a:cxn>
              <a:cxn ang="0">
                <a:pos x="connsiteX147-295" y="connsiteY147-296"/>
              </a:cxn>
              <a:cxn ang="0">
                <a:pos x="connsiteX148-297" y="connsiteY148-298"/>
              </a:cxn>
              <a:cxn ang="0">
                <a:pos x="connsiteX149-299" y="connsiteY149-300"/>
              </a:cxn>
              <a:cxn ang="0">
                <a:pos x="connsiteX150-301" y="connsiteY150-302"/>
              </a:cxn>
              <a:cxn ang="0">
                <a:pos x="connsiteX151-303" y="connsiteY151-304"/>
              </a:cxn>
              <a:cxn ang="0">
                <a:pos x="connsiteX152-305" y="connsiteY152-306"/>
              </a:cxn>
              <a:cxn ang="0">
                <a:pos x="connsiteX153-307" y="connsiteY153-308"/>
              </a:cxn>
              <a:cxn ang="0">
                <a:pos x="connsiteX154-309" y="connsiteY154-310"/>
              </a:cxn>
              <a:cxn ang="0">
                <a:pos x="connsiteX155-311" y="connsiteY155-312"/>
              </a:cxn>
              <a:cxn ang="0">
                <a:pos x="connsiteX156-313" y="connsiteY156-314"/>
              </a:cxn>
            </a:cxnLst>
            <a:rect l="l" t="t" r="r" b="b"/>
            <a:pathLst>
              <a:path w="12192000" h="4939827">
                <a:moveTo>
                  <a:pt x="7025905" y="0"/>
                </a:moveTo>
                <a:lnTo>
                  <a:pt x="7032579" y="2808"/>
                </a:lnTo>
                <a:cubicBezTo>
                  <a:pt x="7044119" y="6590"/>
                  <a:pt x="7059062" y="10207"/>
                  <a:pt x="7079505" y="12971"/>
                </a:cubicBezTo>
                <a:cubicBezTo>
                  <a:pt x="7111522" y="10537"/>
                  <a:pt x="7122591" y="11519"/>
                  <a:pt x="7158791" y="12462"/>
                </a:cubicBezTo>
                <a:lnTo>
                  <a:pt x="7233338" y="24846"/>
                </a:lnTo>
                <a:cubicBezTo>
                  <a:pt x="7247177" y="23787"/>
                  <a:pt x="7254856" y="25962"/>
                  <a:pt x="7259791" y="29557"/>
                </a:cubicBezTo>
                <a:lnTo>
                  <a:pt x="7263923" y="35029"/>
                </a:lnTo>
                <a:lnTo>
                  <a:pt x="7281549" y="39654"/>
                </a:lnTo>
                <a:lnTo>
                  <a:pt x="7374735" y="65326"/>
                </a:lnTo>
                <a:lnTo>
                  <a:pt x="7376078" y="63849"/>
                </a:lnTo>
                <a:lnTo>
                  <a:pt x="7402026" y="60308"/>
                </a:lnTo>
                <a:lnTo>
                  <a:pt x="7415091" y="77403"/>
                </a:lnTo>
                <a:cubicBezTo>
                  <a:pt x="7421672" y="79965"/>
                  <a:pt x="7475806" y="92960"/>
                  <a:pt x="7488682" y="83440"/>
                </a:cubicBezTo>
                <a:cubicBezTo>
                  <a:pt x="7541625" y="94782"/>
                  <a:pt x="7683214" y="133614"/>
                  <a:pt x="7732750" y="145456"/>
                </a:cubicBezTo>
                <a:cubicBezTo>
                  <a:pt x="7748318" y="162765"/>
                  <a:pt x="7764581" y="171696"/>
                  <a:pt x="7785900" y="154493"/>
                </a:cubicBezTo>
                <a:cubicBezTo>
                  <a:pt x="7822539" y="158614"/>
                  <a:pt x="7915312" y="166523"/>
                  <a:pt x="7952584" y="170181"/>
                </a:cubicBezTo>
                <a:cubicBezTo>
                  <a:pt x="7998047" y="181004"/>
                  <a:pt x="8029749" y="207794"/>
                  <a:pt x="8058681" y="219431"/>
                </a:cubicBezTo>
                <a:cubicBezTo>
                  <a:pt x="8095466" y="185885"/>
                  <a:pt x="8090835" y="241759"/>
                  <a:pt x="8126175" y="240005"/>
                </a:cubicBezTo>
                <a:cubicBezTo>
                  <a:pt x="8163290" y="246246"/>
                  <a:pt x="8238799" y="256773"/>
                  <a:pt x="8281371" y="256875"/>
                </a:cubicBezTo>
                <a:cubicBezTo>
                  <a:pt x="8313651" y="251026"/>
                  <a:pt x="8346882" y="248570"/>
                  <a:pt x="8381609" y="240618"/>
                </a:cubicBezTo>
                <a:lnTo>
                  <a:pt x="8406759" y="232517"/>
                </a:lnTo>
                <a:lnTo>
                  <a:pt x="8426506" y="241842"/>
                </a:lnTo>
                <a:lnTo>
                  <a:pt x="8427949" y="240981"/>
                </a:lnTo>
                <a:cubicBezTo>
                  <a:pt x="8431925" y="239458"/>
                  <a:pt x="8436260" y="239096"/>
                  <a:pt x="8441468" y="241157"/>
                </a:cubicBezTo>
                <a:lnTo>
                  <a:pt x="8565757" y="255317"/>
                </a:lnTo>
                <a:lnTo>
                  <a:pt x="8573171" y="258426"/>
                </a:lnTo>
                <a:lnTo>
                  <a:pt x="8573548" y="258241"/>
                </a:lnTo>
                <a:cubicBezTo>
                  <a:pt x="8575650" y="258391"/>
                  <a:pt x="8618469" y="259217"/>
                  <a:pt x="8622021" y="261028"/>
                </a:cubicBezTo>
                <a:lnTo>
                  <a:pt x="8672650" y="254821"/>
                </a:lnTo>
                <a:cubicBezTo>
                  <a:pt x="8716151" y="260353"/>
                  <a:pt x="8748971" y="243487"/>
                  <a:pt x="8785543" y="263406"/>
                </a:cubicBezTo>
                <a:cubicBezTo>
                  <a:pt x="8826293" y="268498"/>
                  <a:pt x="8797654" y="254573"/>
                  <a:pt x="8830588" y="265483"/>
                </a:cubicBezTo>
                <a:cubicBezTo>
                  <a:pt x="8849202" y="267272"/>
                  <a:pt x="8877544" y="266277"/>
                  <a:pt x="8905142" y="264958"/>
                </a:cubicBezTo>
                <a:lnTo>
                  <a:pt x="8968582" y="262728"/>
                </a:lnTo>
                <a:lnTo>
                  <a:pt x="8972994" y="263284"/>
                </a:lnTo>
                <a:lnTo>
                  <a:pt x="9004605" y="258041"/>
                </a:lnTo>
                <a:lnTo>
                  <a:pt x="9016165" y="261258"/>
                </a:lnTo>
                <a:cubicBezTo>
                  <a:pt x="9028775" y="267579"/>
                  <a:pt x="9039083" y="277488"/>
                  <a:pt x="9043297" y="281547"/>
                </a:cubicBezTo>
                <a:lnTo>
                  <a:pt x="9048315" y="279264"/>
                </a:lnTo>
                <a:lnTo>
                  <a:pt x="9054706" y="278538"/>
                </a:lnTo>
                <a:lnTo>
                  <a:pt x="9070919" y="281810"/>
                </a:lnTo>
                <a:lnTo>
                  <a:pt x="9076813" y="283909"/>
                </a:lnTo>
                <a:cubicBezTo>
                  <a:pt x="9080948" y="285030"/>
                  <a:pt x="9083794" y="285362"/>
                  <a:pt x="9085871" y="285133"/>
                </a:cubicBezTo>
                <a:lnTo>
                  <a:pt x="9086159" y="284887"/>
                </a:lnTo>
                <a:lnTo>
                  <a:pt x="9134606" y="288168"/>
                </a:lnTo>
                <a:cubicBezTo>
                  <a:pt x="9149441" y="274272"/>
                  <a:pt x="9194106" y="309414"/>
                  <a:pt x="9195590" y="279568"/>
                </a:cubicBezTo>
                <a:cubicBezTo>
                  <a:pt x="9212898" y="284479"/>
                  <a:pt x="9220866" y="298055"/>
                  <a:pt x="9219336" y="278133"/>
                </a:cubicBezTo>
                <a:cubicBezTo>
                  <a:pt x="9225159" y="279201"/>
                  <a:pt x="9229164" y="278078"/>
                  <a:pt x="9232362" y="275894"/>
                </a:cubicBezTo>
                <a:lnTo>
                  <a:pt x="9283638" y="299924"/>
                </a:lnTo>
                <a:lnTo>
                  <a:pt x="9371484" y="329634"/>
                </a:lnTo>
                <a:lnTo>
                  <a:pt x="9404829" y="339038"/>
                </a:lnTo>
                <a:lnTo>
                  <a:pt x="9427021" y="358784"/>
                </a:lnTo>
                <a:cubicBezTo>
                  <a:pt x="9500124" y="364086"/>
                  <a:pt x="9604652" y="390635"/>
                  <a:pt x="9670844" y="405128"/>
                </a:cubicBezTo>
                <a:cubicBezTo>
                  <a:pt x="9688531" y="417998"/>
                  <a:pt x="9762277" y="426463"/>
                  <a:pt x="9816083" y="416573"/>
                </a:cubicBezTo>
                <a:lnTo>
                  <a:pt x="9936741" y="437044"/>
                </a:lnTo>
                <a:cubicBezTo>
                  <a:pt x="9978091" y="447025"/>
                  <a:pt x="10008641" y="443705"/>
                  <a:pt x="10050093" y="443783"/>
                </a:cubicBezTo>
                <a:cubicBezTo>
                  <a:pt x="10074709" y="448779"/>
                  <a:pt x="10088915" y="449258"/>
                  <a:pt x="10130090" y="459520"/>
                </a:cubicBezTo>
                <a:cubicBezTo>
                  <a:pt x="10137791" y="458564"/>
                  <a:pt x="10165777" y="459877"/>
                  <a:pt x="10173456" y="457749"/>
                </a:cubicBezTo>
                <a:lnTo>
                  <a:pt x="10218232" y="459820"/>
                </a:lnTo>
                <a:lnTo>
                  <a:pt x="10354176" y="471377"/>
                </a:lnTo>
                <a:cubicBezTo>
                  <a:pt x="10367946" y="478917"/>
                  <a:pt x="10417270" y="488110"/>
                  <a:pt x="10430681" y="481226"/>
                </a:cubicBezTo>
                <a:cubicBezTo>
                  <a:pt x="10441804" y="481366"/>
                  <a:pt x="10469025" y="490181"/>
                  <a:pt x="10478169" y="481774"/>
                </a:cubicBezTo>
                <a:cubicBezTo>
                  <a:pt x="10503830" y="488972"/>
                  <a:pt x="10531359" y="489751"/>
                  <a:pt x="10540907" y="485607"/>
                </a:cubicBezTo>
                <a:cubicBezTo>
                  <a:pt x="10569054" y="475472"/>
                  <a:pt x="10590882" y="489185"/>
                  <a:pt x="10614941" y="487592"/>
                </a:cubicBezTo>
                <a:cubicBezTo>
                  <a:pt x="10654657" y="492458"/>
                  <a:pt x="10645652" y="516778"/>
                  <a:pt x="10674098" y="521656"/>
                </a:cubicBezTo>
                <a:cubicBezTo>
                  <a:pt x="10737163" y="537583"/>
                  <a:pt x="10829686" y="559302"/>
                  <a:pt x="10874834" y="574867"/>
                </a:cubicBezTo>
                <a:cubicBezTo>
                  <a:pt x="10919981" y="590432"/>
                  <a:pt x="10878682" y="577481"/>
                  <a:pt x="10944981" y="615042"/>
                </a:cubicBezTo>
                <a:cubicBezTo>
                  <a:pt x="10976235" y="616974"/>
                  <a:pt x="10982969" y="648568"/>
                  <a:pt x="11006376" y="645957"/>
                </a:cubicBezTo>
                <a:cubicBezTo>
                  <a:pt x="11005343" y="630631"/>
                  <a:pt x="11047577" y="676048"/>
                  <a:pt x="11076308" y="675698"/>
                </a:cubicBezTo>
                <a:cubicBezTo>
                  <a:pt x="11093142" y="677175"/>
                  <a:pt x="11131116" y="681348"/>
                  <a:pt x="11148789" y="685041"/>
                </a:cubicBezTo>
                <a:cubicBezTo>
                  <a:pt x="11177310" y="688243"/>
                  <a:pt x="11217768" y="714725"/>
                  <a:pt x="11249129" y="684218"/>
                </a:cubicBezTo>
                <a:cubicBezTo>
                  <a:pt x="11276269" y="697037"/>
                  <a:pt x="11257432" y="693670"/>
                  <a:pt x="11299915" y="692177"/>
                </a:cubicBezTo>
                <a:cubicBezTo>
                  <a:pt x="11314401" y="703224"/>
                  <a:pt x="11371412" y="714421"/>
                  <a:pt x="11386973" y="708209"/>
                </a:cubicBezTo>
                <a:cubicBezTo>
                  <a:pt x="11425657" y="716286"/>
                  <a:pt x="11454555" y="715485"/>
                  <a:pt x="11500105" y="735014"/>
                </a:cubicBezTo>
                <a:cubicBezTo>
                  <a:pt x="11545172" y="751781"/>
                  <a:pt x="11573053" y="787789"/>
                  <a:pt x="11621735" y="789584"/>
                </a:cubicBezTo>
                <a:lnTo>
                  <a:pt x="11691200" y="867902"/>
                </a:lnTo>
                <a:cubicBezTo>
                  <a:pt x="11734106" y="911360"/>
                  <a:pt x="11773008" y="895495"/>
                  <a:pt x="11819427" y="911634"/>
                </a:cubicBezTo>
                <a:lnTo>
                  <a:pt x="11969720" y="964737"/>
                </a:lnTo>
                <a:cubicBezTo>
                  <a:pt x="12009110" y="978008"/>
                  <a:pt x="12010206" y="989588"/>
                  <a:pt x="12055766" y="991268"/>
                </a:cubicBezTo>
                <a:cubicBezTo>
                  <a:pt x="12105723" y="1003445"/>
                  <a:pt x="12068493" y="1020292"/>
                  <a:pt x="12171539" y="995427"/>
                </a:cubicBezTo>
                <a:cubicBezTo>
                  <a:pt x="12174929" y="995822"/>
                  <a:pt x="12180763" y="996228"/>
                  <a:pt x="12187831" y="996580"/>
                </a:cubicBezTo>
                <a:lnTo>
                  <a:pt x="12192000" y="996726"/>
                </a:lnTo>
                <a:lnTo>
                  <a:pt x="12192000" y="4939827"/>
                </a:lnTo>
                <a:lnTo>
                  <a:pt x="0" y="4939827"/>
                </a:lnTo>
                <a:lnTo>
                  <a:pt x="0" y="512043"/>
                </a:lnTo>
                <a:lnTo>
                  <a:pt x="7381" y="512580"/>
                </a:lnTo>
                <a:cubicBezTo>
                  <a:pt x="39359" y="514524"/>
                  <a:pt x="72732" y="514144"/>
                  <a:pt x="100029" y="504758"/>
                </a:cubicBezTo>
                <a:cubicBezTo>
                  <a:pt x="115935" y="525779"/>
                  <a:pt x="143126" y="489229"/>
                  <a:pt x="155244" y="525130"/>
                </a:cubicBezTo>
                <a:cubicBezTo>
                  <a:pt x="173881" y="522487"/>
                  <a:pt x="242791" y="514086"/>
                  <a:pt x="254366" y="534449"/>
                </a:cubicBezTo>
                <a:cubicBezTo>
                  <a:pt x="303041" y="537382"/>
                  <a:pt x="380161" y="541650"/>
                  <a:pt x="447292" y="542725"/>
                </a:cubicBezTo>
                <a:cubicBezTo>
                  <a:pt x="530282" y="553078"/>
                  <a:pt x="572130" y="539673"/>
                  <a:pt x="628105" y="547853"/>
                </a:cubicBezTo>
                <a:cubicBezTo>
                  <a:pt x="661608" y="509671"/>
                  <a:pt x="746152" y="605137"/>
                  <a:pt x="783146" y="591799"/>
                </a:cubicBezTo>
                <a:cubicBezTo>
                  <a:pt x="862499" y="590113"/>
                  <a:pt x="949481" y="579142"/>
                  <a:pt x="1043676" y="591887"/>
                </a:cubicBezTo>
                <a:cubicBezTo>
                  <a:pt x="1120353" y="576991"/>
                  <a:pt x="1172004" y="553592"/>
                  <a:pt x="1281816" y="520946"/>
                </a:cubicBezTo>
                <a:cubicBezTo>
                  <a:pt x="1339915" y="511282"/>
                  <a:pt x="1459480" y="554579"/>
                  <a:pt x="1486347" y="487310"/>
                </a:cubicBezTo>
                <a:cubicBezTo>
                  <a:pt x="1507765" y="532008"/>
                  <a:pt x="1539168" y="465954"/>
                  <a:pt x="1568079" y="462531"/>
                </a:cubicBezTo>
                <a:cubicBezTo>
                  <a:pt x="1587821" y="491525"/>
                  <a:pt x="1601468" y="469316"/>
                  <a:pt x="1622516" y="466058"/>
                </a:cubicBezTo>
                <a:cubicBezTo>
                  <a:pt x="1630056" y="483510"/>
                  <a:pt x="1647504" y="484261"/>
                  <a:pt x="1655457" y="465359"/>
                </a:cubicBezTo>
                <a:cubicBezTo>
                  <a:pt x="1651800" y="419723"/>
                  <a:pt x="1709718" y="447719"/>
                  <a:pt x="1717454" y="417203"/>
                </a:cubicBezTo>
                <a:cubicBezTo>
                  <a:pt x="1753115" y="414011"/>
                  <a:pt x="1882851" y="412376"/>
                  <a:pt x="1913794" y="365255"/>
                </a:cubicBezTo>
                <a:cubicBezTo>
                  <a:pt x="2001060" y="361067"/>
                  <a:pt x="2099559" y="366414"/>
                  <a:pt x="2129762" y="367832"/>
                </a:cubicBezTo>
                <a:cubicBezTo>
                  <a:pt x="2215380" y="355065"/>
                  <a:pt x="2248807" y="343296"/>
                  <a:pt x="2376970" y="350129"/>
                </a:cubicBezTo>
                <a:cubicBezTo>
                  <a:pt x="2393251" y="360463"/>
                  <a:pt x="2473371" y="379419"/>
                  <a:pt x="2480155" y="359227"/>
                </a:cubicBezTo>
                <a:cubicBezTo>
                  <a:pt x="2520060" y="359505"/>
                  <a:pt x="2561270" y="311415"/>
                  <a:pt x="2586782" y="339352"/>
                </a:cubicBezTo>
                <a:cubicBezTo>
                  <a:pt x="2585230" y="294982"/>
                  <a:pt x="2653633" y="316689"/>
                  <a:pt x="2679617" y="305383"/>
                </a:cubicBezTo>
                <a:cubicBezTo>
                  <a:pt x="2721434" y="266011"/>
                  <a:pt x="2746765" y="276002"/>
                  <a:pt x="2788947" y="250375"/>
                </a:cubicBezTo>
                <a:cubicBezTo>
                  <a:pt x="2851672" y="235447"/>
                  <a:pt x="2913075" y="252766"/>
                  <a:pt x="2965530" y="245958"/>
                </a:cubicBezTo>
                <a:cubicBezTo>
                  <a:pt x="3001911" y="238336"/>
                  <a:pt x="3090203" y="217828"/>
                  <a:pt x="3103677" y="209527"/>
                </a:cubicBezTo>
                <a:lnTo>
                  <a:pt x="3126759" y="211226"/>
                </a:lnTo>
                <a:cubicBezTo>
                  <a:pt x="3136908" y="211889"/>
                  <a:pt x="3148903" y="212490"/>
                  <a:pt x="3164020" y="212779"/>
                </a:cubicBezTo>
                <a:cubicBezTo>
                  <a:pt x="3225474" y="210084"/>
                  <a:pt x="3231859" y="218227"/>
                  <a:pt x="3285019" y="220535"/>
                </a:cubicBezTo>
                <a:cubicBezTo>
                  <a:pt x="3318541" y="222809"/>
                  <a:pt x="3359787" y="223898"/>
                  <a:pt x="3365154" y="226416"/>
                </a:cubicBezTo>
                <a:lnTo>
                  <a:pt x="3367507" y="225416"/>
                </a:lnTo>
                <a:cubicBezTo>
                  <a:pt x="3377583" y="223667"/>
                  <a:pt x="3383502" y="224760"/>
                  <a:pt x="3387567" y="227103"/>
                </a:cubicBezTo>
                <a:lnTo>
                  <a:pt x="3498001" y="231941"/>
                </a:lnTo>
                <a:cubicBezTo>
                  <a:pt x="3513569" y="226158"/>
                  <a:pt x="3539132" y="232525"/>
                  <a:pt x="3561557" y="228095"/>
                </a:cubicBezTo>
                <a:cubicBezTo>
                  <a:pt x="3574944" y="230843"/>
                  <a:pt x="3597426" y="216287"/>
                  <a:pt x="3611920" y="218094"/>
                </a:cubicBezTo>
                <a:lnTo>
                  <a:pt x="3620528" y="218788"/>
                </a:lnTo>
                <a:lnTo>
                  <a:pt x="3620766" y="218511"/>
                </a:lnTo>
                <a:cubicBezTo>
                  <a:pt x="3622780" y="218042"/>
                  <a:pt x="3625663" y="218038"/>
                  <a:pt x="3629977" y="218664"/>
                </a:cubicBezTo>
                <a:lnTo>
                  <a:pt x="3636217" y="220048"/>
                </a:lnTo>
                <a:lnTo>
                  <a:pt x="3709484" y="186927"/>
                </a:lnTo>
                <a:cubicBezTo>
                  <a:pt x="3731015" y="183190"/>
                  <a:pt x="3745790" y="180810"/>
                  <a:pt x="3761342" y="177474"/>
                </a:cubicBezTo>
                <a:lnTo>
                  <a:pt x="3799748" y="167154"/>
                </a:lnTo>
                <a:lnTo>
                  <a:pt x="3922756" y="194044"/>
                </a:lnTo>
                <a:cubicBezTo>
                  <a:pt x="3960877" y="203465"/>
                  <a:pt x="3965250" y="215357"/>
                  <a:pt x="4028476" y="223679"/>
                </a:cubicBezTo>
                <a:cubicBezTo>
                  <a:pt x="4088751" y="228019"/>
                  <a:pt x="4139112" y="248870"/>
                  <a:pt x="4191582" y="238952"/>
                </a:cubicBezTo>
                <a:cubicBezTo>
                  <a:pt x="4210842" y="254091"/>
                  <a:pt x="4229809" y="260810"/>
                  <a:pt x="4251024" y="240874"/>
                </a:cubicBezTo>
                <a:cubicBezTo>
                  <a:pt x="4306627" y="250935"/>
                  <a:pt x="4317066" y="281625"/>
                  <a:pt x="4355275" y="260205"/>
                </a:cubicBezTo>
                <a:cubicBezTo>
                  <a:pt x="4390577" y="327090"/>
                  <a:pt x="4385658" y="272111"/>
                  <a:pt x="4423807" y="270366"/>
                </a:cubicBezTo>
                <a:cubicBezTo>
                  <a:pt x="4457666" y="271864"/>
                  <a:pt x="4523223" y="267475"/>
                  <a:pt x="4558432" y="269194"/>
                </a:cubicBezTo>
                <a:cubicBezTo>
                  <a:pt x="4594553" y="230955"/>
                  <a:pt x="4596517" y="287120"/>
                  <a:pt x="4635061" y="280682"/>
                </a:cubicBezTo>
                <a:cubicBezTo>
                  <a:pt x="4676560" y="281955"/>
                  <a:pt x="4741782" y="292968"/>
                  <a:pt x="4807427" y="276835"/>
                </a:cubicBezTo>
                <a:cubicBezTo>
                  <a:pt x="4876769" y="256626"/>
                  <a:pt x="4951997" y="249407"/>
                  <a:pt x="5028933" y="183887"/>
                </a:cubicBezTo>
                <a:cubicBezTo>
                  <a:pt x="5044713" y="164149"/>
                  <a:pt x="5073685" y="161161"/>
                  <a:pt x="5093642" y="177214"/>
                </a:cubicBezTo>
                <a:cubicBezTo>
                  <a:pt x="5097077" y="179978"/>
                  <a:pt x="5100108" y="183212"/>
                  <a:pt x="5102642" y="186816"/>
                </a:cubicBezTo>
                <a:cubicBezTo>
                  <a:pt x="5150234" y="139156"/>
                  <a:pt x="5169674" y="190314"/>
                  <a:pt x="5193590" y="156458"/>
                </a:cubicBezTo>
                <a:cubicBezTo>
                  <a:pt x="5257854" y="151722"/>
                  <a:pt x="5301917" y="175841"/>
                  <a:pt x="5323922" y="146332"/>
                </a:cubicBezTo>
                <a:cubicBezTo>
                  <a:pt x="5355266" y="153538"/>
                  <a:pt x="5392601" y="198271"/>
                  <a:pt x="5421860" y="167298"/>
                </a:cubicBezTo>
                <a:cubicBezTo>
                  <a:pt x="5420630" y="196364"/>
                  <a:pt x="5461576" y="151467"/>
                  <a:pt x="5476948" y="173249"/>
                </a:cubicBezTo>
                <a:cubicBezTo>
                  <a:pt x="5487334" y="191763"/>
                  <a:pt x="5502178" y="182456"/>
                  <a:pt x="5516842" y="184018"/>
                </a:cubicBezTo>
                <a:cubicBezTo>
                  <a:pt x="5533140" y="200158"/>
                  <a:pt x="5599828" y="189750"/>
                  <a:pt x="5619415" y="176781"/>
                </a:cubicBezTo>
                <a:cubicBezTo>
                  <a:pt x="5690073" y="168499"/>
                  <a:pt x="5748631" y="186964"/>
                  <a:pt x="5789867" y="150304"/>
                </a:cubicBezTo>
                <a:cubicBezTo>
                  <a:pt x="5802836" y="146282"/>
                  <a:pt x="5814753" y="145947"/>
                  <a:pt x="5825953" y="147907"/>
                </a:cubicBezTo>
                <a:lnTo>
                  <a:pt x="5856168" y="158719"/>
                </a:lnTo>
                <a:lnTo>
                  <a:pt x="5862476" y="172447"/>
                </a:lnTo>
                <a:lnTo>
                  <a:pt x="5882195" y="173195"/>
                </a:lnTo>
                <a:lnTo>
                  <a:pt x="5952585" y="161012"/>
                </a:lnTo>
                <a:cubicBezTo>
                  <a:pt x="5962273" y="166588"/>
                  <a:pt x="5992020" y="151579"/>
                  <a:pt x="6001964" y="154786"/>
                </a:cubicBezTo>
                <a:cubicBezTo>
                  <a:pt x="6061748" y="122178"/>
                  <a:pt x="6101539" y="131534"/>
                  <a:pt x="6184207" y="132658"/>
                </a:cubicBezTo>
                <a:cubicBezTo>
                  <a:pt x="6266582" y="127016"/>
                  <a:pt x="6286876" y="151859"/>
                  <a:pt x="6415830" y="136006"/>
                </a:cubicBezTo>
                <a:cubicBezTo>
                  <a:pt x="6563502" y="116945"/>
                  <a:pt x="6684679" y="79367"/>
                  <a:pt x="6756965" y="57636"/>
                </a:cubicBezTo>
                <a:cubicBezTo>
                  <a:pt x="6761544" y="48663"/>
                  <a:pt x="6812642" y="36519"/>
                  <a:pt x="6819400" y="30742"/>
                </a:cubicBezTo>
                <a:lnTo>
                  <a:pt x="6986370" y="12659"/>
                </a:lnTo>
                <a:lnTo>
                  <a:pt x="6989536" y="14528"/>
                </a:lnTo>
                <a:cubicBezTo>
                  <a:pt x="7002946" y="17364"/>
                  <a:pt x="7010700" y="14716"/>
                  <a:pt x="7015933" y="9653"/>
                </a:cubicBezTo>
                <a:lnTo>
                  <a:pt x="7020592" y="1651"/>
                </a:lnTo>
                <a:lnTo>
                  <a:pt x="702590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Cím 1"/>
          <p:cNvSpPr>
            <a:spLocks noGrp="1"/>
          </p:cNvSpPr>
          <p:nvPr>
            <p:ph type="title"/>
          </p:nvPr>
        </p:nvSpPr>
        <p:spPr>
          <a:xfrm>
            <a:off x="1184744" y="5198168"/>
            <a:ext cx="9859618" cy="642797"/>
          </a:xfrm>
        </p:spPr>
        <p:txBody>
          <a:bodyPr vert="horz" lIns="91440" tIns="45720" rIns="91440" bIns="45720" rtlCol="0" anchor="b">
            <a:normAutofit fontScale="90000"/>
          </a:bodyPr>
          <a:lstStyle/>
          <a:p>
            <a:pPr algn="ctr"/>
            <a:r>
              <a:rPr lang="en-US" altLang="en-US" sz="3600"/>
              <a:t>Example of an API endpoint</a:t>
            </a:r>
            <a:endParaRPr lang="en-US" altLang="en-US" sz="3600"/>
          </a:p>
        </p:txBody>
      </p:sp>
      <p:sp>
        <p:nvSpPr>
          <p:cNvPr id="3" name="Tartalom helye 2"/>
          <p:cNvSpPr>
            <a:spLocks noGrp="1"/>
          </p:cNvSpPr>
          <p:nvPr>
            <p:ph idx="1"/>
          </p:nvPr>
        </p:nvSpPr>
        <p:spPr>
          <a:xfrm>
            <a:off x="2198774" y="5928655"/>
            <a:ext cx="7831559" cy="410689"/>
          </a:xfrm>
        </p:spPr>
        <p:txBody>
          <a:bodyPr vert="horz" lIns="91440" tIns="45720" rIns="91440" bIns="45720" rtlCol="0">
            <a:normAutofit/>
          </a:bodyPr>
          <a:lstStyle/>
          <a:p>
            <a:pPr marL="0" indent="0" algn="ctr">
              <a:buNone/>
            </a:pPr>
            <a:r>
              <a:rPr lang="en-US" altLang="en-US" sz="1400"/>
              <a:t>The following code snippet shows a </a:t>
            </a:r>
            <a:r>
              <a:rPr lang="en-US" altLang="en-US" sz="1400" b="1"/>
              <a:t>GET endpoint</a:t>
            </a:r>
            <a:r>
              <a:rPr lang="en-US" altLang="en-US" sz="1400"/>
              <a:t> that retrieves all movies from the database</a:t>
            </a:r>
            <a:endParaRPr lang="en-US" altLang="en-US" sz="1400"/>
          </a:p>
        </p:txBody>
      </p:sp>
      <p:sp>
        <p:nvSpPr>
          <p:cNvPr id="14" name="Freeform: Shape 13"/>
          <p:cNvSpPr>
            <a:spLocks noGrp="1" noRot="1" noChangeAspect="1" noMove="1" noResize="1" noEditPoints="1" noAdjustHandles="1" noChangeArrowheads="1" noChangeShapeType="1" noTextEdit="1"/>
          </p:cNvSpPr>
          <p:nvPr/>
        </p:nvSpPr>
        <p:spPr>
          <a:xfrm>
            <a:off x="1917950" y="647758"/>
            <a:ext cx="8355105" cy="439265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Kép 4"/>
          <p:cNvPicPr>
            <a:picLocks noChangeAspect="1"/>
          </p:cNvPicPr>
          <p:nvPr/>
        </p:nvPicPr>
        <p:blipFill>
          <a:blip r:embed="rId1"/>
          <a:srcRect b="549"/>
          <a:stretch>
            <a:fillRect/>
          </a:stretch>
        </p:blipFill>
        <p:spPr>
          <a:xfrm>
            <a:off x="2079812" y="805516"/>
            <a:ext cx="8032376" cy="40740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572493" y="238539"/>
            <a:ext cx="11018520" cy="1434415"/>
          </a:xfrm>
        </p:spPr>
        <p:txBody>
          <a:bodyPr anchor="b">
            <a:normAutofit/>
          </a:bodyPr>
          <a:lstStyle/>
          <a:p>
            <a:r>
              <a:rPr lang="hu-HU" sz="5400"/>
              <a:t>MySQL DataBase</a:t>
            </a:r>
            <a:endParaRPr lang="hu-HU" sz="5400"/>
          </a:p>
        </p:txBody>
      </p:sp>
      <p:sp>
        <p:nvSpPr>
          <p:cNvPr id="16" name="sketchy line"/>
          <p:cNvSpPr>
            <a:spLocks noGrp="1" noRot="1" noChangeAspect="1" noMove="1" noResize="1" noEditPoints="1" noAdjustHandles="1" noChangeArrowheads="1" noChangeShapeType="1" noTextEdit="1"/>
          </p:cNvSpPr>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2"/>
          <p:cNvSpPr>
            <a:spLocks noGrp="1"/>
          </p:cNvSpPr>
          <p:nvPr>
            <p:ph idx="1"/>
          </p:nvPr>
        </p:nvSpPr>
        <p:spPr>
          <a:xfrm>
            <a:off x="572493" y="2071316"/>
            <a:ext cx="6713552" cy="4119172"/>
          </a:xfrm>
        </p:spPr>
        <p:txBody>
          <a:bodyPr anchor="t">
            <a:normAutofit lnSpcReduction="10000"/>
          </a:bodyPr>
          <a:lstStyle/>
          <a:p>
            <a:r>
              <a:rPr lang="en-US" altLang="en-US" sz="1500" b="1" dirty="0"/>
              <a:t>MySQL</a:t>
            </a:r>
            <a:r>
              <a:rPr lang="en-US" altLang="en-US" sz="1500" dirty="0"/>
              <a:t> is an open-source relational database management system that provides ideal data management for applications. In our project, we use MySQL to store and manage various data. We have created a central database named </a:t>
            </a:r>
            <a:r>
              <a:rPr lang="en-US" altLang="en-US" sz="1500" b="1" dirty="0"/>
              <a:t>filmfokusz</a:t>
            </a:r>
            <a:r>
              <a:rPr lang="en-US" altLang="en-US" sz="1500" dirty="0"/>
              <a:t>, which contains five tables:</a:t>
            </a:r>
            <a:endParaRPr lang="en-US" altLang="en-US" sz="1500" dirty="0"/>
          </a:p>
          <a:p>
            <a:pPr marL="0" indent="0">
              <a:buNone/>
            </a:pPr>
            <a:r>
              <a:rPr lang="hu-HU" altLang="en-US" sz="1500" dirty="0"/>
              <a:t>movies</a:t>
            </a:r>
            <a:r>
              <a:rPr lang="en-US" altLang="en-US" sz="1500" dirty="0"/>
              <a:t>: Stores movie data.</a:t>
            </a:r>
            <a:endParaRPr lang="en-US" altLang="en-US" sz="1500" dirty="0"/>
          </a:p>
          <a:p>
            <a:pPr marL="0" indent="0">
              <a:buNone/>
            </a:pPr>
            <a:r>
              <a:rPr lang="hu-HU" altLang="en-US" sz="1500" dirty="0"/>
              <a:t>series</a:t>
            </a:r>
            <a:r>
              <a:rPr lang="en-US" altLang="en-US" sz="1500" dirty="0"/>
              <a:t>: Stores series data.</a:t>
            </a:r>
            <a:endParaRPr lang="en-US" altLang="en-US" sz="1500" dirty="0"/>
          </a:p>
          <a:p>
            <a:pPr marL="0" indent="0">
              <a:buNone/>
            </a:pPr>
            <a:r>
              <a:rPr lang="en-US" altLang="en-US" sz="1500" dirty="0"/>
              <a:t>movie_reviews: Contains reviews and ratings related to movies.</a:t>
            </a:r>
            <a:endParaRPr lang="en-US" altLang="en-US" sz="1500" dirty="0"/>
          </a:p>
          <a:p>
            <a:pPr marL="0" indent="0">
              <a:buNone/>
            </a:pPr>
            <a:r>
              <a:rPr lang="hu-HU" altLang="en-US" sz="1500" dirty="0"/>
              <a:t>series</a:t>
            </a:r>
            <a:r>
              <a:rPr lang="en-US" altLang="en-US" sz="1500" dirty="0"/>
              <a:t>_</a:t>
            </a:r>
            <a:r>
              <a:rPr lang="en-US" altLang="en-US" sz="1500" dirty="0">
                <a:sym typeface="+mn-ea"/>
              </a:rPr>
              <a:t>reviews</a:t>
            </a:r>
            <a:r>
              <a:rPr lang="en-US" altLang="en-US" sz="1500" dirty="0"/>
              <a:t>: Contains reviews and ratings related to series.</a:t>
            </a:r>
            <a:endParaRPr lang="en-US" altLang="en-US" sz="1500" dirty="0"/>
          </a:p>
          <a:p>
            <a:pPr marL="0" indent="0">
              <a:buNone/>
            </a:pPr>
            <a:r>
              <a:rPr lang="en-US" altLang="en-US" sz="1500" dirty="0"/>
              <a:t>user: Stores user data, including login credentials and profiles.</a:t>
            </a:r>
            <a:endParaRPr lang="en-US" altLang="en-US" sz="1500" dirty="0"/>
          </a:p>
          <a:p>
            <a:pPr marL="0" indent="0">
              <a:buNone/>
            </a:pPr>
            <a:endParaRPr lang="en-US" altLang="en-US" sz="1500" dirty="0"/>
          </a:p>
          <a:p>
            <a:pPr marL="0" indent="0">
              <a:buNone/>
            </a:pPr>
            <a:r>
              <a:rPr lang="en-US" altLang="en-US" sz="1500" dirty="0"/>
              <a:t>The database ensures secure data storage, fast access, and provides the ability for easy querying and modification.</a:t>
            </a:r>
            <a:endParaRPr lang="en-US" altLang="en-US" sz="1500" dirty="0"/>
          </a:p>
          <a:p>
            <a:pPr marL="0" indent="0">
              <a:buNone/>
            </a:pPr>
            <a:endParaRPr lang="hu-HU" sz="1500" dirty="0"/>
          </a:p>
        </p:txBody>
      </p:sp>
      <p:pic>
        <p:nvPicPr>
          <p:cNvPr id="9" name="Kép 8"/>
          <p:cNvPicPr>
            <a:picLocks noChangeAspect="1"/>
          </p:cNvPicPr>
          <p:nvPr/>
        </p:nvPicPr>
        <p:blipFill>
          <a:blip r:embed="rId1"/>
          <a:srcRect l="10365" r="18946"/>
          <a:stretch>
            <a:fillRect/>
          </a:stretch>
        </p:blipFill>
        <p:spPr>
          <a:xfrm>
            <a:off x="7675658" y="2093976"/>
            <a:ext cx="3941064" cy="409651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p:cNvSpPr>
            <a:spLocks noGrp="1" noRot="1" noChangeAspect="1" noMove="1" noResize="1" noEditPoints="1" noAdjustHandles="1" noChangeArrowheads="1" noChangeShapeType="1" noTextEdit="1"/>
          </p:cNvSpPr>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altLang="en-US" sz="3200" kern="1200">
                <a:solidFill>
                  <a:schemeClr val="bg1"/>
                </a:solidFill>
                <a:latin typeface="+mj-lt"/>
                <a:ea typeface="+mj-ea"/>
                <a:cs typeface="+mj-cs"/>
              </a:rPr>
              <a:t>Database Connection</a:t>
            </a:r>
            <a:endParaRPr lang="en-US" altLang="en-US" sz="3200" kern="1200">
              <a:solidFill>
                <a:schemeClr val="bg1"/>
              </a:solidFill>
              <a:latin typeface="+mj-lt"/>
              <a:ea typeface="+mj-ea"/>
              <a:cs typeface="+mj-cs"/>
            </a:endParaRPr>
          </a:p>
        </p:txBody>
      </p:sp>
      <p:pic>
        <p:nvPicPr>
          <p:cNvPr id="5" name="Tartalom helye 4"/>
          <p:cNvPicPr>
            <a:picLocks noGrp="1" noChangeAspect="1"/>
          </p:cNvPicPr>
          <p:nvPr>
            <p:ph idx="1"/>
          </p:nvPr>
        </p:nvPicPr>
        <p:blipFill>
          <a:blip r:embed="rId1"/>
          <a:stretch>
            <a:fillRect/>
          </a:stretch>
        </p:blipFill>
        <p:spPr>
          <a:xfrm>
            <a:off x="643467" y="2127516"/>
            <a:ext cx="10905066" cy="34896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612648" y="365125"/>
            <a:ext cx="6986015" cy="1776484"/>
          </a:xfrm>
        </p:spPr>
        <p:txBody>
          <a:bodyPr anchor="b">
            <a:normAutofit/>
          </a:bodyPr>
          <a:lstStyle/>
          <a:p>
            <a:r>
              <a:rPr lang="en-US" altLang="en-US" sz="5400"/>
              <a:t>Frontend (React, JSX, CSS, API Connection)</a:t>
            </a:r>
            <a:endParaRPr lang="en-US" altLang="en-US" sz="5400"/>
          </a:p>
        </p:txBody>
      </p:sp>
      <p:pic>
        <p:nvPicPr>
          <p:cNvPr id="7" name="Kép 6" descr="A képen szimbólum, képernyőkép, Acélkék, Grafika látható&#10;&#10;Előfordulhat, hogy a mesterséges intelligencia által létrehozott tartalom helytelen."/>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33251" y="261991"/>
            <a:ext cx="3024352" cy="1890220"/>
          </a:xfrm>
          <a:prstGeom prst="rect">
            <a:avLst/>
          </a:prstGeom>
        </p:spPr>
      </p:pic>
      <p:sp>
        <p:nvSpPr>
          <p:cNvPr id="25" name="sketch line"/>
          <p:cNvSpPr>
            <a:spLocks noGrp="1" noRot="1" noChangeAspect="1" noMove="1" noResize="1" noEditPoints="1" noAdjustHandles="1" noChangeArrowheads="1" noChangeShapeType="1" noTextEdit="1"/>
          </p:cNvSpPr>
          <p:nvPr/>
        </p:nvSpPr>
        <p:spPr>
          <a:xfrm>
            <a:off x="838200" y="2315691"/>
            <a:ext cx="4343400" cy="18288"/>
          </a:xfrm>
          <a:custGeom>
            <a:avLst/>
            <a:gdLst>
              <a:gd name="connsiteX0" fmla="*/ 0 w 4343400"/>
              <a:gd name="connsiteY0" fmla="*/ 0 h 18288"/>
              <a:gd name="connsiteX1" fmla="*/ 577052 w 4343400"/>
              <a:gd name="connsiteY1" fmla="*/ 0 h 18288"/>
              <a:gd name="connsiteX2" fmla="*/ 1067235 w 4343400"/>
              <a:gd name="connsiteY2" fmla="*/ 0 h 18288"/>
              <a:gd name="connsiteX3" fmla="*/ 1600853 w 4343400"/>
              <a:gd name="connsiteY3" fmla="*/ 0 h 18288"/>
              <a:gd name="connsiteX4" fmla="*/ 2264773 w 4343400"/>
              <a:gd name="connsiteY4" fmla="*/ 0 h 18288"/>
              <a:gd name="connsiteX5" fmla="*/ 2841825 w 4343400"/>
              <a:gd name="connsiteY5" fmla="*/ 0 h 18288"/>
              <a:gd name="connsiteX6" fmla="*/ 3375442 w 4343400"/>
              <a:gd name="connsiteY6" fmla="*/ 0 h 18288"/>
              <a:gd name="connsiteX7" fmla="*/ 4343400 w 4343400"/>
              <a:gd name="connsiteY7" fmla="*/ 0 h 18288"/>
              <a:gd name="connsiteX8" fmla="*/ 4343400 w 4343400"/>
              <a:gd name="connsiteY8" fmla="*/ 18288 h 18288"/>
              <a:gd name="connsiteX9" fmla="*/ 3722914 w 4343400"/>
              <a:gd name="connsiteY9" fmla="*/ 18288 h 18288"/>
              <a:gd name="connsiteX10" fmla="*/ 3189297 w 4343400"/>
              <a:gd name="connsiteY10" fmla="*/ 18288 h 18288"/>
              <a:gd name="connsiteX11" fmla="*/ 2481943 w 4343400"/>
              <a:gd name="connsiteY11" fmla="*/ 18288 h 18288"/>
              <a:gd name="connsiteX12" fmla="*/ 1904891 w 4343400"/>
              <a:gd name="connsiteY12" fmla="*/ 18288 h 18288"/>
              <a:gd name="connsiteX13" fmla="*/ 1414707 w 4343400"/>
              <a:gd name="connsiteY13" fmla="*/ 18288 h 18288"/>
              <a:gd name="connsiteX14" fmla="*/ 750788 w 4343400"/>
              <a:gd name="connsiteY14" fmla="*/ 18288 h 18288"/>
              <a:gd name="connsiteX15" fmla="*/ 0 w 4343400"/>
              <a:gd name="connsiteY15" fmla="*/ 18288 h 18288"/>
              <a:gd name="connsiteX16" fmla="*/ 0 w 43434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2"/>
          <p:cNvSpPr>
            <a:spLocks noGrp="1"/>
          </p:cNvSpPr>
          <p:nvPr>
            <p:ph idx="1"/>
          </p:nvPr>
        </p:nvSpPr>
        <p:spPr>
          <a:xfrm>
            <a:off x="612648" y="2504819"/>
            <a:ext cx="6986016" cy="3672144"/>
          </a:xfrm>
        </p:spPr>
        <p:txBody>
          <a:bodyPr>
            <a:normAutofit fontScale="90000"/>
          </a:bodyPr>
          <a:lstStyle/>
          <a:p>
            <a:pPr marL="0" indent="0">
              <a:buNone/>
            </a:pPr>
            <a:r>
              <a:rPr lang="en-US" altLang="en-US" sz="2000" dirty="0" err="1"/>
              <a:t>The following technologies were used for frontend development:</a:t>
            </a:r>
            <a:endParaRPr lang="en-US" altLang="en-US" sz="2000" dirty="0" err="1"/>
          </a:p>
          <a:p>
            <a:pPr marL="0" indent="0">
              <a:buNone/>
            </a:pPr>
            <a:r>
              <a:rPr lang="en-US" altLang="en-US" sz="2000" b="1" dirty="0"/>
              <a:t>React: </a:t>
            </a:r>
            <a:r>
              <a:rPr lang="en-US" altLang="en-US" sz="2000" dirty="0"/>
              <a:t>A popular JavaScript library that enables the creation of dynamic, reusable user interfaces.</a:t>
            </a:r>
            <a:endParaRPr lang="en-US" altLang="en-US" sz="2000" dirty="0"/>
          </a:p>
          <a:p>
            <a:pPr marL="0" indent="0">
              <a:buNone/>
            </a:pPr>
            <a:endParaRPr lang="en-US" altLang="en-US" sz="2000" b="1" dirty="0"/>
          </a:p>
          <a:p>
            <a:pPr marL="0" indent="0">
              <a:buNone/>
            </a:pPr>
            <a:r>
              <a:rPr lang="en-US" altLang="en-US" sz="2000" b="1" dirty="0"/>
              <a:t>JSX: </a:t>
            </a:r>
            <a:r>
              <a:rPr lang="en-US" altLang="en-US" sz="2000" dirty="0"/>
              <a:t>React's unique syntax that allows using HTML-like code within JavaScript. It simplifies component management and DOM manipulation.</a:t>
            </a:r>
            <a:endParaRPr lang="en-US" altLang="en-US" sz="2000" dirty="0"/>
          </a:p>
          <a:p>
            <a:pPr marL="0" indent="0">
              <a:buNone/>
            </a:pPr>
            <a:endParaRPr lang="en-US" altLang="en-US" sz="2000" b="1" dirty="0"/>
          </a:p>
          <a:p>
            <a:pPr marL="0" indent="0">
              <a:buNone/>
            </a:pPr>
            <a:r>
              <a:rPr lang="en-US" altLang="en-US" sz="2000" b="1" dirty="0"/>
              <a:t>CSS:</a:t>
            </a:r>
            <a:r>
              <a:rPr lang="en-US" altLang="en-US" sz="2000" dirty="0"/>
              <a:t> Stylesheets responsible for the visual appearance of the web application. CSS allows customization of the user interface's design and layout.</a:t>
            </a:r>
            <a:endParaRPr lang="en-US" altLang="en-US" sz="2000" dirty="0"/>
          </a:p>
          <a:p>
            <a:pPr marL="0" indent="0">
              <a:buNone/>
            </a:pPr>
            <a:endParaRPr lang="hu-HU" sz="2000" dirty="0"/>
          </a:p>
        </p:txBody>
      </p:sp>
      <p:pic>
        <p:nvPicPr>
          <p:cNvPr id="15" name="Kép 14" descr="A képen Grafika, embléma, Betűtípus, Acélkék látható&#10;&#10;Előfordulhat, hogy a mesterséges intelligencia által létrehozott tartalom helytel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01180" y="2310086"/>
            <a:ext cx="1890220" cy="1890220"/>
          </a:xfrm>
          <a:prstGeom prst="rect">
            <a:avLst/>
          </a:prstGeom>
        </p:spPr>
      </p:pic>
      <p:pic>
        <p:nvPicPr>
          <p:cNvPr id="5" name="Kép 4" descr="A képen Grafika, Betűtípus, embléma, Grafikus tervezés látható&#10;&#10;Előfordulhat, hogy a mesterséges intelligencia által létrehozott tartalom helytel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01180" y="4358181"/>
            <a:ext cx="1890220" cy="18902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640080" y="329184"/>
            <a:ext cx="6894576" cy="1783080"/>
          </a:xfrm>
        </p:spPr>
        <p:txBody>
          <a:bodyPr anchor="b">
            <a:normAutofit/>
          </a:bodyPr>
          <a:lstStyle/>
          <a:p>
            <a:r>
              <a:rPr lang="en-US" altLang="en-US" sz="5400" dirty="0"/>
              <a:t>An example of an API call</a:t>
            </a:r>
            <a:endParaRPr lang="en-US" altLang="en-US" sz="5400" dirty="0"/>
          </a:p>
        </p:txBody>
      </p:sp>
      <p:sp>
        <p:nvSpPr>
          <p:cNvPr id="45" name="sketch line"/>
          <p:cNvSpPr>
            <a:spLocks noGrp="1" noRot="1" noChangeAspect="1" noMove="1" noResize="1" noEditPoints="1" noAdjustHandles="1" noChangeArrowheads="1" noChangeShapeType="1" noTextEdit="1"/>
          </p:cNvSpPr>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3"/>
          <p:cNvSpPr>
            <a:spLocks noGrp="1" noChangeArrowheads="1"/>
          </p:cNvSpPr>
          <p:nvPr>
            <p:ph idx="1"/>
          </p:nvPr>
        </p:nvSpPr>
        <p:spPr bwMode="auto">
          <a:xfrm>
            <a:off x="640080" y="2706624"/>
            <a:ext cx="6894576" cy="34838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normAutofit lnSpcReduction="10000"/>
          </a:bodyPr>
          <a:lstStyle/>
          <a:p>
            <a:pPr marL="0" marR="0" lvl="0" indent="0" defTabSz="914400" rtl="0" eaLnBrk="0" fontAlgn="base" latinLnBrk="0" hangingPunct="0">
              <a:spcBef>
                <a:spcPct val="0"/>
              </a:spcBef>
              <a:spcAft>
                <a:spcPts val="600"/>
              </a:spcAft>
              <a:buClrTx/>
              <a:buSzTx/>
              <a:buFontTx/>
              <a:buNone/>
            </a:pPr>
            <a:r>
              <a:rPr kumimoji="0" lang="en-US" altLang="en-US" sz="1900" b="0" i="0" u="none" strike="noStrike" cap="none" normalizeH="0" baseline="0">
                <a:ln>
                  <a:noFill/>
                </a:ln>
                <a:effectLst/>
                <a:latin typeface="Arial" panose="020B0604020202020204" pitchFamily="34" charset="0"/>
              </a:rPr>
              <a:t>The useEffect hook performs the API call when the component is first rendered.</a:t>
            </a:r>
            <a:endParaRPr kumimoji="0" lang="en-US" altLang="en-US" sz="19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pPr>
            <a:endParaRPr kumimoji="0" lang="en-US" altLang="en-US" sz="19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pPr>
            <a:r>
              <a:rPr lang="en-US" altLang="en-US" sz="1900"/>
              <a:t>Using the Fetch API, we retrieve data from the URL http://localhost:5104/api/filmek/${token}.</a:t>
            </a:r>
            <a:endParaRPr lang="en-US" altLang="en-US" sz="1900"/>
          </a:p>
          <a:p>
            <a:pPr marL="0" marR="0" lvl="0" indent="0" defTabSz="914400" rtl="0" eaLnBrk="0" fontAlgn="base" latinLnBrk="0" hangingPunct="0">
              <a:spcBef>
                <a:spcPct val="0"/>
              </a:spcBef>
              <a:spcAft>
                <a:spcPts val="600"/>
              </a:spcAft>
              <a:buClrTx/>
              <a:buSzTx/>
              <a:buFontTx/>
              <a:buNone/>
            </a:pPr>
            <a:endParaRPr lang="en-US" altLang="en-US" sz="1900"/>
          </a:p>
          <a:p>
            <a:pPr marL="0" marR="0" lvl="0" indent="0" defTabSz="914400" rtl="0" eaLnBrk="0" fontAlgn="base" latinLnBrk="0" hangingPunct="0">
              <a:spcBef>
                <a:spcPct val="0"/>
              </a:spcBef>
              <a:spcAft>
                <a:spcPts val="600"/>
              </a:spcAft>
              <a:buClrTx/>
              <a:buSzTx/>
              <a:buFontTx/>
              <a:buNone/>
            </a:pPr>
            <a:r>
              <a:rPr kumimoji="0" lang="en-US" altLang="en-US" sz="1900" b="0" i="0" u="none" strike="noStrike" cap="none" normalizeH="0" baseline="0">
                <a:ln>
                  <a:noFill/>
                </a:ln>
                <a:effectLst/>
              </a:rPr>
              <a:t>The received response is processed in JSON format and then stored in the movies state using the setMovies function, which contains the movies.</a:t>
            </a:r>
            <a:endParaRPr kumimoji="0" lang="en-US" altLang="en-US" sz="19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pPr>
            <a:endParaRPr kumimoji="0" lang="en-US" altLang="en-US" sz="19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pPr>
            <a:r>
              <a:rPr kumimoji="0" lang="en-US" altLang="en-US" sz="1900" b="0" i="0" u="none" strike="noStrike" cap="none" normalizeH="0" baseline="0">
                <a:ln>
                  <a:noFill/>
                </a:ln>
                <a:effectLst/>
              </a:rPr>
              <a:t>Once the data is loaded, it is displayed to the user.</a:t>
            </a:r>
            <a:endParaRPr kumimoji="0" lang="en-US" altLang="en-US" sz="1900" b="0" i="0" u="none" strike="noStrike" cap="none" normalizeH="0" baseline="0">
              <a:ln>
                <a:noFill/>
              </a:ln>
              <a:effectLst/>
            </a:endParaRPr>
          </a:p>
        </p:txBody>
      </p:sp>
      <p:pic>
        <p:nvPicPr>
          <p:cNvPr id="7" name="Kép 6"/>
          <p:cNvPicPr>
            <a:picLocks noChangeAspect="1"/>
          </p:cNvPicPr>
          <p:nvPr/>
        </p:nvPicPr>
        <p:blipFill>
          <a:blip r:embed="rId1"/>
          <a:stretch>
            <a:fillRect/>
          </a:stretch>
        </p:blipFill>
        <p:spPr>
          <a:xfrm>
            <a:off x="7537704" y="329184"/>
            <a:ext cx="4349496" cy="3164258"/>
          </a:xfrm>
          <a:prstGeom prst="rect">
            <a:avLst/>
          </a:prstGeom>
        </p:spPr>
      </p:pic>
      <p:pic>
        <p:nvPicPr>
          <p:cNvPr id="9" name="Kép 8"/>
          <p:cNvPicPr>
            <a:picLocks noChangeAspect="1"/>
          </p:cNvPicPr>
          <p:nvPr/>
        </p:nvPicPr>
        <p:blipFill>
          <a:blip r:embed="rId2"/>
          <a:stretch>
            <a:fillRect/>
          </a:stretch>
        </p:blipFill>
        <p:spPr>
          <a:xfrm>
            <a:off x="7534656" y="3611880"/>
            <a:ext cx="4328971" cy="312768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572493" y="238539"/>
            <a:ext cx="11018520" cy="1434415"/>
          </a:xfrm>
        </p:spPr>
        <p:txBody>
          <a:bodyPr anchor="b">
            <a:normAutofit/>
          </a:bodyPr>
          <a:lstStyle/>
          <a:p>
            <a:r>
              <a:rPr lang="en-US" altLang="en-US" sz="5400"/>
              <a:t>WPF Application</a:t>
            </a:r>
            <a:endParaRPr lang="en-US" altLang="en-US" sz="5400"/>
          </a:p>
        </p:txBody>
      </p:sp>
      <p:sp>
        <p:nvSpPr>
          <p:cNvPr id="15" name="sketchy line"/>
          <p:cNvSpPr>
            <a:spLocks noGrp="1" noRot="1" noChangeAspect="1" noMove="1" noResize="1" noEditPoints="1" noAdjustHandles="1" noChangeArrowheads="1" noChangeShapeType="1" noTextEdit="1"/>
          </p:cNvSpPr>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2"/>
          <p:cNvSpPr>
            <a:spLocks noGrp="1"/>
          </p:cNvSpPr>
          <p:nvPr>
            <p:ph idx="1"/>
          </p:nvPr>
        </p:nvSpPr>
        <p:spPr>
          <a:xfrm>
            <a:off x="572493" y="2071316"/>
            <a:ext cx="6713552" cy="4119172"/>
          </a:xfrm>
        </p:spPr>
        <p:txBody>
          <a:bodyPr anchor="t">
            <a:normAutofit/>
          </a:bodyPr>
          <a:lstStyle/>
          <a:p>
            <a:r>
              <a:rPr lang="en-US" altLang="en-US" sz="2000" dirty="0"/>
              <a:t>The WPF (Windows Presentation Foundation) application aims to provide administrative functions for the application's system administrators. With the help of system administrators, administrators can manage movies, series, user data, and user reviews (under development) in the FilmFókusz database.</a:t>
            </a:r>
            <a:endParaRPr lang="en-US" altLang="en-US" sz="2000" dirty="0"/>
          </a:p>
          <a:p>
            <a:endParaRPr lang="en-US" altLang="en-US" sz="2000" dirty="0"/>
          </a:p>
          <a:p>
            <a:pPr>
              <a:buNone/>
            </a:pPr>
            <a:r>
              <a:rPr lang="en-US" altLang="en-US" sz="2000" b="1" dirty="0"/>
              <a:t>Technologies and Languages Used:</a:t>
            </a:r>
            <a:endParaRPr lang="en-US" altLang="en-US" sz="2000" b="1" dirty="0"/>
          </a:p>
          <a:p>
            <a:pPr>
              <a:buNone/>
            </a:pPr>
            <a:r>
              <a:rPr lang="en-US" altLang="en-US" sz="2000" dirty="0"/>
              <a:t>C#: The main programming language for the WPF application. Using C#, we handle database operations, application logic, and events.</a:t>
            </a:r>
            <a:endParaRPr lang="en-US" altLang="en-US" sz="2000" dirty="0"/>
          </a:p>
          <a:p>
            <a:endParaRPr lang="hu-HU" sz="2000" dirty="0"/>
          </a:p>
        </p:txBody>
      </p:sp>
      <p:pic>
        <p:nvPicPr>
          <p:cNvPr id="5" name="Kép 4" descr="A képen Grafika, lila, Orgona, Színesség látható&#10;&#10;Előfordulhat, hogy a mesterséges intelligencia által létrehozott tartalom helytelen."/>
          <p:cNvPicPr>
            <a:picLocks noChangeAspect="1"/>
          </p:cNvPicPr>
          <p:nvPr/>
        </p:nvPicPr>
        <p:blipFill>
          <a:blip r:embed="rId1">
            <a:extLst>
              <a:ext uri="{28A0092B-C50C-407E-A947-70E740481C1C}">
                <a14:useLocalDpi xmlns:a14="http://schemas.microsoft.com/office/drawing/2010/main" val="0"/>
              </a:ext>
            </a:extLst>
          </a:blip>
          <a:srcRect l="3795" r="-3" b="-3"/>
          <a:stretch>
            <a:fillRect/>
          </a:stretch>
        </p:blipFill>
        <p:spPr>
          <a:xfrm>
            <a:off x="7675658" y="2093976"/>
            <a:ext cx="3941064" cy="409651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p:cNvSpPr>
            <a:spLocks noGrp="1" noRot="1" noChangeAspect="1" noMove="1" noResize="1" noEditPoints="1" noAdjustHandles="1" noChangeArrowheads="1" noChangeShapeType="1" noTextEdit="1"/>
          </p:cNvSpPr>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altLang="en-US" sz="2500" kern="1200">
                <a:solidFill>
                  <a:srgbClr val="FFFFFF"/>
                </a:solidFill>
                <a:latin typeface="+mj-lt"/>
                <a:ea typeface="+mj-ea"/>
                <a:cs typeface="+mj-cs"/>
              </a:rPr>
              <a:t>WPF AdminDashboard Home Page</a:t>
            </a:r>
            <a:endParaRPr lang="en-US" altLang="en-US" sz="2500" kern="1200">
              <a:solidFill>
                <a:srgbClr val="FFFFFF"/>
              </a:solidFill>
              <a:latin typeface="+mj-lt"/>
              <a:ea typeface="+mj-ea"/>
              <a:cs typeface="+mj-cs"/>
            </a:endParaRPr>
          </a:p>
        </p:txBody>
      </p:sp>
      <p:pic>
        <p:nvPicPr>
          <p:cNvPr id="5" name="Tartalom helye 4"/>
          <p:cNvPicPr>
            <a:picLocks noGrp="1" noChangeAspect="1"/>
          </p:cNvPicPr>
          <p:nvPr>
            <p:ph idx="1"/>
          </p:nvPr>
        </p:nvPicPr>
        <p:blipFill>
          <a:blip r:embed="rId1"/>
          <a:stretch>
            <a:fillRect/>
          </a:stretch>
        </p:blipFill>
        <p:spPr>
          <a:xfrm>
            <a:off x="4777316" y="1402101"/>
            <a:ext cx="6780700" cy="405146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a:spLocks noGrp="1" noRot="1" noChangeAspect="1" noMove="1" noResize="1" noEditPoints="1" noAdjustHandles="1" noChangeArrowheads="1" noChangeShapeType="1" noTextEdit="1"/>
          </p:cNvSpPr>
          <p:nvPr/>
        </p:nvSpPr>
        <p:spPr>
          <a:xfrm>
            <a:off x="0" y="0"/>
            <a:ext cx="81153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a:spLocks noGrp="1" noRot="1" noChangeAspect="1" noMove="1" noResize="1" noEditPoints="1" noAdjustHandles="1" noChangeArrowheads="1" noChangeShapeType="1" noTextEdit="1"/>
          </p:cNvSpPr>
          <p:nvPr/>
        </p:nvSpPr>
        <p:spPr>
          <a:xfrm>
            <a:off x="685799" y="685800"/>
            <a:ext cx="6742953" cy="5486400"/>
          </a:xfrm>
          <a:prstGeom prst="rect">
            <a:avLst/>
          </a:pr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1335799" y="1137685"/>
            <a:ext cx="5461225" cy="223282"/>
          </a:xfrm>
        </p:spPr>
        <p:txBody>
          <a:bodyPr anchor="b">
            <a:normAutofit fontScale="90000"/>
          </a:bodyPr>
          <a:lstStyle/>
          <a:p>
            <a:pPr algn="ctr"/>
            <a:r>
              <a:rPr lang="hu-HU" sz="3200" dirty="0">
                <a:solidFill>
                  <a:schemeClr val="tx1">
                    <a:lumMod val="65000"/>
                    <a:lumOff val="35000"/>
                  </a:schemeClr>
                </a:solidFill>
              </a:rPr>
              <a:t>GitHub</a:t>
            </a:r>
            <a:endParaRPr lang="hu-HU" sz="3200" dirty="0">
              <a:solidFill>
                <a:schemeClr val="tx1">
                  <a:lumMod val="65000"/>
                  <a:lumOff val="35000"/>
                </a:schemeClr>
              </a:solidFill>
            </a:endParaRPr>
          </a:p>
        </p:txBody>
      </p:sp>
      <p:sp>
        <p:nvSpPr>
          <p:cNvPr id="3" name="Tartalom helye 2"/>
          <p:cNvSpPr>
            <a:spLocks noGrp="1"/>
          </p:cNvSpPr>
          <p:nvPr>
            <p:ph idx="1"/>
          </p:nvPr>
        </p:nvSpPr>
        <p:spPr>
          <a:xfrm>
            <a:off x="1335799" y="1360967"/>
            <a:ext cx="5461225" cy="3774559"/>
          </a:xfrm>
        </p:spPr>
        <p:txBody>
          <a:bodyPr anchor="t">
            <a:noAutofit/>
          </a:bodyPr>
          <a:lstStyle/>
          <a:p>
            <a:pPr marL="0" indent="0">
              <a:buNone/>
            </a:pPr>
            <a:r>
              <a:rPr lang="en-US" altLang="en-US" sz="1400" b="1" dirty="0">
                <a:solidFill>
                  <a:schemeClr val="tx1">
                    <a:lumMod val="65000"/>
                    <a:lumOff val="35000"/>
                  </a:schemeClr>
                </a:solidFill>
              </a:rPr>
              <a:t>GitHub</a:t>
            </a:r>
            <a:r>
              <a:rPr lang="en-US" altLang="en-US" sz="1400" dirty="0">
                <a:solidFill>
                  <a:schemeClr val="tx1">
                    <a:lumMod val="65000"/>
                    <a:lumOff val="35000"/>
                  </a:schemeClr>
                </a:solidFill>
              </a:rPr>
              <a:t> was used for version control and supporting team collaboration. During the implementation of various features and tasks, different branches were created so that each team member could work in parallel without conflicts.</a:t>
            </a:r>
            <a:endParaRPr lang="en-US" altLang="en-US" sz="1400" dirty="0">
              <a:solidFill>
                <a:schemeClr val="tx1">
                  <a:lumMod val="65000"/>
                  <a:lumOff val="35000"/>
                </a:schemeClr>
              </a:solidFill>
            </a:endParaRPr>
          </a:p>
          <a:p>
            <a:pPr marL="0" indent="0">
              <a:buNone/>
            </a:pPr>
            <a:r>
              <a:rPr lang="en-US" altLang="en-US" sz="1400" b="1" dirty="0" err="1">
                <a:solidFill>
                  <a:schemeClr val="tx1">
                    <a:lumMod val="65000"/>
                    <a:lumOff val="35000"/>
                  </a:schemeClr>
                </a:solidFill>
              </a:rPr>
              <a:t>main branch:</a:t>
            </a:r>
            <a:r>
              <a:rPr lang="en-US" altLang="en-US" sz="1400" dirty="0" err="1">
                <a:solidFill>
                  <a:schemeClr val="tx1">
                    <a:lumMod val="65000"/>
                    <a:lumOff val="35000"/>
                  </a:schemeClr>
                </a:solidFill>
              </a:rPr>
              <a:t> This contains the [Trello link], which connects tasks and to-dos between team members.</a:t>
            </a:r>
            <a:endParaRPr lang="en-US" altLang="en-US" sz="1400" dirty="0" err="1">
              <a:solidFill>
                <a:schemeClr val="tx1">
                  <a:lumMod val="65000"/>
                  <a:lumOff val="35000"/>
                </a:schemeClr>
              </a:solidFill>
            </a:endParaRPr>
          </a:p>
          <a:p>
            <a:pPr marL="0" indent="0">
              <a:buNone/>
            </a:pPr>
            <a:r>
              <a:rPr lang="en-US" altLang="en-US" sz="1400" b="1" dirty="0" err="1">
                <a:solidFill>
                  <a:schemeClr val="tx1">
                    <a:lumMod val="65000"/>
                    <a:lumOff val="35000"/>
                  </a:schemeClr>
                </a:solidFill>
              </a:rPr>
              <a:t>AsztaliApp branch:</a:t>
            </a:r>
            <a:r>
              <a:rPr lang="en-US" altLang="en-US" sz="1400" dirty="0" err="1">
                <a:solidFill>
                  <a:schemeClr val="tx1">
                    <a:lumMod val="65000"/>
                    <a:lumOff val="35000"/>
                  </a:schemeClr>
                </a:solidFill>
              </a:rPr>
              <a:t> The development of the WPF application took place on this branch.</a:t>
            </a:r>
            <a:endParaRPr lang="en-US" altLang="en-US" sz="1400" dirty="0" err="1">
              <a:solidFill>
                <a:schemeClr val="tx1">
                  <a:lumMod val="65000"/>
                  <a:lumOff val="35000"/>
                </a:schemeClr>
              </a:solidFill>
            </a:endParaRPr>
          </a:p>
          <a:p>
            <a:pPr marL="0" indent="0">
              <a:buNone/>
            </a:pPr>
            <a:r>
              <a:rPr lang="en-US" altLang="en-US" sz="1400" b="1" dirty="0" err="1">
                <a:solidFill>
                  <a:schemeClr val="tx1">
                    <a:lumMod val="65000"/>
                    <a:lumOff val="35000"/>
                  </a:schemeClr>
                </a:solidFill>
              </a:rPr>
              <a:t>BackEnd branch:</a:t>
            </a:r>
            <a:r>
              <a:rPr lang="en-US" altLang="en-US" sz="1400" dirty="0" err="1">
                <a:solidFill>
                  <a:schemeClr val="tx1">
                    <a:lumMod val="65000"/>
                    <a:lumOff val="35000"/>
                  </a:schemeClr>
                </a:solidFill>
              </a:rPr>
              <a:t> All work related to backend development was done here.</a:t>
            </a:r>
            <a:endParaRPr lang="en-US" altLang="en-US" sz="1400" dirty="0" err="1">
              <a:solidFill>
                <a:schemeClr val="tx1">
                  <a:lumMod val="65000"/>
                  <a:lumOff val="35000"/>
                </a:schemeClr>
              </a:solidFill>
            </a:endParaRPr>
          </a:p>
          <a:p>
            <a:pPr marL="0" indent="0">
              <a:buNone/>
            </a:pPr>
            <a:r>
              <a:rPr lang="en-US" altLang="en-US" sz="1400" b="1" dirty="0" err="1">
                <a:solidFill>
                  <a:schemeClr val="tx1">
                    <a:lumMod val="65000"/>
                    <a:lumOff val="35000"/>
                  </a:schemeClr>
                </a:solidFill>
              </a:rPr>
              <a:t>DataBase branch:</a:t>
            </a:r>
            <a:r>
              <a:rPr lang="en-US" altLang="en-US" sz="1400" dirty="0" err="1">
                <a:solidFill>
                  <a:schemeClr val="tx1">
                    <a:lumMod val="65000"/>
                    <a:lumOff val="35000"/>
                  </a:schemeClr>
                </a:solidFill>
              </a:rPr>
              <a:t> Tasks related to the database were handled on this branch.</a:t>
            </a:r>
            <a:endParaRPr lang="en-US" altLang="en-US" sz="1400" dirty="0" err="1">
              <a:solidFill>
                <a:schemeClr val="tx1">
                  <a:lumMod val="65000"/>
                  <a:lumOff val="35000"/>
                </a:schemeClr>
              </a:solidFill>
            </a:endParaRPr>
          </a:p>
          <a:p>
            <a:pPr marL="0" indent="0">
              <a:buNone/>
            </a:pPr>
            <a:r>
              <a:rPr lang="en-US" altLang="en-US" sz="1400" b="1" dirty="0">
                <a:solidFill>
                  <a:schemeClr val="tx1">
                    <a:lumMod val="65000"/>
                    <a:lumOff val="35000"/>
                  </a:schemeClr>
                </a:solidFill>
              </a:rPr>
              <a:t>Documents branch:</a:t>
            </a:r>
            <a:r>
              <a:rPr lang="en-US" altLang="en-US" sz="1400" dirty="0">
                <a:solidFill>
                  <a:schemeClr val="tx1">
                    <a:lumMod val="65000"/>
                    <a:lumOff val="35000"/>
                  </a:schemeClr>
                </a:solidFill>
              </a:rPr>
              <a:t> Tasks related to documentation were done here.</a:t>
            </a:r>
            <a:endParaRPr lang="en-US" altLang="en-US" sz="1400" dirty="0">
              <a:solidFill>
                <a:schemeClr val="tx1">
                  <a:lumMod val="65000"/>
                  <a:lumOff val="35000"/>
                </a:schemeClr>
              </a:solidFill>
            </a:endParaRPr>
          </a:p>
          <a:p>
            <a:pPr marL="0" indent="0">
              <a:buNone/>
            </a:pPr>
            <a:r>
              <a:rPr lang="en-US" altLang="en-US" sz="1400" b="1" dirty="0"/>
              <a:t>Frontend branch:</a:t>
            </a:r>
            <a:r>
              <a:rPr lang="en-US" altLang="en-US" sz="1400" dirty="0"/>
              <a:t> The branch for frontend development, which includes the React-based application development.</a:t>
            </a:r>
            <a:endParaRPr lang="en-US" altLang="en-US" sz="1400" dirty="0"/>
          </a:p>
        </p:txBody>
      </p:sp>
      <p:pic>
        <p:nvPicPr>
          <p:cNvPr id="8" name="Kép 7" descr="A képen macska, clipart, Grafika látható&#10;&#10;Előfordulhat, hogy a mesterséges intelligencia által létrehozott tartalom helytelen."/>
          <p:cNvPicPr>
            <a:picLocks noChangeAspect="1"/>
          </p:cNvPicPr>
          <p:nvPr/>
        </p:nvPicPr>
        <p:blipFill>
          <a:blip r:embed="rId1">
            <a:extLst>
              <a:ext uri="{28A0092B-C50C-407E-A947-70E740481C1C}">
                <a14:useLocalDpi xmlns:a14="http://schemas.microsoft.com/office/drawing/2010/main" val="0"/>
              </a:ext>
            </a:extLst>
          </a:blip>
          <a:srcRect t="4131" r="5" b="7054"/>
          <a:stretch>
            <a:fillRect/>
          </a:stretch>
        </p:blipFill>
        <p:spPr>
          <a:xfrm>
            <a:off x="8779933" y="685798"/>
            <a:ext cx="2726267" cy="2421467"/>
          </a:xfrm>
          <a:prstGeom prst="rect">
            <a:avLst/>
          </a:prstGeom>
        </p:spPr>
      </p:pic>
      <p:pic>
        <p:nvPicPr>
          <p:cNvPr id="10" name="Kép 9"/>
          <p:cNvPicPr>
            <a:picLocks noChangeAspect="1"/>
          </p:cNvPicPr>
          <p:nvPr/>
        </p:nvPicPr>
        <p:blipFill>
          <a:blip r:embed="rId2"/>
          <a:srcRect r="5" b="33388"/>
          <a:stretch>
            <a:fillRect/>
          </a:stretch>
        </p:blipFill>
        <p:spPr>
          <a:xfrm>
            <a:off x="8779933" y="3750732"/>
            <a:ext cx="2726267" cy="242146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630936" y="640080"/>
            <a:ext cx="4818888" cy="1481328"/>
          </a:xfrm>
        </p:spPr>
        <p:txBody>
          <a:bodyPr anchor="b">
            <a:normAutofit/>
          </a:bodyPr>
          <a:lstStyle/>
          <a:p>
            <a:r>
              <a:rPr lang="hu-HU" sz="5400"/>
              <a:t>Trello</a:t>
            </a:r>
            <a:endParaRPr lang="hu-HU" sz="5400"/>
          </a:p>
        </p:txBody>
      </p:sp>
      <p:sp>
        <p:nvSpPr>
          <p:cNvPr id="19" name="sketch line"/>
          <p:cNvSpPr>
            <a:spLocks noGrp="1" noRot="1" noChangeAspect="1" noMove="1" noResize="1" noEditPoints="1" noAdjustHandles="1" noChangeArrowheads="1" noChangeShapeType="1" noTextEdit="1"/>
          </p:cNvSpPr>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2"/>
          <p:cNvSpPr>
            <a:spLocks noGrp="1"/>
          </p:cNvSpPr>
          <p:nvPr>
            <p:ph idx="1"/>
          </p:nvPr>
        </p:nvSpPr>
        <p:spPr>
          <a:xfrm>
            <a:off x="630936" y="2660904"/>
            <a:ext cx="4818888" cy="3547872"/>
          </a:xfrm>
        </p:spPr>
        <p:txBody>
          <a:bodyPr anchor="t">
            <a:normAutofit/>
          </a:bodyPr>
          <a:lstStyle/>
          <a:p>
            <a:pPr marL="0" indent="0">
              <a:buNone/>
            </a:pPr>
            <a:r>
              <a:rPr lang="en-US" altLang="en-US" sz="1700" b="1" dirty="0"/>
              <a:t>Trello</a:t>
            </a:r>
            <a:r>
              <a:rPr lang="en-US" altLang="en-US" sz="1700" dirty="0"/>
              <a:t> is an online project management tool that allowed the team to track the project's progress and manage tasks. Each team member could see which tasks were in progress, which were completed, and which were yet to be done.</a:t>
            </a:r>
            <a:endParaRPr lang="en-US" altLang="en-US" sz="1700" dirty="0"/>
          </a:p>
          <a:p>
            <a:pPr marL="0" indent="0">
              <a:buNone/>
            </a:pPr>
            <a:r>
              <a:rPr lang="en-US" altLang="en-US" sz="1700" dirty="0"/>
              <a:t>On the Trello board, tasks were placed as cards, which could be moved to the appropriate columns based on their progress.</a:t>
            </a:r>
            <a:br>
              <a:rPr lang="hu-HU" sz="1700" dirty="0"/>
            </a:br>
            <a:br>
              <a:rPr lang="hu-HU" sz="1700" dirty="0"/>
            </a:br>
            <a:r>
              <a:rPr lang="en-US" altLang="en-US" sz="1700" dirty="0"/>
              <a:t>The entire year-long project was completed in 3 sprints.</a:t>
            </a:r>
            <a:endParaRPr lang="en-US" altLang="en-US" sz="1700" dirty="0"/>
          </a:p>
          <a:p>
            <a:pPr marL="0" indent="0">
              <a:buNone/>
            </a:pPr>
            <a:endParaRPr lang="hu-HU" sz="1700" dirty="0"/>
          </a:p>
        </p:txBody>
      </p:sp>
      <p:pic>
        <p:nvPicPr>
          <p:cNvPr id="5" name="Kép 4" descr="A képen képernyőkép, Betűtípus, Grafika, embléma látható&#10;&#10;Előfordulhat, hogy a mesterséges intelligencia által létrehozott tartalom helytelen."/>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99048" y="1893665"/>
            <a:ext cx="5458968" cy="307066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638881" y="670218"/>
            <a:ext cx="10909640" cy="1065836"/>
          </a:xfrm>
        </p:spPr>
        <p:txBody>
          <a:bodyPr vert="horz" lIns="91440" tIns="45720" rIns="91440" bIns="45720" rtlCol="0" anchor="ctr">
            <a:normAutofit fontScale="90000"/>
          </a:bodyPr>
          <a:lstStyle/>
          <a:p>
            <a:pPr algn="ctr"/>
            <a:r>
              <a:rPr lang="en-US" altLang="en-US" sz="6600"/>
              <a:t>Workspace and Sprints</a:t>
            </a:r>
            <a:endParaRPr lang="en-US" altLang="en-US" sz="6600"/>
          </a:p>
        </p:txBody>
      </p:sp>
      <p:sp>
        <p:nvSpPr>
          <p:cNvPr id="16" name="sketch line"/>
          <p:cNvSpPr>
            <a:spLocks noGrp="1" noRot="1" noChangeAspect="1" noMove="1" noResize="1" noEditPoints="1" noAdjustHandles="1" noChangeArrowheads="1" noChangeShapeType="1" noTextEdit="1"/>
          </p:cNvSpPr>
          <p:nvPr/>
        </p:nvSpPr>
        <p:spPr>
          <a:xfrm>
            <a:off x="3389376" y="1800088"/>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Kép 6"/>
          <p:cNvPicPr>
            <a:picLocks noChangeAspect="1"/>
          </p:cNvPicPr>
          <p:nvPr/>
        </p:nvPicPr>
        <p:blipFill>
          <a:blip r:embed="rId1"/>
          <a:stretch>
            <a:fillRect/>
          </a:stretch>
        </p:blipFill>
        <p:spPr>
          <a:xfrm>
            <a:off x="292608" y="3160813"/>
            <a:ext cx="3758184" cy="2517982"/>
          </a:xfrm>
          <a:prstGeom prst="rect">
            <a:avLst/>
          </a:prstGeom>
        </p:spPr>
      </p:pic>
      <p:pic>
        <p:nvPicPr>
          <p:cNvPr id="5" name="Tartalom helye 4"/>
          <p:cNvPicPr>
            <a:picLocks noGrp="1" noChangeAspect="1"/>
          </p:cNvPicPr>
          <p:nvPr>
            <p:ph idx="1"/>
          </p:nvPr>
        </p:nvPicPr>
        <p:blipFill>
          <a:blip r:embed="rId2"/>
          <a:stretch>
            <a:fillRect/>
          </a:stretch>
        </p:blipFill>
        <p:spPr>
          <a:xfrm>
            <a:off x="4216908" y="3179604"/>
            <a:ext cx="3758184" cy="2480401"/>
          </a:xfrm>
          <a:prstGeom prst="rect">
            <a:avLst/>
          </a:prstGeom>
        </p:spPr>
      </p:pic>
      <p:pic>
        <p:nvPicPr>
          <p:cNvPr id="9" name="Kép 8"/>
          <p:cNvPicPr>
            <a:picLocks noChangeAspect="1"/>
          </p:cNvPicPr>
          <p:nvPr/>
        </p:nvPicPr>
        <p:blipFill>
          <a:blip r:embed="rId3"/>
          <a:stretch>
            <a:fillRect/>
          </a:stretch>
        </p:blipFill>
        <p:spPr>
          <a:xfrm>
            <a:off x="8141208" y="3268861"/>
            <a:ext cx="3758184" cy="230188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p:cNvSpPr>
            <a:spLocks noGrp="1" noRot="1" noChangeAspect="1" noMove="1" noResize="1" noEditPoints="1" noAdjustHandles="1" noChangeArrowheads="1" noChangeShapeType="1" noTextEdit="1"/>
          </p:cNvSpPr>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686834" y="1153572"/>
            <a:ext cx="3200400" cy="4461163"/>
          </a:xfrm>
        </p:spPr>
        <p:txBody>
          <a:bodyPr>
            <a:normAutofit/>
          </a:bodyPr>
          <a:lstStyle/>
          <a:p>
            <a:r>
              <a:rPr lang="en-US" altLang="en-US">
                <a:solidFill>
                  <a:srgbClr val="FFFFFF"/>
                </a:solidFill>
              </a:rPr>
              <a:t>Future Developments and Plans</a:t>
            </a:r>
            <a:endParaRPr lang="en-US" altLang="en-US">
              <a:solidFill>
                <a:srgbClr val="FFFFFF"/>
              </a:solidFill>
            </a:endParaRPr>
          </a:p>
        </p:txBody>
      </p:sp>
      <p:sp>
        <p:nvSpPr>
          <p:cNvPr id="12" name="Arc 11"/>
          <p:cNvSpPr>
            <a:spLocks noGrp="1" noRot="1" noChangeAspect="1" noMove="1" noResize="1" noEditPoints="1" noAdjustHandles="1" noChangeArrowheads="1" noChangeShapeType="1" noTextEdit="1"/>
          </p:cNvSpPr>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artalom helye 2"/>
          <p:cNvSpPr>
            <a:spLocks noGrp="1"/>
          </p:cNvSpPr>
          <p:nvPr>
            <p:ph idx="1"/>
          </p:nvPr>
        </p:nvSpPr>
        <p:spPr>
          <a:xfrm>
            <a:off x="4447308" y="591344"/>
            <a:ext cx="6906491" cy="5585619"/>
          </a:xfrm>
        </p:spPr>
        <p:txBody>
          <a:bodyPr anchor="ctr">
            <a:normAutofit lnSpcReduction="20000"/>
          </a:bodyPr>
          <a:lstStyle/>
          <a:p>
            <a:pPr marL="0" indent="0">
              <a:buNone/>
            </a:pPr>
            <a:r>
              <a:rPr lang="en-US" altLang="en-US" b="1" dirty="0"/>
              <a:t>What features are planned for the future?</a:t>
            </a:r>
            <a:endParaRPr lang="en-US" altLang="en-US" b="1" dirty="0"/>
          </a:p>
          <a:p>
            <a:pPr marL="0" indent="0">
              <a:buNone/>
            </a:pPr>
            <a:r>
              <a:rPr lang="en-US" altLang="en-US" dirty="0"/>
              <a:t>FilmFókusz will continue to evolve, and we plan to introduce several new features:</a:t>
            </a:r>
            <a:endParaRPr lang="en-US" altLang="en-US" dirty="0"/>
          </a:p>
          <a:p>
            <a:pPr marL="0" indent="0">
              <a:buNone/>
            </a:pPr>
            <a:endParaRPr lang="en-US" altLang="en-US" dirty="0"/>
          </a:p>
          <a:p>
            <a:pPr marL="0" indent="0">
              <a:buNone/>
            </a:pPr>
            <a:r>
              <a:rPr lang="en-US" altLang="en-US" b="1" dirty="0" err="1"/>
              <a:t>Rating System: </a:t>
            </a:r>
            <a:r>
              <a:rPr lang="en-US" altLang="en-US" dirty="0" err="1"/>
              <a:t>Users will be able to rate movies and series, helping others in their decision-making.</a:t>
            </a:r>
            <a:endParaRPr lang="en-US" altLang="en-US" b="1" dirty="0" err="1"/>
          </a:p>
          <a:p>
            <a:pPr marL="0" indent="0">
              <a:buNone/>
            </a:pPr>
            <a:endParaRPr lang="en-US" altLang="en-US" b="1" dirty="0" err="1"/>
          </a:p>
          <a:p>
            <a:pPr marL="0" indent="0">
              <a:buFont typeface="Arial" panose="020B0604020202020204" pitchFamily="34" charset="0"/>
              <a:buNone/>
            </a:pPr>
            <a:r>
              <a:rPr lang="en-US" altLang="en-US" b="1" dirty="0"/>
              <a:t>Commenting Option</a:t>
            </a:r>
            <a:r>
              <a:rPr lang="en-US" altLang="en-US" dirty="0"/>
              <a:t>: Users will be able to leave comments on individual movies and series, allowing interaction with others.</a:t>
            </a:r>
            <a:endParaRPr lang="en-US"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572493" y="238539"/>
            <a:ext cx="11018520" cy="1434415"/>
          </a:xfrm>
        </p:spPr>
        <p:txBody>
          <a:bodyPr anchor="b">
            <a:normAutofit/>
          </a:bodyPr>
          <a:lstStyle/>
          <a:p>
            <a:r>
              <a:rPr lang="en-US" altLang="en-US" sz="5400"/>
              <a:t>Summary</a:t>
            </a:r>
            <a:endParaRPr lang="en-US" altLang="en-US" sz="5400"/>
          </a:p>
        </p:txBody>
      </p:sp>
      <p:sp>
        <p:nvSpPr>
          <p:cNvPr id="17" name="sketchy line"/>
          <p:cNvSpPr>
            <a:spLocks noGrp="1" noRot="1" noChangeAspect="1" noMove="1" noResize="1" noEditPoints="1" noAdjustHandles="1" noChangeArrowheads="1" noChangeShapeType="1" noTextEdit="1"/>
          </p:cNvSpPr>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2"/>
          <p:cNvSpPr>
            <a:spLocks noGrp="1"/>
          </p:cNvSpPr>
          <p:nvPr>
            <p:ph idx="1"/>
          </p:nvPr>
        </p:nvSpPr>
        <p:spPr>
          <a:xfrm>
            <a:off x="572493" y="2071316"/>
            <a:ext cx="6713552" cy="4119172"/>
          </a:xfrm>
        </p:spPr>
        <p:txBody>
          <a:bodyPr anchor="t">
            <a:normAutofit/>
          </a:bodyPr>
          <a:lstStyle/>
          <a:p>
            <a:pPr marL="0" indent="0">
              <a:buNone/>
            </a:pPr>
            <a:r>
              <a:rPr lang="en-US" altLang="en-US" sz="2000" b="1" dirty="0"/>
              <a:t>What FilmFókusz Can Do:</a:t>
            </a:r>
            <a:endParaRPr lang="en-US" altLang="en-US" sz="2000" b="1" dirty="0"/>
          </a:p>
          <a:p>
            <a:pPr marL="0" indent="0">
              <a:buNone/>
            </a:pPr>
            <a:r>
              <a:rPr lang="en-US" altLang="en-US" sz="2000" dirty="0"/>
              <a:t>FilmFókusz is a dynamic application that allows users to search, rate, and review movies and series.</a:t>
            </a:r>
            <a:endParaRPr lang="en-US" altLang="en-US" sz="2000" dirty="0"/>
          </a:p>
          <a:p>
            <a:pPr marL="0" indent="0">
              <a:buNone/>
            </a:pPr>
            <a:endParaRPr lang="en-US" altLang="en-US" sz="2000" dirty="0"/>
          </a:p>
          <a:p>
            <a:pPr marL="0" indent="0">
              <a:buNone/>
            </a:pPr>
            <a:r>
              <a:rPr lang="en-US" altLang="en-US" sz="2000" dirty="0"/>
              <a:t>The application offers various filters for users to search, showcasing everything from classic shows to today's movies and series.</a:t>
            </a:r>
            <a:endParaRPr lang="en-US" altLang="en-US" sz="2000" dirty="0"/>
          </a:p>
          <a:p>
            <a:pPr marL="0" indent="0">
              <a:buNone/>
            </a:pPr>
            <a:endParaRPr lang="en-US" altLang="en-US" sz="2000" dirty="0"/>
          </a:p>
          <a:p>
            <a:pPr marL="0" indent="0">
              <a:buNone/>
            </a:pPr>
            <a:r>
              <a:rPr lang="en-US" altLang="en-US" sz="2000" dirty="0"/>
              <a:t>It also features a dedicated admin interface, enabling administrators to manage and modify data.</a:t>
            </a:r>
            <a:endParaRPr lang="en-US" altLang="en-US" sz="2000" dirty="0"/>
          </a:p>
          <a:p>
            <a:pPr marL="0" indent="0">
              <a:buNone/>
            </a:pPr>
            <a:endParaRPr lang="en-US" altLang="en-US" sz="2000" dirty="0"/>
          </a:p>
          <a:p>
            <a:pPr marL="0" indent="0">
              <a:buNone/>
            </a:pPr>
            <a:endParaRPr lang="en-US" altLang="en-US" sz="2000" dirty="0"/>
          </a:p>
          <a:p>
            <a:pPr marL="0" indent="0">
              <a:buNone/>
            </a:pPr>
            <a:endParaRPr lang="en-US" altLang="en-US" sz="2000" dirty="0"/>
          </a:p>
          <a:p>
            <a:pPr marL="0" indent="0">
              <a:buNone/>
            </a:pPr>
            <a:endParaRPr lang="en-US" altLang="en-US" sz="2000" dirty="0"/>
          </a:p>
          <a:p>
            <a:pPr marL="0" indent="0">
              <a:buNone/>
            </a:pPr>
            <a:endParaRPr lang="en-US" altLang="en-US" sz="2000" dirty="0"/>
          </a:p>
          <a:p>
            <a:pPr marL="0" indent="0">
              <a:buNone/>
            </a:pPr>
            <a:endParaRPr lang="en-US" altLang="en-US" sz="2000" dirty="0"/>
          </a:p>
          <a:p>
            <a:pPr marL="0" indent="0">
              <a:buNone/>
            </a:pPr>
            <a:endParaRPr lang="en-US" altLang="en-US" sz="2000" dirty="0"/>
          </a:p>
          <a:p>
            <a:pPr marL="0" indent="0">
              <a:buNone/>
            </a:pPr>
            <a:endParaRPr lang="en-US" altLang="en-US" sz="2000" dirty="0"/>
          </a:p>
          <a:p>
            <a:pPr marL="0" indent="0">
              <a:buNone/>
            </a:pPr>
            <a:endParaRPr lang="en-US" altLang="en-US" sz="2000" dirty="0"/>
          </a:p>
        </p:txBody>
      </p:sp>
      <p:pic>
        <p:nvPicPr>
          <p:cNvPr id="6" name="Kép 5" descr="A képen szöveg, embléma, Betűtípus, szimbólum látható&#10;&#10;Előfordulhat, hogy a mesterséges intelligencia által létrehozott tartalom helytelen."/>
          <p:cNvPicPr>
            <a:picLocks noChangeAspect="1"/>
          </p:cNvPicPr>
          <p:nvPr/>
        </p:nvPicPr>
        <p:blipFill>
          <a:blip r:embed="rId1">
            <a:extLst>
              <a:ext uri="{28A0092B-C50C-407E-A947-70E740481C1C}">
                <a14:useLocalDpi xmlns:a14="http://schemas.microsoft.com/office/drawing/2010/main" val="0"/>
              </a:ext>
            </a:extLst>
          </a:blip>
          <a:srcRect l="8624" r="8160" b="3"/>
          <a:stretch>
            <a:fillRect/>
          </a:stretch>
        </p:blipFill>
        <p:spPr>
          <a:xfrm>
            <a:off x="7675658" y="2093976"/>
            <a:ext cx="3941064" cy="409651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y line"/>
          <p:cNvSpPr>
            <a:spLocks noGrp="1" noRot="1" noChangeAspect="1" noMove="1" noResize="1" noEditPoints="1" noAdjustHandles="1" noChangeArrowheads="1" noChangeShapeType="1" noTextEdit="1"/>
          </p:cNvSpPr>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2"/>
          <p:cNvSpPr>
            <a:spLocks noGrp="1"/>
          </p:cNvSpPr>
          <p:nvPr>
            <p:ph idx="1"/>
          </p:nvPr>
        </p:nvSpPr>
        <p:spPr>
          <a:xfrm>
            <a:off x="640080" y="2872899"/>
            <a:ext cx="4243589" cy="3320668"/>
          </a:xfrm>
        </p:spPr>
        <p:txBody>
          <a:bodyPr>
            <a:normAutofit/>
          </a:bodyPr>
          <a:lstStyle/>
          <a:p>
            <a:pPr marL="0" indent="0">
              <a:buNone/>
            </a:pPr>
            <a:r>
              <a:rPr lang="en-US" altLang="en-US" sz="2200"/>
              <a:t>Thank you for your attention!</a:t>
            </a:r>
            <a:endParaRPr lang="en-US" altLang="en-US" sz="2200"/>
          </a:p>
        </p:txBody>
      </p:sp>
      <p:pic>
        <p:nvPicPr>
          <p:cNvPr id="5" name="Kép 4" descr="A képen szöveg, embléma, Betűtípus, szimbólum látható&#10;&#10;Előfordulhat, hogy a mesterséges intelligencia által létrehozott tartalom helytelen."/>
          <p:cNvPicPr>
            <a:picLocks noChangeAspect="1"/>
          </p:cNvPicPr>
          <p:nvPr/>
        </p:nvPicPr>
        <p:blipFill>
          <a:blip r:embed="rId1">
            <a:extLst>
              <a:ext uri="{28A0092B-C50C-407E-A947-70E740481C1C}">
                <a14:useLocalDpi xmlns:a14="http://schemas.microsoft.com/office/drawing/2010/main" val="0"/>
              </a:ext>
            </a:extLst>
          </a:blip>
          <a:srcRect l="6852" r="6386"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sld>
</file>

<file path=ppt/theme/theme1.xml><?xml version="1.0" encoding="utf-8"?>
<a:theme xmlns:a="http://schemas.openxmlformats.org/drawingml/2006/main" name="Office Theme">
  <a:themeElements>
    <a:clrScheme name="Office-téma">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téma">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té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8471</Words>
  <Application>WPS Presentation</Application>
  <PresentationFormat>Szélesvásznú</PresentationFormat>
  <Paragraphs>190</Paragraphs>
  <Slides>23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23</vt:i4>
      </vt:variant>
    </vt:vector>
  </HeadingPairs>
  <TitlesOfParts>
    <vt:vector size="34" baseType="lpstr">
      <vt:lpstr>Arial</vt:lpstr>
      <vt:lpstr>SimSun</vt:lpstr>
      <vt:lpstr>Wingdings</vt:lpstr>
      <vt:lpstr>Aptos</vt:lpstr>
      <vt:lpstr>Segoe UI</vt:lpstr>
      <vt:lpstr>Aptos Display</vt:lpstr>
      <vt:lpstr>Microsoft YaHei</vt:lpstr>
      <vt:lpstr>Arial Unicode MS</vt:lpstr>
      <vt:lpstr>Calibri</vt:lpstr>
      <vt:lpstr>Arial Unicode MS</vt:lpstr>
      <vt:lpstr>Office Theme</vt:lpstr>
      <vt:lpstr>FilmFókusz – Film- és Sorozat ajánló weboldal</vt:lpstr>
      <vt:lpstr>Bevezetés – A projekt célja</vt:lpstr>
      <vt:lpstr>Kik a célcsoport?</vt:lpstr>
      <vt:lpstr>Mit kínál az oldal?</vt:lpstr>
      <vt:lpstr>Funkciók és Extrák</vt:lpstr>
      <vt:lpstr>Műfajok, Profil Ablak, Film/Sorozat Évtized szerint, Quiz</vt:lpstr>
      <vt:lpstr>Irányelvek, Rólunk, Kijelentkezés funkciók</vt:lpstr>
      <vt:lpstr>Bejelentkezés és Regisztráció</vt:lpstr>
      <vt:lpstr>A technológiák kiválasztása</vt:lpstr>
      <vt:lpstr>Backend (ASP.NET Core Web API)</vt:lpstr>
      <vt:lpstr>Példa egy API végpontra</vt:lpstr>
      <vt:lpstr>MySQL Adatbázis</vt:lpstr>
      <vt:lpstr>Adatbázis Kapcsolat</vt:lpstr>
      <vt:lpstr>Frontend (React, JSX, CSS, API kapcsolat)</vt:lpstr>
      <vt:lpstr>Egy példa az API hívásra</vt:lpstr>
      <vt:lpstr>WPF Alkalmazás</vt:lpstr>
      <vt:lpstr>WPF AdminDashboard főoldala</vt:lpstr>
      <vt:lpstr>GitHub</vt:lpstr>
      <vt:lpstr>Trello</vt:lpstr>
      <vt:lpstr>Munkatér és Sprintek</vt:lpstr>
      <vt:lpstr>Jövőbeli fejlesztések és tervek</vt:lpstr>
      <vt:lpstr>Összegzés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Szitai Bence Márk</dc:creator>
  <cp:lastModifiedBy>szita</cp:lastModifiedBy>
  <cp:revision>6</cp:revision>
  <dcterms:created xsi:type="dcterms:W3CDTF">2025-03-24T10:06:00Z</dcterms:created>
  <dcterms:modified xsi:type="dcterms:W3CDTF">2025-03-26T21:00:30Z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942B68CCDD36457DA373B2248F7EF528_13</vt:lpwstr>
  </property>
  <property fmtid="{D5CDD505-2E9C-101B-9397-08002B2CF9AE}" pid="3" name="KSOProductBuildVer">
    <vt:lpwstr>1033-12.2.0.20326</vt:lpwstr>
  </property>
</Properties>
</file>